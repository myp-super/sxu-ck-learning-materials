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7" r:id="rId3"/>
    <p:sldId id="2147310673" r:id="rId4"/>
    <p:sldId id="281" r:id="rId5"/>
    <p:sldId id="2147310674" r:id="rId6"/>
    <p:sldId id="282" r:id="rId7"/>
    <p:sldId id="2147310675" r:id="rId8"/>
    <p:sldId id="2147310659" r:id="rId9"/>
    <p:sldId id="2147310676" r:id="rId10"/>
    <p:sldId id="2147310666" r:id="rId11"/>
    <p:sldId id="2147310671" r:id="rId12"/>
    <p:sldId id="214731067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0B0"/>
    <a:srgbClr val="1D418C"/>
    <a:srgbClr val="CA9A2F"/>
    <a:srgbClr val="CB5B00"/>
    <a:srgbClr val="DF9C57"/>
    <a:srgbClr val="789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96" y="136"/>
      </p:cViewPr>
      <p:guideLst>
        <p:guide orient="horz" pos="2160"/>
        <p:guide pos="3840"/>
        <p:guide pos="597"/>
        <p:guide pos="70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2472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206A2-A584-489F-AC90-9A25327D00A5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00F62-756F-47D3-98C0-C54456DB83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257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00F62-756F-47D3-98C0-C54456DB8313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189F25-0958-FA4C-1E9E-F16C426DD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7234237"/>
            <a:ext cx="628650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64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D9C6F-F020-BF20-6760-B06C1E31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41E651-49ED-3BA6-D0C7-E12D0C741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1A37D7-474E-9B99-4E93-42BAF3A1F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1E07A1-7041-AF7D-9F22-D46C52DBE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00F62-756F-47D3-98C0-C54456DB83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800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0E0E9-6881-FF17-9075-FB93E9874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6F6A68-BFA4-0464-45BA-A95908842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C377C9-8F9F-7F99-B283-BEAD4BD1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793C0C-5413-3686-F7C0-CDEE1BC788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00F62-756F-47D3-98C0-C54456DB8313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C0F64C-EC25-5B64-86FE-5F444AD2E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7234237"/>
            <a:ext cx="6286500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50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68DA9-9F38-34E3-BF30-E032B0BBF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9AEEBD-FA0C-3DEB-EBDA-26D1C2564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7382D4-DB15-B928-7259-C75FCDDB2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A18B9F-DC93-27B7-580F-E5D971BE1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00F62-756F-47D3-98C0-C54456DB83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528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EC817-4168-A4CF-8832-D15AEFFCF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60AA44-6D3A-7168-7473-509130838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6865B9-E39B-AA84-3600-0DEF7B46C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BA26C5-A0D0-2AF1-06E5-ACB6EDF95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00F62-756F-47D3-98C0-C54456DB83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551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05257-0695-5676-9886-83C54FF2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6ED27C-4ADE-2E36-30C5-B15CB60E1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5DEA45-CA55-6828-4453-6F5E09C32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B76A5B-C124-733E-5E91-257A9A7FC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00F62-756F-47D3-98C0-C54456DB831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432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25556-3FAC-D08E-ACDE-0D55C47AB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B3B716-63DF-CAD4-3D4E-BBFD36A67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83BCF5-44B3-5CF7-5B38-85FF4A99E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3639BD-65F8-3FDC-991B-A1D45D4F4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00F62-756F-47D3-98C0-C54456DB831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813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ED3F6-54FA-B66B-FFA7-A342C08C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BA27E8-3346-F731-489D-DE8389302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39FBF7-EBD3-6A66-6992-122EAC910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9D5A13-17D3-A73C-8199-25EE1DBCC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00F62-756F-47D3-98C0-C54456DB831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936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图片 263">
            <a:extLst>
              <a:ext uri="{FF2B5EF4-FFF2-40B4-BE49-F238E27FC236}">
                <a16:creationId xmlns:a16="http://schemas.microsoft.com/office/drawing/2014/main" id="{A69C6F32-9B36-1449-9EB0-3A708FF188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17502" b="-1"/>
          <a:stretch/>
        </p:blipFill>
        <p:spPr>
          <a:xfrm>
            <a:off x="1" y="0"/>
            <a:ext cx="12191999" cy="5102431"/>
          </a:xfrm>
          <a:custGeom>
            <a:avLst/>
            <a:gdLst>
              <a:gd name="connsiteX0" fmla="*/ 0 w 12191999"/>
              <a:gd name="connsiteY0" fmla="*/ 0 h 4265386"/>
              <a:gd name="connsiteX1" fmla="*/ 12191999 w 12191999"/>
              <a:gd name="connsiteY1" fmla="*/ 0 h 4265386"/>
              <a:gd name="connsiteX2" fmla="*/ 12191999 w 12191999"/>
              <a:gd name="connsiteY2" fmla="*/ 4265386 h 4265386"/>
              <a:gd name="connsiteX3" fmla="*/ 0 w 12191999"/>
              <a:gd name="connsiteY3" fmla="*/ 4265386 h 426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265386">
                <a:moveTo>
                  <a:pt x="0" y="0"/>
                </a:moveTo>
                <a:lnTo>
                  <a:pt x="12191999" y="0"/>
                </a:lnTo>
                <a:lnTo>
                  <a:pt x="12191999" y="4265386"/>
                </a:lnTo>
                <a:lnTo>
                  <a:pt x="0" y="4265386"/>
                </a:lnTo>
                <a:close/>
              </a:path>
            </a:pathLst>
          </a:cu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8D63C48-F415-2C46-6E72-5FFCC79F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0F4B66-30A2-CC09-46C0-B7D3D354F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CDF62A-0E46-E52B-EF0B-3E7C090FB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50D1-BA7D-441B-B00C-178DE37E6455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C9E9B6-F570-B03A-D722-D037B363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7959ED-176C-D3DE-BF2F-C9F3C920A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600AF-A4E2-46F8-8C84-CAB7A44FE6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704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纯净背景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0B07AB3-35DC-B79D-629A-6FDC58DF70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17502" b="-1"/>
          <a:stretch/>
        </p:blipFill>
        <p:spPr>
          <a:xfrm>
            <a:off x="1" y="1778000"/>
            <a:ext cx="12191999" cy="5102431"/>
          </a:xfrm>
          <a:custGeom>
            <a:avLst/>
            <a:gdLst>
              <a:gd name="connsiteX0" fmla="*/ 0 w 12191999"/>
              <a:gd name="connsiteY0" fmla="*/ 0 h 4265386"/>
              <a:gd name="connsiteX1" fmla="*/ 12191999 w 12191999"/>
              <a:gd name="connsiteY1" fmla="*/ 0 h 4265386"/>
              <a:gd name="connsiteX2" fmla="*/ 12191999 w 12191999"/>
              <a:gd name="connsiteY2" fmla="*/ 4265386 h 4265386"/>
              <a:gd name="connsiteX3" fmla="*/ 0 w 12191999"/>
              <a:gd name="connsiteY3" fmla="*/ 4265386 h 426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265386">
                <a:moveTo>
                  <a:pt x="0" y="0"/>
                </a:moveTo>
                <a:lnTo>
                  <a:pt x="12191999" y="0"/>
                </a:lnTo>
                <a:lnTo>
                  <a:pt x="12191999" y="4265386"/>
                </a:lnTo>
                <a:lnTo>
                  <a:pt x="0" y="4265386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8C0F56C-8117-711E-2C76-DF8E05051C13}"/>
              </a:ext>
            </a:extLst>
          </p:cNvPr>
          <p:cNvSpPr/>
          <p:nvPr userDrawn="1"/>
        </p:nvSpPr>
        <p:spPr>
          <a:xfrm>
            <a:off x="0" y="-1"/>
            <a:ext cx="12191999" cy="4499429"/>
          </a:xfrm>
          <a:prstGeom prst="rect">
            <a:avLst/>
          </a:prstGeom>
          <a:gradFill>
            <a:gsLst>
              <a:gs pos="61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49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 www.51pptmoban.co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0B07AB3-35DC-B79D-629A-6FDC58DF70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rcRect t="17502" b="-1"/>
          <a:stretch/>
        </p:blipFill>
        <p:spPr>
          <a:xfrm>
            <a:off x="1" y="405155"/>
            <a:ext cx="12191999" cy="5102431"/>
          </a:xfrm>
          <a:custGeom>
            <a:avLst/>
            <a:gdLst>
              <a:gd name="connsiteX0" fmla="*/ 0 w 12191999"/>
              <a:gd name="connsiteY0" fmla="*/ 0 h 4265386"/>
              <a:gd name="connsiteX1" fmla="*/ 12191999 w 12191999"/>
              <a:gd name="connsiteY1" fmla="*/ 0 h 4265386"/>
              <a:gd name="connsiteX2" fmla="*/ 12191999 w 12191999"/>
              <a:gd name="connsiteY2" fmla="*/ 4265386 h 4265386"/>
              <a:gd name="connsiteX3" fmla="*/ 0 w 12191999"/>
              <a:gd name="connsiteY3" fmla="*/ 4265386 h 426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265386">
                <a:moveTo>
                  <a:pt x="0" y="0"/>
                </a:moveTo>
                <a:lnTo>
                  <a:pt x="12191999" y="0"/>
                </a:lnTo>
                <a:lnTo>
                  <a:pt x="12191999" y="4265386"/>
                </a:lnTo>
                <a:lnTo>
                  <a:pt x="0" y="4265386"/>
                </a:lnTo>
                <a:close/>
              </a:path>
            </a:pathLst>
          </a:custGeom>
        </p:spPr>
      </p:pic>
      <p:sp>
        <p:nvSpPr>
          <p:cNvPr id="3" name="矩形 2" descr="D:\51PPT模板网\51pptmoban.com\图片.jpg">
            <a:extLst>
              <a:ext uri="{FF2B5EF4-FFF2-40B4-BE49-F238E27FC236}">
                <a16:creationId xmlns:a16="http://schemas.microsoft.com/office/drawing/2014/main" id="{18C0F56C-8117-711E-2C76-DF8E05051C13}"/>
              </a:ext>
            </a:extLst>
          </p:cNvPr>
          <p:cNvSpPr/>
          <p:nvPr userDrawn="1"/>
        </p:nvSpPr>
        <p:spPr>
          <a:xfrm>
            <a:off x="0" y="-1"/>
            <a:ext cx="12191999" cy="4499429"/>
          </a:xfrm>
          <a:prstGeom prst="rect">
            <a:avLst/>
          </a:prstGeom>
          <a:gradFill>
            <a:gsLst>
              <a:gs pos="61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8" name="Freeform 7" descr="D:\51PPT模板网\51pptmoban.com\图片.jpg">
            <a:extLst>
              <a:ext uri="{FF2B5EF4-FFF2-40B4-BE49-F238E27FC236}">
                <a16:creationId xmlns:a16="http://schemas.microsoft.com/office/drawing/2014/main" id="{1C758A18-0C70-6442-DAE9-9E116429BC11}"/>
              </a:ext>
            </a:extLst>
          </p:cNvPr>
          <p:cNvSpPr>
            <a:spLocks noEditPoints="1"/>
          </p:cNvSpPr>
          <p:nvPr userDrawn="1"/>
        </p:nvSpPr>
        <p:spPr bwMode="auto">
          <a:xfrm flipH="1">
            <a:off x="355600" y="5255338"/>
            <a:ext cx="4994405" cy="1384048"/>
          </a:xfrm>
          <a:custGeom>
            <a:avLst/>
            <a:gdLst>
              <a:gd name="T0" fmla="*/ 15500 w 16792"/>
              <a:gd name="T1" fmla="*/ 3324 h 4654"/>
              <a:gd name="T2" fmla="*/ 14617 w 16792"/>
              <a:gd name="T3" fmla="*/ 3660 h 4654"/>
              <a:gd name="T4" fmla="*/ 14480 w 16792"/>
              <a:gd name="T5" fmla="*/ 3428 h 4654"/>
              <a:gd name="T6" fmla="*/ 14456 w 16792"/>
              <a:gd name="T7" fmla="*/ 3336 h 4654"/>
              <a:gd name="T8" fmla="*/ 14433 w 16792"/>
              <a:gd name="T9" fmla="*/ 3411 h 4654"/>
              <a:gd name="T10" fmla="*/ 14286 w 16792"/>
              <a:gd name="T11" fmla="*/ 3584 h 4654"/>
              <a:gd name="T12" fmla="*/ 13542 w 16792"/>
              <a:gd name="T13" fmla="*/ 2209 h 4654"/>
              <a:gd name="T14" fmla="*/ 13374 w 16792"/>
              <a:gd name="T15" fmla="*/ 2948 h 4654"/>
              <a:gd name="T16" fmla="*/ 12611 w 16792"/>
              <a:gd name="T17" fmla="*/ 2939 h 4654"/>
              <a:gd name="T18" fmla="*/ 11834 w 16792"/>
              <a:gd name="T19" fmla="*/ 1548 h 4654"/>
              <a:gd name="T20" fmla="*/ 10627 w 16792"/>
              <a:gd name="T21" fmla="*/ 1257 h 4654"/>
              <a:gd name="T22" fmla="*/ 10549 w 16792"/>
              <a:gd name="T23" fmla="*/ 834 h 4654"/>
              <a:gd name="T24" fmla="*/ 10455 w 16792"/>
              <a:gd name="T25" fmla="*/ 681 h 4654"/>
              <a:gd name="T26" fmla="*/ 10363 w 16792"/>
              <a:gd name="T27" fmla="*/ 607 h 4654"/>
              <a:gd name="T28" fmla="*/ 10174 w 16792"/>
              <a:gd name="T29" fmla="*/ 1184 h 4654"/>
              <a:gd name="T30" fmla="*/ 10155 w 16792"/>
              <a:gd name="T31" fmla="*/ 1822 h 4654"/>
              <a:gd name="T32" fmla="*/ 9968 w 16792"/>
              <a:gd name="T33" fmla="*/ 2079 h 4654"/>
              <a:gd name="T34" fmla="*/ 9869 w 16792"/>
              <a:gd name="T35" fmla="*/ 2030 h 4654"/>
              <a:gd name="T36" fmla="*/ 9545 w 16792"/>
              <a:gd name="T37" fmla="*/ 1982 h 4654"/>
              <a:gd name="T38" fmla="*/ 9470 w 16792"/>
              <a:gd name="T39" fmla="*/ 1857 h 4654"/>
              <a:gd name="T40" fmla="*/ 9075 w 16792"/>
              <a:gd name="T41" fmla="*/ 1850 h 4654"/>
              <a:gd name="T42" fmla="*/ 8374 w 16792"/>
              <a:gd name="T43" fmla="*/ 2209 h 4654"/>
              <a:gd name="T44" fmla="*/ 7889 w 16792"/>
              <a:gd name="T45" fmla="*/ 2419 h 4654"/>
              <a:gd name="T46" fmla="*/ 7885 w 16792"/>
              <a:gd name="T47" fmla="*/ 2119 h 4654"/>
              <a:gd name="T48" fmla="*/ 7870 w 16792"/>
              <a:gd name="T49" fmla="*/ 2417 h 4654"/>
              <a:gd name="T50" fmla="*/ 7724 w 16792"/>
              <a:gd name="T51" fmla="*/ 2417 h 4654"/>
              <a:gd name="T52" fmla="*/ 7715 w 16792"/>
              <a:gd name="T53" fmla="*/ 2115 h 4654"/>
              <a:gd name="T54" fmla="*/ 7705 w 16792"/>
              <a:gd name="T55" fmla="*/ 2415 h 4654"/>
              <a:gd name="T56" fmla="*/ 7604 w 16792"/>
              <a:gd name="T57" fmla="*/ 2474 h 4654"/>
              <a:gd name="T58" fmla="*/ 7228 w 16792"/>
              <a:gd name="T59" fmla="*/ 2417 h 4654"/>
              <a:gd name="T60" fmla="*/ 6985 w 16792"/>
              <a:gd name="T61" fmla="*/ 2488 h 4654"/>
              <a:gd name="T62" fmla="*/ 6708 w 16792"/>
              <a:gd name="T63" fmla="*/ 2405 h 4654"/>
              <a:gd name="T64" fmla="*/ 6673 w 16792"/>
              <a:gd name="T65" fmla="*/ 2698 h 4654"/>
              <a:gd name="T66" fmla="*/ 6359 w 16792"/>
              <a:gd name="T67" fmla="*/ 1264 h 4654"/>
              <a:gd name="T68" fmla="*/ 5615 w 16792"/>
              <a:gd name="T69" fmla="*/ 2034 h 4654"/>
              <a:gd name="T70" fmla="*/ 5104 w 16792"/>
              <a:gd name="T71" fmla="*/ 3929 h 4654"/>
              <a:gd name="T72" fmla="*/ 4216 w 16792"/>
              <a:gd name="T73" fmla="*/ 2757 h 4654"/>
              <a:gd name="T74" fmla="*/ 4058 w 16792"/>
              <a:gd name="T75" fmla="*/ 2528 h 4654"/>
              <a:gd name="T76" fmla="*/ 3819 w 16792"/>
              <a:gd name="T77" fmla="*/ 2459 h 4654"/>
              <a:gd name="T78" fmla="*/ 2981 w 16792"/>
              <a:gd name="T79" fmla="*/ 3525 h 4654"/>
              <a:gd name="T80" fmla="*/ 1549 w 16792"/>
              <a:gd name="T81" fmla="*/ 3752 h 4654"/>
              <a:gd name="T82" fmla="*/ 1185 w 16792"/>
              <a:gd name="T83" fmla="*/ 3123 h 4654"/>
              <a:gd name="T84" fmla="*/ 1025 w 16792"/>
              <a:gd name="T85" fmla="*/ 1285 h 4654"/>
              <a:gd name="T86" fmla="*/ 1032 w 16792"/>
              <a:gd name="T87" fmla="*/ 945 h 4654"/>
              <a:gd name="T88" fmla="*/ 999 w 16792"/>
              <a:gd name="T89" fmla="*/ 428 h 4654"/>
              <a:gd name="T90" fmla="*/ 937 w 16792"/>
              <a:gd name="T91" fmla="*/ 426 h 4654"/>
              <a:gd name="T92" fmla="*/ 911 w 16792"/>
              <a:gd name="T93" fmla="*/ 933 h 4654"/>
              <a:gd name="T94" fmla="*/ 916 w 16792"/>
              <a:gd name="T95" fmla="*/ 1288 h 4654"/>
              <a:gd name="T96" fmla="*/ 708 w 16792"/>
              <a:gd name="T97" fmla="*/ 3251 h 4654"/>
              <a:gd name="T98" fmla="*/ 666 w 16792"/>
              <a:gd name="T99" fmla="*/ 3889 h 4654"/>
              <a:gd name="T100" fmla="*/ 621 w 16792"/>
              <a:gd name="T101" fmla="*/ 3943 h 4654"/>
              <a:gd name="T102" fmla="*/ 19 w 16792"/>
              <a:gd name="T103" fmla="*/ 3952 h 4654"/>
              <a:gd name="T104" fmla="*/ 11078 w 16792"/>
              <a:gd name="T105" fmla="*/ 437 h 4654"/>
              <a:gd name="T106" fmla="*/ 6694 w 16792"/>
              <a:gd name="T107" fmla="*/ 2658 h 4654"/>
              <a:gd name="T108" fmla="*/ 6675 w 16792"/>
              <a:gd name="T109" fmla="*/ 2500 h 4654"/>
              <a:gd name="T110" fmla="*/ 956 w 16792"/>
              <a:gd name="T111" fmla="*/ 1937 h 4654"/>
              <a:gd name="T112" fmla="*/ 959 w 16792"/>
              <a:gd name="T113" fmla="*/ 2048 h 4654"/>
              <a:gd name="T114" fmla="*/ 933 w 16792"/>
              <a:gd name="T115" fmla="*/ 2226 h 4654"/>
              <a:gd name="T116" fmla="*/ 911 w 16792"/>
              <a:gd name="T117" fmla="*/ 2405 h 4654"/>
              <a:gd name="T118" fmla="*/ 940 w 16792"/>
              <a:gd name="T119" fmla="*/ 2530 h 4654"/>
              <a:gd name="T120" fmla="*/ 961 w 16792"/>
              <a:gd name="T121" fmla="*/ 2639 h 4654"/>
              <a:gd name="T122" fmla="*/ 952 w 16792"/>
              <a:gd name="T123" fmla="*/ 2868 h 4654"/>
              <a:gd name="T124" fmla="*/ 1067 w 16792"/>
              <a:gd name="T125" fmla="*/ 3938 h 4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792" h="4654">
                <a:moveTo>
                  <a:pt x="16360" y="3823"/>
                </a:moveTo>
                <a:lnTo>
                  <a:pt x="16400" y="3823"/>
                </a:lnTo>
                <a:lnTo>
                  <a:pt x="16400" y="3466"/>
                </a:lnTo>
                <a:lnTo>
                  <a:pt x="16436" y="3454"/>
                </a:lnTo>
                <a:lnTo>
                  <a:pt x="16542" y="3409"/>
                </a:lnTo>
                <a:lnTo>
                  <a:pt x="16792" y="3279"/>
                </a:lnTo>
                <a:lnTo>
                  <a:pt x="16719" y="3279"/>
                </a:lnTo>
                <a:lnTo>
                  <a:pt x="16580" y="3334"/>
                </a:lnTo>
                <a:lnTo>
                  <a:pt x="16549" y="3343"/>
                </a:lnTo>
                <a:lnTo>
                  <a:pt x="16400" y="3343"/>
                </a:lnTo>
                <a:lnTo>
                  <a:pt x="16400" y="3322"/>
                </a:lnTo>
                <a:lnTo>
                  <a:pt x="16107" y="3324"/>
                </a:lnTo>
                <a:lnTo>
                  <a:pt x="16105" y="3331"/>
                </a:lnTo>
                <a:lnTo>
                  <a:pt x="16105" y="3334"/>
                </a:lnTo>
                <a:lnTo>
                  <a:pt x="15892" y="3334"/>
                </a:lnTo>
                <a:lnTo>
                  <a:pt x="15892" y="3343"/>
                </a:lnTo>
                <a:lnTo>
                  <a:pt x="15701" y="3343"/>
                </a:lnTo>
                <a:lnTo>
                  <a:pt x="15699" y="3334"/>
                </a:lnTo>
                <a:lnTo>
                  <a:pt x="15675" y="3334"/>
                </a:lnTo>
                <a:lnTo>
                  <a:pt x="15510" y="3334"/>
                </a:lnTo>
                <a:lnTo>
                  <a:pt x="15510" y="3334"/>
                </a:lnTo>
                <a:lnTo>
                  <a:pt x="15500" y="3324"/>
                </a:lnTo>
                <a:lnTo>
                  <a:pt x="15210" y="3324"/>
                </a:lnTo>
                <a:lnTo>
                  <a:pt x="15210" y="3345"/>
                </a:lnTo>
                <a:lnTo>
                  <a:pt x="15049" y="3345"/>
                </a:lnTo>
                <a:lnTo>
                  <a:pt x="15018" y="3336"/>
                </a:lnTo>
                <a:lnTo>
                  <a:pt x="14881" y="3284"/>
                </a:lnTo>
                <a:lnTo>
                  <a:pt x="14792" y="3284"/>
                </a:lnTo>
                <a:lnTo>
                  <a:pt x="15092" y="3411"/>
                </a:lnTo>
                <a:lnTo>
                  <a:pt x="15198" y="3456"/>
                </a:lnTo>
                <a:lnTo>
                  <a:pt x="15210" y="3459"/>
                </a:lnTo>
                <a:lnTo>
                  <a:pt x="15210" y="3823"/>
                </a:lnTo>
                <a:lnTo>
                  <a:pt x="15238" y="3823"/>
                </a:lnTo>
                <a:lnTo>
                  <a:pt x="15070" y="3912"/>
                </a:lnTo>
                <a:lnTo>
                  <a:pt x="15070" y="3728"/>
                </a:lnTo>
                <a:lnTo>
                  <a:pt x="14610" y="3728"/>
                </a:lnTo>
                <a:lnTo>
                  <a:pt x="14610" y="3685"/>
                </a:lnTo>
                <a:lnTo>
                  <a:pt x="14614" y="3685"/>
                </a:lnTo>
                <a:lnTo>
                  <a:pt x="14614" y="3685"/>
                </a:lnTo>
                <a:lnTo>
                  <a:pt x="14614" y="3683"/>
                </a:lnTo>
                <a:lnTo>
                  <a:pt x="14617" y="3678"/>
                </a:lnTo>
                <a:lnTo>
                  <a:pt x="14617" y="3678"/>
                </a:lnTo>
                <a:lnTo>
                  <a:pt x="14617" y="3678"/>
                </a:lnTo>
                <a:lnTo>
                  <a:pt x="14617" y="3660"/>
                </a:lnTo>
                <a:lnTo>
                  <a:pt x="14610" y="3660"/>
                </a:lnTo>
                <a:lnTo>
                  <a:pt x="14612" y="3608"/>
                </a:lnTo>
                <a:lnTo>
                  <a:pt x="14614" y="3608"/>
                </a:lnTo>
                <a:lnTo>
                  <a:pt x="14614" y="3603"/>
                </a:lnTo>
                <a:lnTo>
                  <a:pt x="14614" y="3598"/>
                </a:lnTo>
                <a:lnTo>
                  <a:pt x="14614" y="3598"/>
                </a:lnTo>
                <a:lnTo>
                  <a:pt x="14614" y="3596"/>
                </a:lnTo>
                <a:lnTo>
                  <a:pt x="14614" y="3586"/>
                </a:lnTo>
                <a:lnTo>
                  <a:pt x="14612" y="3586"/>
                </a:lnTo>
                <a:lnTo>
                  <a:pt x="14612" y="3560"/>
                </a:lnTo>
                <a:lnTo>
                  <a:pt x="14589" y="3560"/>
                </a:lnTo>
                <a:lnTo>
                  <a:pt x="14567" y="3558"/>
                </a:lnTo>
                <a:lnTo>
                  <a:pt x="14567" y="3525"/>
                </a:lnTo>
                <a:lnTo>
                  <a:pt x="14560" y="3525"/>
                </a:lnTo>
                <a:lnTo>
                  <a:pt x="14560" y="3508"/>
                </a:lnTo>
                <a:lnTo>
                  <a:pt x="14558" y="3508"/>
                </a:lnTo>
                <a:lnTo>
                  <a:pt x="14555" y="3504"/>
                </a:lnTo>
                <a:lnTo>
                  <a:pt x="14546" y="3478"/>
                </a:lnTo>
                <a:lnTo>
                  <a:pt x="14529" y="3456"/>
                </a:lnTo>
                <a:lnTo>
                  <a:pt x="14527" y="3454"/>
                </a:lnTo>
                <a:lnTo>
                  <a:pt x="14506" y="3437"/>
                </a:lnTo>
                <a:lnTo>
                  <a:pt x="14480" y="3428"/>
                </a:lnTo>
                <a:lnTo>
                  <a:pt x="14477" y="3428"/>
                </a:lnTo>
                <a:lnTo>
                  <a:pt x="14473" y="3426"/>
                </a:lnTo>
                <a:lnTo>
                  <a:pt x="14473" y="3419"/>
                </a:lnTo>
                <a:lnTo>
                  <a:pt x="14475" y="3419"/>
                </a:lnTo>
                <a:lnTo>
                  <a:pt x="14477" y="3416"/>
                </a:lnTo>
                <a:lnTo>
                  <a:pt x="14477" y="3416"/>
                </a:lnTo>
                <a:lnTo>
                  <a:pt x="14475" y="3414"/>
                </a:lnTo>
                <a:lnTo>
                  <a:pt x="14473" y="3414"/>
                </a:lnTo>
                <a:lnTo>
                  <a:pt x="14468" y="3411"/>
                </a:lnTo>
                <a:lnTo>
                  <a:pt x="14466" y="3411"/>
                </a:lnTo>
                <a:lnTo>
                  <a:pt x="14463" y="3409"/>
                </a:lnTo>
                <a:lnTo>
                  <a:pt x="14461" y="3409"/>
                </a:lnTo>
                <a:lnTo>
                  <a:pt x="14461" y="3409"/>
                </a:lnTo>
                <a:lnTo>
                  <a:pt x="14461" y="3385"/>
                </a:lnTo>
                <a:lnTo>
                  <a:pt x="14461" y="3385"/>
                </a:lnTo>
                <a:lnTo>
                  <a:pt x="14459" y="3385"/>
                </a:lnTo>
                <a:lnTo>
                  <a:pt x="14459" y="3385"/>
                </a:lnTo>
                <a:lnTo>
                  <a:pt x="14456" y="3385"/>
                </a:lnTo>
                <a:lnTo>
                  <a:pt x="14456" y="3385"/>
                </a:lnTo>
                <a:lnTo>
                  <a:pt x="14456" y="3336"/>
                </a:lnTo>
                <a:lnTo>
                  <a:pt x="14456" y="3336"/>
                </a:lnTo>
                <a:lnTo>
                  <a:pt x="14456" y="3336"/>
                </a:lnTo>
                <a:lnTo>
                  <a:pt x="14454" y="3336"/>
                </a:lnTo>
                <a:lnTo>
                  <a:pt x="14454" y="3336"/>
                </a:lnTo>
                <a:lnTo>
                  <a:pt x="14454" y="3336"/>
                </a:lnTo>
                <a:lnTo>
                  <a:pt x="14454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85"/>
                </a:lnTo>
                <a:lnTo>
                  <a:pt x="14449" y="3385"/>
                </a:lnTo>
                <a:lnTo>
                  <a:pt x="14447" y="3385"/>
                </a:lnTo>
                <a:lnTo>
                  <a:pt x="14447" y="3385"/>
                </a:lnTo>
                <a:lnTo>
                  <a:pt x="14447" y="3385"/>
                </a:lnTo>
                <a:lnTo>
                  <a:pt x="14444" y="3385"/>
                </a:lnTo>
                <a:lnTo>
                  <a:pt x="14447" y="3409"/>
                </a:lnTo>
                <a:lnTo>
                  <a:pt x="14444" y="3409"/>
                </a:lnTo>
                <a:lnTo>
                  <a:pt x="14442" y="3409"/>
                </a:lnTo>
                <a:lnTo>
                  <a:pt x="14440" y="3409"/>
                </a:lnTo>
                <a:lnTo>
                  <a:pt x="14437" y="3411"/>
                </a:lnTo>
                <a:lnTo>
                  <a:pt x="14433" y="3411"/>
                </a:lnTo>
                <a:lnTo>
                  <a:pt x="14430" y="3414"/>
                </a:lnTo>
                <a:lnTo>
                  <a:pt x="14428" y="3414"/>
                </a:lnTo>
                <a:lnTo>
                  <a:pt x="14426" y="3416"/>
                </a:lnTo>
                <a:lnTo>
                  <a:pt x="14428" y="3416"/>
                </a:lnTo>
                <a:lnTo>
                  <a:pt x="14430" y="3419"/>
                </a:lnTo>
                <a:lnTo>
                  <a:pt x="14433" y="3419"/>
                </a:lnTo>
                <a:lnTo>
                  <a:pt x="14433" y="3426"/>
                </a:lnTo>
                <a:lnTo>
                  <a:pt x="14430" y="3428"/>
                </a:lnTo>
                <a:lnTo>
                  <a:pt x="14407" y="3435"/>
                </a:lnTo>
                <a:lnTo>
                  <a:pt x="14402" y="3437"/>
                </a:lnTo>
                <a:lnTo>
                  <a:pt x="14381" y="3454"/>
                </a:lnTo>
                <a:lnTo>
                  <a:pt x="14364" y="3475"/>
                </a:lnTo>
                <a:lnTo>
                  <a:pt x="14352" y="3501"/>
                </a:lnTo>
                <a:lnTo>
                  <a:pt x="14352" y="3504"/>
                </a:lnTo>
                <a:lnTo>
                  <a:pt x="14352" y="3508"/>
                </a:lnTo>
                <a:lnTo>
                  <a:pt x="14345" y="3508"/>
                </a:lnTo>
                <a:lnTo>
                  <a:pt x="14345" y="3556"/>
                </a:lnTo>
                <a:lnTo>
                  <a:pt x="14314" y="3560"/>
                </a:lnTo>
                <a:lnTo>
                  <a:pt x="14312" y="3558"/>
                </a:lnTo>
                <a:lnTo>
                  <a:pt x="14289" y="3558"/>
                </a:lnTo>
                <a:lnTo>
                  <a:pt x="14289" y="3584"/>
                </a:lnTo>
                <a:lnTo>
                  <a:pt x="14286" y="3584"/>
                </a:lnTo>
                <a:lnTo>
                  <a:pt x="14284" y="3593"/>
                </a:lnTo>
                <a:lnTo>
                  <a:pt x="14289" y="3596"/>
                </a:lnTo>
                <a:lnTo>
                  <a:pt x="14289" y="3662"/>
                </a:lnTo>
                <a:lnTo>
                  <a:pt x="14281" y="3674"/>
                </a:lnTo>
                <a:lnTo>
                  <a:pt x="14281" y="3676"/>
                </a:lnTo>
                <a:lnTo>
                  <a:pt x="14286" y="3676"/>
                </a:lnTo>
                <a:lnTo>
                  <a:pt x="14289" y="3678"/>
                </a:lnTo>
                <a:lnTo>
                  <a:pt x="14289" y="3728"/>
                </a:lnTo>
                <a:lnTo>
                  <a:pt x="14076" y="3728"/>
                </a:lnTo>
                <a:lnTo>
                  <a:pt x="14090" y="3348"/>
                </a:lnTo>
                <a:lnTo>
                  <a:pt x="14092" y="2868"/>
                </a:lnTo>
                <a:lnTo>
                  <a:pt x="14095" y="2202"/>
                </a:lnTo>
                <a:lnTo>
                  <a:pt x="14052" y="1623"/>
                </a:lnTo>
                <a:lnTo>
                  <a:pt x="14043" y="1491"/>
                </a:lnTo>
                <a:lnTo>
                  <a:pt x="14019" y="1458"/>
                </a:lnTo>
                <a:lnTo>
                  <a:pt x="13759" y="1522"/>
                </a:lnTo>
                <a:lnTo>
                  <a:pt x="13759" y="1557"/>
                </a:lnTo>
                <a:lnTo>
                  <a:pt x="13722" y="1559"/>
                </a:lnTo>
                <a:lnTo>
                  <a:pt x="13722" y="1522"/>
                </a:lnTo>
                <a:lnTo>
                  <a:pt x="13577" y="1481"/>
                </a:lnTo>
                <a:lnTo>
                  <a:pt x="13570" y="1623"/>
                </a:lnTo>
                <a:lnTo>
                  <a:pt x="13542" y="2209"/>
                </a:lnTo>
                <a:lnTo>
                  <a:pt x="13549" y="2854"/>
                </a:lnTo>
                <a:lnTo>
                  <a:pt x="13552" y="3319"/>
                </a:lnTo>
                <a:lnTo>
                  <a:pt x="13552" y="3322"/>
                </a:lnTo>
                <a:lnTo>
                  <a:pt x="13533" y="3322"/>
                </a:lnTo>
                <a:lnTo>
                  <a:pt x="13533" y="3161"/>
                </a:lnTo>
                <a:lnTo>
                  <a:pt x="13495" y="3159"/>
                </a:lnTo>
                <a:lnTo>
                  <a:pt x="13495" y="3097"/>
                </a:lnTo>
                <a:lnTo>
                  <a:pt x="13457" y="3093"/>
                </a:lnTo>
                <a:lnTo>
                  <a:pt x="13457" y="3093"/>
                </a:lnTo>
                <a:lnTo>
                  <a:pt x="13457" y="2948"/>
                </a:lnTo>
                <a:lnTo>
                  <a:pt x="13455" y="2946"/>
                </a:lnTo>
                <a:lnTo>
                  <a:pt x="13452" y="2946"/>
                </a:lnTo>
                <a:lnTo>
                  <a:pt x="13445" y="2944"/>
                </a:lnTo>
                <a:lnTo>
                  <a:pt x="13436" y="2944"/>
                </a:lnTo>
                <a:lnTo>
                  <a:pt x="13426" y="2941"/>
                </a:lnTo>
                <a:lnTo>
                  <a:pt x="13417" y="2941"/>
                </a:lnTo>
                <a:lnTo>
                  <a:pt x="13405" y="2941"/>
                </a:lnTo>
                <a:lnTo>
                  <a:pt x="13396" y="2944"/>
                </a:lnTo>
                <a:lnTo>
                  <a:pt x="13386" y="2944"/>
                </a:lnTo>
                <a:lnTo>
                  <a:pt x="13381" y="2946"/>
                </a:lnTo>
                <a:lnTo>
                  <a:pt x="13377" y="2946"/>
                </a:lnTo>
                <a:lnTo>
                  <a:pt x="13374" y="2948"/>
                </a:lnTo>
                <a:lnTo>
                  <a:pt x="13374" y="2972"/>
                </a:lnTo>
                <a:lnTo>
                  <a:pt x="13261" y="2970"/>
                </a:lnTo>
                <a:lnTo>
                  <a:pt x="13259" y="2958"/>
                </a:lnTo>
                <a:lnTo>
                  <a:pt x="13138" y="2958"/>
                </a:lnTo>
                <a:lnTo>
                  <a:pt x="13138" y="2861"/>
                </a:lnTo>
                <a:lnTo>
                  <a:pt x="13126" y="2821"/>
                </a:lnTo>
                <a:lnTo>
                  <a:pt x="13119" y="2823"/>
                </a:lnTo>
                <a:lnTo>
                  <a:pt x="12900" y="2823"/>
                </a:lnTo>
                <a:lnTo>
                  <a:pt x="12890" y="2821"/>
                </a:lnTo>
                <a:lnTo>
                  <a:pt x="12890" y="2887"/>
                </a:lnTo>
                <a:lnTo>
                  <a:pt x="12890" y="2958"/>
                </a:lnTo>
                <a:lnTo>
                  <a:pt x="12758" y="2956"/>
                </a:lnTo>
                <a:lnTo>
                  <a:pt x="12758" y="2970"/>
                </a:lnTo>
                <a:lnTo>
                  <a:pt x="12659" y="2967"/>
                </a:lnTo>
                <a:lnTo>
                  <a:pt x="12659" y="2946"/>
                </a:lnTo>
                <a:lnTo>
                  <a:pt x="12659" y="2944"/>
                </a:lnTo>
                <a:lnTo>
                  <a:pt x="12656" y="2944"/>
                </a:lnTo>
                <a:lnTo>
                  <a:pt x="12649" y="2941"/>
                </a:lnTo>
                <a:lnTo>
                  <a:pt x="12642" y="2941"/>
                </a:lnTo>
                <a:lnTo>
                  <a:pt x="12633" y="2939"/>
                </a:lnTo>
                <a:lnTo>
                  <a:pt x="12621" y="2939"/>
                </a:lnTo>
                <a:lnTo>
                  <a:pt x="12611" y="2939"/>
                </a:lnTo>
                <a:lnTo>
                  <a:pt x="12600" y="2939"/>
                </a:lnTo>
                <a:lnTo>
                  <a:pt x="12590" y="2939"/>
                </a:lnTo>
                <a:lnTo>
                  <a:pt x="12583" y="2941"/>
                </a:lnTo>
                <a:lnTo>
                  <a:pt x="12578" y="2941"/>
                </a:lnTo>
                <a:lnTo>
                  <a:pt x="12576" y="2944"/>
                </a:lnTo>
                <a:lnTo>
                  <a:pt x="12576" y="3093"/>
                </a:lnTo>
                <a:lnTo>
                  <a:pt x="12552" y="3090"/>
                </a:lnTo>
                <a:lnTo>
                  <a:pt x="12522" y="3093"/>
                </a:lnTo>
                <a:lnTo>
                  <a:pt x="12522" y="3154"/>
                </a:lnTo>
                <a:lnTo>
                  <a:pt x="12489" y="3159"/>
                </a:lnTo>
                <a:lnTo>
                  <a:pt x="12489" y="3319"/>
                </a:lnTo>
                <a:lnTo>
                  <a:pt x="12479" y="3319"/>
                </a:lnTo>
                <a:lnTo>
                  <a:pt x="12451" y="3322"/>
                </a:lnTo>
                <a:lnTo>
                  <a:pt x="12451" y="3286"/>
                </a:lnTo>
                <a:lnTo>
                  <a:pt x="12451" y="1562"/>
                </a:lnTo>
                <a:lnTo>
                  <a:pt x="12418" y="1550"/>
                </a:lnTo>
                <a:lnTo>
                  <a:pt x="12411" y="1219"/>
                </a:lnTo>
                <a:lnTo>
                  <a:pt x="12231" y="1151"/>
                </a:lnTo>
                <a:lnTo>
                  <a:pt x="12118" y="1146"/>
                </a:lnTo>
                <a:lnTo>
                  <a:pt x="11907" y="1203"/>
                </a:lnTo>
                <a:lnTo>
                  <a:pt x="11900" y="1533"/>
                </a:lnTo>
                <a:lnTo>
                  <a:pt x="11834" y="1548"/>
                </a:lnTo>
                <a:lnTo>
                  <a:pt x="11832" y="2183"/>
                </a:lnTo>
                <a:lnTo>
                  <a:pt x="11553" y="2183"/>
                </a:lnTo>
                <a:lnTo>
                  <a:pt x="11548" y="92"/>
                </a:lnTo>
                <a:lnTo>
                  <a:pt x="10946" y="88"/>
                </a:lnTo>
                <a:lnTo>
                  <a:pt x="10929" y="2183"/>
                </a:lnTo>
                <a:lnTo>
                  <a:pt x="10672" y="2181"/>
                </a:lnTo>
                <a:lnTo>
                  <a:pt x="10672" y="2169"/>
                </a:lnTo>
                <a:lnTo>
                  <a:pt x="10681" y="2103"/>
                </a:lnTo>
                <a:lnTo>
                  <a:pt x="10665" y="2100"/>
                </a:lnTo>
                <a:lnTo>
                  <a:pt x="10663" y="1874"/>
                </a:lnTo>
                <a:lnTo>
                  <a:pt x="10672" y="1807"/>
                </a:lnTo>
                <a:lnTo>
                  <a:pt x="10655" y="1805"/>
                </a:lnTo>
                <a:lnTo>
                  <a:pt x="10653" y="1675"/>
                </a:lnTo>
                <a:lnTo>
                  <a:pt x="10663" y="1614"/>
                </a:lnTo>
                <a:lnTo>
                  <a:pt x="10646" y="1609"/>
                </a:lnTo>
                <a:lnTo>
                  <a:pt x="10644" y="1510"/>
                </a:lnTo>
                <a:lnTo>
                  <a:pt x="10653" y="1446"/>
                </a:lnTo>
                <a:lnTo>
                  <a:pt x="10637" y="1444"/>
                </a:lnTo>
                <a:lnTo>
                  <a:pt x="10637" y="1361"/>
                </a:lnTo>
                <a:lnTo>
                  <a:pt x="10646" y="1300"/>
                </a:lnTo>
                <a:lnTo>
                  <a:pt x="10627" y="1295"/>
                </a:lnTo>
                <a:lnTo>
                  <a:pt x="10627" y="1257"/>
                </a:lnTo>
                <a:lnTo>
                  <a:pt x="10637" y="1196"/>
                </a:lnTo>
                <a:lnTo>
                  <a:pt x="10622" y="1193"/>
                </a:lnTo>
                <a:lnTo>
                  <a:pt x="10627" y="1160"/>
                </a:lnTo>
                <a:lnTo>
                  <a:pt x="10622" y="1158"/>
                </a:lnTo>
                <a:lnTo>
                  <a:pt x="10629" y="1118"/>
                </a:lnTo>
                <a:lnTo>
                  <a:pt x="10625" y="1118"/>
                </a:lnTo>
                <a:lnTo>
                  <a:pt x="10627" y="1101"/>
                </a:lnTo>
                <a:lnTo>
                  <a:pt x="10618" y="1099"/>
                </a:lnTo>
                <a:lnTo>
                  <a:pt x="10627" y="1042"/>
                </a:lnTo>
                <a:lnTo>
                  <a:pt x="10618" y="1040"/>
                </a:lnTo>
                <a:lnTo>
                  <a:pt x="10627" y="983"/>
                </a:lnTo>
                <a:lnTo>
                  <a:pt x="10592" y="974"/>
                </a:lnTo>
                <a:lnTo>
                  <a:pt x="10596" y="938"/>
                </a:lnTo>
                <a:lnTo>
                  <a:pt x="10585" y="915"/>
                </a:lnTo>
                <a:lnTo>
                  <a:pt x="10580" y="912"/>
                </a:lnTo>
                <a:lnTo>
                  <a:pt x="10582" y="898"/>
                </a:lnTo>
                <a:lnTo>
                  <a:pt x="10573" y="896"/>
                </a:lnTo>
                <a:lnTo>
                  <a:pt x="10575" y="874"/>
                </a:lnTo>
                <a:lnTo>
                  <a:pt x="10559" y="846"/>
                </a:lnTo>
                <a:lnTo>
                  <a:pt x="10552" y="844"/>
                </a:lnTo>
                <a:lnTo>
                  <a:pt x="10554" y="834"/>
                </a:lnTo>
                <a:lnTo>
                  <a:pt x="10549" y="834"/>
                </a:lnTo>
                <a:lnTo>
                  <a:pt x="10552" y="829"/>
                </a:lnTo>
                <a:lnTo>
                  <a:pt x="10547" y="829"/>
                </a:lnTo>
                <a:lnTo>
                  <a:pt x="10549" y="825"/>
                </a:lnTo>
                <a:lnTo>
                  <a:pt x="10544" y="825"/>
                </a:lnTo>
                <a:lnTo>
                  <a:pt x="10547" y="820"/>
                </a:lnTo>
                <a:lnTo>
                  <a:pt x="10544" y="820"/>
                </a:lnTo>
                <a:lnTo>
                  <a:pt x="10544" y="811"/>
                </a:lnTo>
                <a:lnTo>
                  <a:pt x="10530" y="780"/>
                </a:lnTo>
                <a:lnTo>
                  <a:pt x="10526" y="780"/>
                </a:lnTo>
                <a:lnTo>
                  <a:pt x="10523" y="778"/>
                </a:lnTo>
                <a:lnTo>
                  <a:pt x="10526" y="770"/>
                </a:lnTo>
                <a:lnTo>
                  <a:pt x="10521" y="770"/>
                </a:lnTo>
                <a:lnTo>
                  <a:pt x="10521" y="766"/>
                </a:lnTo>
                <a:lnTo>
                  <a:pt x="10516" y="763"/>
                </a:lnTo>
                <a:lnTo>
                  <a:pt x="10516" y="754"/>
                </a:lnTo>
                <a:lnTo>
                  <a:pt x="10500" y="723"/>
                </a:lnTo>
                <a:lnTo>
                  <a:pt x="10495" y="726"/>
                </a:lnTo>
                <a:lnTo>
                  <a:pt x="10488" y="711"/>
                </a:lnTo>
                <a:lnTo>
                  <a:pt x="10488" y="711"/>
                </a:lnTo>
                <a:lnTo>
                  <a:pt x="10488" y="711"/>
                </a:lnTo>
                <a:lnTo>
                  <a:pt x="10471" y="681"/>
                </a:lnTo>
                <a:lnTo>
                  <a:pt x="10455" y="681"/>
                </a:lnTo>
                <a:lnTo>
                  <a:pt x="10452" y="671"/>
                </a:lnTo>
                <a:lnTo>
                  <a:pt x="10443" y="626"/>
                </a:lnTo>
                <a:lnTo>
                  <a:pt x="10443" y="626"/>
                </a:lnTo>
                <a:lnTo>
                  <a:pt x="10443" y="598"/>
                </a:lnTo>
                <a:lnTo>
                  <a:pt x="10438" y="598"/>
                </a:lnTo>
                <a:lnTo>
                  <a:pt x="10450" y="534"/>
                </a:lnTo>
                <a:lnTo>
                  <a:pt x="10443" y="534"/>
                </a:lnTo>
                <a:lnTo>
                  <a:pt x="10452" y="468"/>
                </a:lnTo>
                <a:lnTo>
                  <a:pt x="10415" y="480"/>
                </a:lnTo>
                <a:lnTo>
                  <a:pt x="10403" y="310"/>
                </a:lnTo>
                <a:lnTo>
                  <a:pt x="10393" y="452"/>
                </a:lnTo>
                <a:lnTo>
                  <a:pt x="10393" y="452"/>
                </a:lnTo>
                <a:lnTo>
                  <a:pt x="10386" y="470"/>
                </a:lnTo>
                <a:lnTo>
                  <a:pt x="10386" y="482"/>
                </a:lnTo>
                <a:lnTo>
                  <a:pt x="10353" y="475"/>
                </a:lnTo>
                <a:lnTo>
                  <a:pt x="10358" y="513"/>
                </a:lnTo>
                <a:lnTo>
                  <a:pt x="10355" y="511"/>
                </a:lnTo>
                <a:lnTo>
                  <a:pt x="10370" y="593"/>
                </a:lnTo>
                <a:lnTo>
                  <a:pt x="10370" y="600"/>
                </a:lnTo>
                <a:lnTo>
                  <a:pt x="10363" y="605"/>
                </a:lnTo>
                <a:lnTo>
                  <a:pt x="10363" y="607"/>
                </a:lnTo>
                <a:lnTo>
                  <a:pt x="10363" y="607"/>
                </a:lnTo>
                <a:lnTo>
                  <a:pt x="10344" y="690"/>
                </a:lnTo>
                <a:lnTo>
                  <a:pt x="10299" y="692"/>
                </a:lnTo>
                <a:lnTo>
                  <a:pt x="10306" y="740"/>
                </a:lnTo>
                <a:lnTo>
                  <a:pt x="10259" y="742"/>
                </a:lnTo>
                <a:lnTo>
                  <a:pt x="10266" y="792"/>
                </a:lnTo>
                <a:lnTo>
                  <a:pt x="10228" y="794"/>
                </a:lnTo>
                <a:lnTo>
                  <a:pt x="10235" y="846"/>
                </a:lnTo>
                <a:lnTo>
                  <a:pt x="10202" y="848"/>
                </a:lnTo>
                <a:lnTo>
                  <a:pt x="10211" y="907"/>
                </a:lnTo>
                <a:lnTo>
                  <a:pt x="10204" y="910"/>
                </a:lnTo>
                <a:lnTo>
                  <a:pt x="10176" y="926"/>
                </a:lnTo>
                <a:lnTo>
                  <a:pt x="10185" y="981"/>
                </a:lnTo>
                <a:lnTo>
                  <a:pt x="10176" y="985"/>
                </a:lnTo>
                <a:lnTo>
                  <a:pt x="10183" y="1042"/>
                </a:lnTo>
                <a:lnTo>
                  <a:pt x="10176" y="1047"/>
                </a:lnTo>
                <a:lnTo>
                  <a:pt x="10183" y="1101"/>
                </a:lnTo>
                <a:lnTo>
                  <a:pt x="10176" y="1106"/>
                </a:lnTo>
                <a:lnTo>
                  <a:pt x="10181" y="1148"/>
                </a:lnTo>
                <a:lnTo>
                  <a:pt x="10181" y="1148"/>
                </a:lnTo>
                <a:lnTo>
                  <a:pt x="10185" y="1177"/>
                </a:lnTo>
                <a:lnTo>
                  <a:pt x="10185" y="1179"/>
                </a:lnTo>
                <a:lnTo>
                  <a:pt x="10174" y="1184"/>
                </a:lnTo>
                <a:lnTo>
                  <a:pt x="10181" y="1222"/>
                </a:lnTo>
                <a:lnTo>
                  <a:pt x="10171" y="1226"/>
                </a:lnTo>
                <a:lnTo>
                  <a:pt x="10181" y="1285"/>
                </a:lnTo>
                <a:lnTo>
                  <a:pt x="10181" y="1285"/>
                </a:lnTo>
                <a:lnTo>
                  <a:pt x="10174" y="1290"/>
                </a:lnTo>
                <a:lnTo>
                  <a:pt x="10178" y="1314"/>
                </a:lnTo>
                <a:lnTo>
                  <a:pt x="10176" y="1316"/>
                </a:lnTo>
                <a:lnTo>
                  <a:pt x="10176" y="1323"/>
                </a:lnTo>
                <a:lnTo>
                  <a:pt x="10164" y="1328"/>
                </a:lnTo>
                <a:lnTo>
                  <a:pt x="10174" y="1389"/>
                </a:lnTo>
                <a:lnTo>
                  <a:pt x="10174" y="1460"/>
                </a:lnTo>
                <a:lnTo>
                  <a:pt x="10169" y="1463"/>
                </a:lnTo>
                <a:lnTo>
                  <a:pt x="10169" y="1470"/>
                </a:lnTo>
                <a:lnTo>
                  <a:pt x="10157" y="1477"/>
                </a:lnTo>
                <a:lnTo>
                  <a:pt x="10166" y="1536"/>
                </a:lnTo>
                <a:lnTo>
                  <a:pt x="10166" y="1626"/>
                </a:lnTo>
                <a:lnTo>
                  <a:pt x="10162" y="1628"/>
                </a:lnTo>
                <a:lnTo>
                  <a:pt x="10164" y="1635"/>
                </a:lnTo>
                <a:lnTo>
                  <a:pt x="10148" y="1640"/>
                </a:lnTo>
                <a:lnTo>
                  <a:pt x="10157" y="1701"/>
                </a:lnTo>
                <a:lnTo>
                  <a:pt x="10157" y="1822"/>
                </a:lnTo>
                <a:lnTo>
                  <a:pt x="10155" y="1822"/>
                </a:lnTo>
                <a:lnTo>
                  <a:pt x="10157" y="1826"/>
                </a:lnTo>
                <a:lnTo>
                  <a:pt x="10141" y="1833"/>
                </a:lnTo>
                <a:lnTo>
                  <a:pt x="10150" y="1900"/>
                </a:lnTo>
                <a:lnTo>
                  <a:pt x="10148" y="2119"/>
                </a:lnTo>
                <a:lnTo>
                  <a:pt x="10131" y="2124"/>
                </a:lnTo>
                <a:lnTo>
                  <a:pt x="10141" y="2193"/>
                </a:lnTo>
                <a:lnTo>
                  <a:pt x="10141" y="2469"/>
                </a:lnTo>
                <a:lnTo>
                  <a:pt x="10122" y="2474"/>
                </a:lnTo>
                <a:lnTo>
                  <a:pt x="10131" y="2547"/>
                </a:lnTo>
                <a:lnTo>
                  <a:pt x="10131" y="2908"/>
                </a:lnTo>
                <a:lnTo>
                  <a:pt x="10112" y="2911"/>
                </a:lnTo>
                <a:lnTo>
                  <a:pt x="10122" y="3000"/>
                </a:lnTo>
                <a:lnTo>
                  <a:pt x="10119" y="3411"/>
                </a:lnTo>
                <a:lnTo>
                  <a:pt x="10103" y="3411"/>
                </a:lnTo>
                <a:lnTo>
                  <a:pt x="10112" y="3511"/>
                </a:lnTo>
                <a:lnTo>
                  <a:pt x="10110" y="3834"/>
                </a:lnTo>
                <a:lnTo>
                  <a:pt x="10084" y="3832"/>
                </a:lnTo>
                <a:lnTo>
                  <a:pt x="10084" y="3778"/>
                </a:lnTo>
                <a:lnTo>
                  <a:pt x="10081" y="2100"/>
                </a:lnTo>
                <a:lnTo>
                  <a:pt x="10051" y="2093"/>
                </a:lnTo>
                <a:lnTo>
                  <a:pt x="10011" y="2086"/>
                </a:lnTo>
                <a:lnTo>
                  <a:pt x="9968" y="2079"/>
                </a:lnTo>
                <a:lnTo>
                  <a:pt x="9921" y="2074"/>
                </a:lnTo>
                <a:lnTo>
                  <a:pt x="9871" y="2072"/>
                </a:lnTo>
                <a:lnTo>
                  <a:pt x="9819" y="2070"/>
                </a:lnTo>
                <a:lnTo>
                  <a:pt x="9770" y="2070"/>
                </a:lnTo>
                <a:lnTo>
                  <a:pt x="9718" y="2072"/>
                </a:lnTo>
                <a:lnTo>
                  <a:pt x="9670" y="2077"/>
                </a:lnTo>
                <a:lnTo>
                  <a:pt x="9630" y="2079"/>
                </a:lnTo>
                <a:lnTo>
                  <a:pt x="9630" y="2037"/>
                </a:lnTo>
                <a:lnTo>
                  <a:pt x="9590" y="2030"/>
                </a:lnTo>
                <a:lnTo>
                  <a:pt x="9590" y="2086"/>
                </a:lnTo>
                <a:lnTo>
                  <a:pt x="9595" y="2086"/>
                </a:lnTo>
                <a:lnTo>
                  <a:pt x="9588" y="2086"/>
                </a:lnTo>
                <a:lnTo>
                  <a:pt x="9557" y="2093"/>
                </a:lnTo>
                <a:lnTo>
                  <a:pt x="9545" y="1999"/>
                </a:lnTo>
                <a:lnTo>
                  <a:pt x="9545" y="1999"/>
                </a:lnTo>
                <a:lnTo>
                  <a:pt x="9576" y="2006"/>
                </a:lnTo>
                <a:lnTo>
                  <a:pt x="9618" y="2013"/>
                </a:lnTo>
                <a:lnTo>
                  <a:pt x="9666" y="2020"/>
                </a:lnTo>
                <a:lnTo>
                  <a:pt x="9713" y="2025"/>
                </a:lnTo>
                <a:lnTo>
                  <a:pt x="9765" y="2030"/>
                </a:lnTo>
                <a:lnTo>
                  <a:pt x="9817" y="2032"/>
                </a:lnTo>
                <a:lnTo>
                  <a:pt x="9869" y="2030"/>
                </a:lnTo>
                <a:lnTo>
                  <a:pt x="9921" y="2030"/>
                </a:lnTo>
                <a:lnTo>
                  <a:pt x="9970" y="2025"/>
                </a:lnTo>
                <a:lnTo>
                  <a:pt x="10011" y="2020"/>
                </a:lnTo>
                <a:lnTo>
                  <a:pt x="10011" y="2067"/>
                </a:lnTo>
                <a:lnTo>
                  <a:pt x="10051" y="2074"/>
                </a:lnTo>
                <a:lnTo>
                  <a:pt x="10051" y="2018"/>
                </a:lnTo>
                <a:lnTo>
                  <a:pt x="10041" y="2015"/>
                </a:lnTo>
                <a:lnTo>
                  <a:pt x="10060" y="2013"/>
                </a:lnTo>
                <a:lnTo>
                  <a:pt x="10098" y="2004"/>
                </a:lnTo>
                <a:lnTo>
                  <a:pt x="10098" y="1992"/>
                </a:lnTo>
                <a:lnTo>
                  <a:pt x="10065" y="1982"/>
                </a:lnTo>
                <a:lnTo>
                  <a:pt x="10025" y="1973"/>
                </a:lnTo>
                <a:lnTo>
                  <a:pt x="9980" y="1966"/>
                </a:lnTo>
                <a:lnTo>
                  <a:pt x="9930" y="1959"/>
                </a:lnTo>
                <a:lnTo>
                  <a:pt x="9876" y="1956"/>
                </a:lnTo>
                <a:lnTo>
                  <a:pt x="9819" y="1954"/>
                </a:lnTo>
                <a:lnTo>
                  <a:pt x="9765" y="1954"/>
                </a:lnTo>
                <a:lnTo>
                  <a:pt x="9711" y="1956"/>
                </a:lnTo>
                <a:lnTo>
                  <a:pt x="9659" y="1961"/>
                </a:lnTo>
                <a:lnTo>
                  <a:pt x="9614" y="1968"/>
                </a:lnTo>
                <a:lnTo>
                  <a:pt x="9571" y="1975"/>
                </a:lnTo>
                <a:lnTo>
                  <a:pt x="9545" y="1982"/>
                </a:lnTo>
                <a:lnTo>
                  <a:pt x="9543" y="1982"/>
                </a:lnTo>
                <a:lnTo>
                  <a:pt x="9541" y="1968"/>
                </a:lnTo>
                <a:lnTo>
                  <a:pt x="9543" y="1732"/>
                </a:lnTo>
                <a:lnTo>
                  <a:pt x="9543" y="1732"/>
                </a:lnTo>
                <a:lnTo>
                  <a:pt x="9541" y="1732"/>
                </a:lnTo>
                <a:lnTo>
                  <a:pt x="9538" y="1732"/>
                </a:lnTo>
                <a:lnTo>
                  <a:pt x="9536" y="2155"/>
                </a:lnTo>
                <a:lnTo>
                  <a:pt x="9552" y="2178"/>
                </a:lnTo>
                <a:lnTo>
                  <a:pt x="9545" y="3782"/>
                </a:lnTo>
                <a:lnTo>
                  <a:pt x="9545" y="3782"/>
                </a:lnTo>
                <a:lnTo>
                  <a:pt x="9545" y="3834"/>
                </a:lnTo>
                <a:lnTo>
                  <a:pt x="9538" y="3837"/>
                </a:lnTo>
                <a:lnTo>
                  <a:pt x="9538" y="3780"/>
                </a:lnTo>
                <a:lnTo>
                  <a:pt x="9531" y="3778"/>
                </a:lnTo>
                <a:lnTo>
                  <a:pt x="9517" y="3773"/>
                </a:lnTo>
                <a:lnTo>
                  <a:pt x="9493" y="3771"/>
                </a:lnTo>
                <a:lnTo>
                  <a:pt x="9479" y="3771"/>
                </a:lnTo>
                <a:lnTo>
                  <a:pt x="9460" y="1968"/>
                </a:lnTo>
                <a:lnTo>
                  <a:pt x="9441" y="1963"/>
                </a:lnTo>
                <a:lnTo>
                  <a:pt x="9441" y="1876"/>
                </a:lnTo>
                <a:lnTo>
                  <a:pt x="9451" y="1871"/>
                </a:lnTo>
                <a:lnTo>
                  <a:pt x="9470" y="1857"/>
                </a:lnTo>
                <a:lnTo>
                  <a:pt x="9472" y="1850"/>
                </a:lnTo>
                <a:lnTo>
                  <a:pt x="9470" y="1824"/>
                </a:lnTo>
                <a:lnTo>
                  <a:pt x="9439" y="1815"/>
                </a:lnTo>
                <a:lnTo>
                  <a:pt x="9439" y="1616"/>
                </a:lnTo>
                <a:lnTo>
                  <a:pt x="9323" y="1576"/>
                </a:lnTo>
                <a:lnTo>
                  <a:pt x="9314" y="1578"/>
                </a:lnTo>
                <a:lnTo>
                  <a:pt x="9290" y="1583"/>
                </a:lnTo>
                <a:lnTo>
                  <a:pt x="9252" y="1590"/>
                </a:lnTo>
                <a:lnTo>
                  <a:pt x="9215" y="1600"/>
                </a:lnTo>
                <a:lnTo>
                  <a:pt x="9179" y="1609"/>
                </a:lnTo>
                <a:lnTo>
                  <a:pt x="9177" y="1609"/>
                </a:lnTo>
                <a:lnTo>
                  <a:pt x="9167" y="1640"/>
                </a:lnTo>
                <a:lnTo>
                  <a:pt x="9158" y="1673"/>
                </a:lnTo>
                <a:lnTo>
                  <a:pt x="9148" y="1704"/>
                </a:lnTo>
                <a:lnTo>
                  <a:pt x="9146" y="1718"/>
                </a:lnTo>
                <a:lnTo>
                  <a:pt x="9141" y="1734"/>
                </a:lnTo>
                <a:lnTo>
                  <a:pt x="9137" y="1765"/>
                </a:lnTo>
                <a:lnTo>
                  <a:pt x="9129" y="1796"/>
                </a:lnTo>
                <a:lnTo>
                  <a:pt x="9125" y="1829"/>
                </a:lnTo>
                <a:lnTo>
                  <a:pt x="9120" y="1855"/>
                </a:lnTo>
                <a:lnTo>
                  <a:pt x="9085" y="1845"/>
                </a:lnTo>
                <a:lnTo>
                  <a:pt x="9075" y="1850"/>
                </a:lnTo>
                <a:lnTo>
                  <a:pt x="9049" y="1862"/>
                </a:lnTo>
                <a:lnTo>
                  <a:pt x="9026" y="1871"/>
                </a:lnTo>
                <a:lnTo>
                  <a:pt x="9007" y="1883"/>
                </a:lnTo>
                <a:lnTo>
                  <a:pt x="8988" y="1895"/>
                </a:lnTo>
                <a:lnTo>
                  <a:pt x="8974" y="1907"/>
                </a:lnTo>
                <a:lnTo>
                  <a:pt x="8976" y="2996"/>
                </a:lnTo>
                <a:lnTo>
                  <a:pt x="8851" y="2913"/>
                </a:lnTo>
                <a:lnTo>
                  <a:pt x="8782" y="2906"/>
                </a:lnTo>
                <a:lnTo>
                  <a:pt x="8697" y="2908"/>
                </a:lnTo>
                <a:lnTo>
                  <a:pt x="8555" y="2989"/>
                </a:lnTo>
                <a:lnTo>
                  <a:pt x="8558" y="3038"/>
                </a:lnTo>
                <a:lnTo>
                  <a:pt x="8537" y="3038"/>
                </a:lnTo>
                <a:lnTo>
                  <a:pt x="8541" y="2337"/>
                </a:lnTo>
                <a:lnTo>
                  <a:pt x="8534" y="2337"/>
                </a:lnTo>
                <a:lnTo>
                  <a:pt x="8534" y="2240"/>
                </a:lnTo>
                <a:lnTo>
                  <a:pt x="8610" y="2207"/>
                </a:lnTo>
                <a:lnTo>
                  <a:pt x="8610" y="2183"/>
                </a:lnTo>
                <a:lnTo>
                  <a:pt x="8534" y="2174"/>
                </a:lnTo>
                <a:lnTo>
                  <a:pt x="8494" y="2183"/>
                </a:lnTo>
                <a:lnTo>
                  <a:pt x="8454" y="2193"/>
                </a:lnTo>
                <a:lnTo>
                  <a:pt x="8414" y="2200"/>
                </a:lnTo>
                <a:lnTo>
                  <a:pt x="8374" y="2209"/>
                </a:lnTo>
                <a:lnTo>
                  <a:pt x="8333" y="2219"/>
                </a:lnTo>
                <a:lnTo>
                  <a:pt x="8293" y="2226"/>
                </a:lnTo>
                <a:lnTo>
                  <a:pt x="8253" y="2235"/>
                </a:lnTo>
                <a:lnTo>
                  <a:pt x="8215" y="2242"/>
                </a:lnTo>
                <a:lnTo>
                  <a:pt x="8178" y="2249"/>
                </a:lnTo>
                <a:lnTo>
                  <a:pt x="8137" y="2256"/>
                </a:lnTo>
                <a:lnTo>
                  <a:pt x="8100" y="2263"/>
                </a:lnTo>
                <a:lnTo>
                  <a:pt x="8062" y="2270"/>
                </a:lnTo>
                <a:lnTo>
                  <a:pt x="7998" y="2308"/>
                </a:lnTo>
                <a:lnTo>
                  <a:pt x="7998" y="2332"/>
                </a:lnTo>
                <a:lnTo>
                  <a:pt x="8024" y="2330"/>
                </a:lnTo>
                <a:lnTo>
                  <a:pt x="8022" y="2360"/>
                </a:lnTo>
                <a:lnTo>
                  <a:pt x="7996" y="2374"/>
                </a:lnTo>
                <a:lnTo>
                  <a:pt x="7986" y="3064"/>
                </a:lnTo>
                <a:lnTo>
                  <a:pt x="7934" y="3008"/>
                </a:lnTo>
                <a:lnTo>
                  <a:pt x="7934" y="2622"/>
                </a:lnTo>
                <a:lnTo>
                  <a:pt x="7927" y="2620"/>
                </a:lnTo>
                <a:lnTo>
                  <a:pt x="7927" y="2618"/>
                </a:lnTo>
                <a:lnTo>
                  <a:pt x="7887" y="2618"/>
                </a:lnTo>
                <a:lnTo>
                  <a:pt x="7887" y="2422"/>
                </a:lnTo>
                <a:lnTo>
                  <a:pt x="7887" y="2422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2"/>
                </a:lnTo>
                <a:lnTo>
                  <a:pt x="7889" y="2412"/>
                </a:lnTo>
                <a:lnTo>
                  <a:pt x="7887" y="2412"/>
                </a:lnTo>
                <a:lnTo>
                  <a:pt x="7887" y="2410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2" y="2117"/>
                </a:lnTo>
                <a:lnTo>
                  <a:pt x="7882" y="2117"/>
                </a:lnTo>
                <a:lnTo>
                  <a:pt x="7882" y="2117"/>
                </a:lnTo>
                <a:lnTo>
                  <a:pt x="7882" y="2117"/>
                </a:lnTo>
                <a:lnTo>
                  <a:pt x="7880" y="2117"/>
                </a:lnTo>
                <a:lnTo>
                  <a:pt x="7880" y="2117"/>
                </a:lnTo>
                <a:lnTo>
                  <a:pt x="7878" y="2117"/>
                </a:lnTo>
                <a:lnTo>
                  <a:pt x="7878" y="2117"/>
                </a:lnTo>
                <a:lnTo>
                  <a:pt x="7878" y="2117"/>
                </a:lnTo>
                <a:lnTo>
                  <a:pt x="7875" y="2117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0" y="2410"/>
                </a:lnTo>
                <a:lnTo>
                  <a:pt x="7870" y="2412"/>
                </a:lnTo>
                <a:lnTo>
                  <a:pt x="7870" y="2412"/>
                </a:lnTo>
                <a:lnTo>
                  <a:pt x="7870" y="2417"/>
                </a:lnTo>
                <a:lnTo>
                  <a:pt x="7870" y="2417"/>
                </a:lnTo>
                <a:lnTo>
                  <a:pt x="7868" y="2417"/>
                </a:lnTo>
                <a:lnTo>
                  <a:pt x="7868" y="2417"/>
                </a:lnTo>
                <a:lnTo>
                  <a:pt x="7868" y="2417"/>
                </a:lnTo>
                <a:lnTo>
                  <a:pt x="7868" y="2417"/>
                </a:lnTo>
                <a:lnTo>
                  <a:pt x="7868" y="2419"/>
                </a:lnTo>
                <a:lnTo>
                  <a:pt x="7868" y="2419"/>
                </a:lnTo>
                <a:lnTo>
                  <a:pt x="7868" y="2419"/>
                </a:lnTo>
                <a:lnTo>
                  <a:pt x="7870" y="2419"/>
                </a:lnTo>
                <a:lnTo>
                  <a:pt x="7870" y="2419"/>
                </a:lnTo>
                <a:lnTo>
                  <a:pt x="7870" y="2419"/>
                </a:lnTo>
                <a:lnTo>
                  <a:pt x="7870" y="2422"/>
                </a:lnTo>
                <a:lnTo>
                  <a:pt x="7870" y="2422"/>
                </a:lnTo>
                <a:lnTo>
                  <a:pt x="7870" y="2618"/>
                </a:lnTo>
                <a:lnTo>
                  <a:pt x="7842" y="2618"/>
                </a:lnTo>
                <a:lnTo>
                  <a:pt x="7823" y="2618"/>
                </a:lnTo>
                <a:lnTo>
                  <a:pt x="7764" y="2615"/>
                </a:lnTo>
                <a:lnTo>
                  <a:pt x="7748" y="2615"/>
                </a:lnTo>
                <a:lnTo>
                  <a:pt x="7722" y="2615"/>
                </a:lnTo>
                <a:lnTo>
                  <a:pt x="7722" y="2419"/>
                </a:lnTo>
                <a:lnTo>
                  <a:pt x="7724" y="2419"/>
                </a:lnTo>
                <a:lnTo>
                  <a:pt x="7724" y="2419"/>
                </a:lnTo>
                <a:lnTo>
                  <a:pt x="7724" y="2417"/>
                </a:lnTo>
                <a:lnTo>
                  <a:pt x="7724" y="2417"/>
                </a:lnTo>
                <a:lnTo>
                  <a:pt x="7724" y="2417"/>
                </a:lnTo>
                <a:lnTo>
                  <a:pt x="7726" y="2417"/>
                </a:lnTo>
                <a:lnTo>
                  <a:pt x="7726" y="2417"/>
                </a:lnTo>
                <a:lnTo>
                  <a:pt x="7726" y="2417"/>
                </a:lnTo>
                <a:lnTo>
                  <a:pt x="7726" y="2415"/>
                </a:lnTo>
                <a:lnTo>
                  <a:pt x="7726" y="2415"/>
                </a:lnTo>
                <a:lnTo>
                  <a:pt x="7724" y="2415"/>
                </a:lnTo>
                <a:lnTo>
                  <a:pt x="7724" y="2415"/>
                </a:lnTo>
                <a:lnTo>
                  <a:pt x="7724" y="2415"/>
                </a:lnTo>
                <a:lnTo>
                  <a:pt x="7724" y="2410"/>
                </a:lnTo>
                <a:lnTo>
                  <a:pt x="7724" y="2410"/>
                </a:lnTo>
                <a:lnTo>
                  <a:pt x="7724" y="2410"/>
                </a:lnTo>
                <a:lnTo>
                  <a:pt x="7722" y="2410"/>
                </a:lnTo>
                <a:lnTo>
                  <a:pt x="7722" y="2117"/>
                </a:lnTo>
                <a:lnTo>
                  <a:pt x="7722" y="2117"/>
                </a:lnTo>
                <a:lnTo>
                  <a:pt x="7722" y="2117"/>
                </a:lnTo>
                <a:lnTo>
                  <a:pt x="7719" y="2117"/>
                </a:lnTo>
                <a:lnTo>
                  <a:pt x="7719" y="2115"/>
                </a:lnTo>
                <a:lnTo>
                  <a:pt x="7719" y="2115"/>
                </a:lnTo>
                <a:lnTo>
                  <a:pt x="7717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2" y="2115"/>
                </a:lnTo>
                <a:lnTo>
                  <a:pt x="7712" y="2115"/>
                </a:lnTo>
                <a:lnTo>
                  <a:pt x="7712" y="2115"/>
                </a:lnTo>
                <a:lnTo>
                  <a:pt x="7710" y="2117"/>
                </a:lnTo>
                <a:lnTo>
                  <a:pt x="7710" y="2117"/>
                </a:lnTo>
                <a:lnTo>
                  <a:pt x="7710" y="2117"/>
                </a:lnTo>
                <a:lnTo>
                  <a:pt x="7707" y="2408"/>
                </a:lnTo>
                <a:lnTo>
                  <a:pt x="7707" y="2408"/>
                </a:lnTo>
                <a:lnTo>
                  <a:pt x="7705" y="2410"/>
                </a:lnTo>
                <a:lnTo>
                  <a:pt x="7705" y="2410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3" y="2415"/>
                </a:lnTo>
                <a:lnTo>
                  <a:pt x="7703" y="2415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7" y="2419"/>
                </a:lnTo>
                <a:lnTo>
                  <a:pt x="7707" y="2419"/>
                </a:lnTo>
                <a:lnTo>
                  <a:pt x="7707" y="2615"/>
                </a:lnTo>
                <a:lnTo>
                  <a:pt x="7660" y="2615"/>
                </a:lnTo>
                <a:lnTo>
                  <a:pt x="7660" y="2618"/>
                </a:lnTo>
                <a:lnTo>
                  <a:pt x="7655" y="2620"/>
                </a:lnTo>
                <a:lnTo>
                  <a:pt x="7653" y="3005"/>
                </a:lnTo>
                <a:lnTo>
                  <a:pt x="7604" y="3052"/>
                </a:lnTo>
                <a:lnTo>
                  <a:pt x="7606" y="2478"/>
                </a:lnTo>
                <a:lnTo>
                  <a:pt x="7606" y="2478"/>
                </a:lnTo>
                <a:lnTo>
                  <a:pt x="7606" y="2476"/>
                </a:lnTo>
                <a:lnTo>
                  <a:pt x="7604" y="2476"/>
                </a:lnTo>
                <a:lnTo>
                  <a:pt x="7604" y="2476"/>
                </a:lnTo>
                <a:lnTo>
                  <a:pt x="7604" y="2474"/>
                </a:lnTo>
                <a:lnTo>
                  <a:pt x="7604" y="2474"/>
                </a:lnTo>
                <a:lnTo>
                  <a:pt x="7604" y="2471"/>
                </a:lnTo>
                <a:lnTo>
                  <a:pt x="7604" y="2471"/>
                </a:lnTo>
                <a:lnTo>
                  <a:pt x="7604" y="2471"/>
                </a:lnTo>
                <a:lnTo>
                  <a:pt x="7604" y="2469"/>
                </a:lnTo>
                <a:lnTo>
                  <a:pt x="7604" y="2469"/>
                </a:lnTo>
                <a:lnTo>
                  <a:pt x="7601" y="2469"/>
                </a:lnTo>
                <a:lnTo>
                  <a:pt x="7568" y="2412"/>
                </a:lnTo>
                <a:lnTo>
                  <a:pt x="7568" y="2412"/>
                </a:lnTo>
                <a:lnTo>
                  <a:pt x="7568" y="2410"/>
                </a:lnTo>
                <a:lnTo>
                  <a:pt x="7568" y="2410"/>
                </a:lnTo>
                <a:lnTo>
                  <a:pt x="7566" y="2410"/>
                </a:lnTo>
                <a:lnTo>
                  <a:pt x="7566" y="2408"/>
                </a:lnTo>
                <a:lnTo>
                  <a:pt x="7563" y="2408"/>
                </a:lnTo>
                <a:lnTo>
                  <a:pt x="7563" y="2408"/>
                </a:lnTo>
                <a:lnTo>
                  <a:pt x="7563" y="2408"/>
                </a:lnTo>
                <a:lnTo>
                  <a:pt x="7561" y="2405"/>
                </a:lnTo>
                <a:lnTo>
                  <a:pt x="7561" y="2405"/>
                </a:lnTo>
                <a:lnTo>
                  <a:pt x="7561" y="2332"/>
                </a:lnTo>
                <a:lnTo>
                  <a:pt x="7386" y="2377"/>
                </a:lnTo>
                <a:lnTo>
                  <a:pt x="7230" y="2457"/>
                </a:lnTo>
                <a:lnTo>
                  <a:pt x="7228" y="2417"/>
                </a:lnTo>
                <a:lnTo>
                  <a:pt x="7131" y="2408"/>
                </a:lnTo>
                <a:lnTo>
                  <a:pt x="7131" y="2408"/>
                </a:lnTo>
                <a:lnTo>
                  <a:pt x="7129" y="2408"/>
                </a:lnTo>
                <a:lnTo>
                  <a:pt x="7129" y="2408"/>
                </a:lnTo>
                <a:lnTo>
                  <a:pt x="7126" y="2408"/>
                </a:lnTo>
                <a:lnTo>
                  <a:pt x="7126" y="2408"/>
                </a:lnTo>
                <a:lnTo>
                  <a:pt x="7037" y="2433"/>
                </a:lnTo>
                <a:lnTo>
                  <a:pt x="7037" y="2433"/>
                </a:lnTo>
                <a:lnTo>
                  <a:pt x="7037" y="2433"/>
                </a:lnTo>
                <a:lnTo>
                  <a:pt x="7034" y="2433"/>
                </a:lnTo>
                <a:lnTo>
                  <a:pt x="7034" y="2433"/>
                </a:lnTo>
                <a:lnTo>
                  <a:pt x="7032" y="2436"/>
                </a:lnTo>
                <a:lnTo>
                  <a:pt x="7032" y="2436"/>
                </a:lnTo>
                <a:lnTo>
                  <a:pt x="7032" y="2436"/>
                </a:lnTo>
                <a:lnTo>
                  <a:pt x="6987" y="2483"/>
                </a:lnTo>
                <a:lnTo>
                  <a:pt x="6987" y="2483"/>
                </a:lnTo>
                <a:lnTo>
                  <a:pt x="6987" y="2483"/>
                </a:lnTo>
                <a:lnTo>
                  <a:pt x="6985" y="2485"/>
                </a:lnTo>
                <a:lnTo>
                  <a:pt x="6985" y="2485"/>
                </a:lnTo>
                <a:lnTo>
                  <a:pt x="6985" y="2485"/>
                </a:lnTo>
                <a:lnTo>
                  <a:pt x="6985" y="2488"/>
                </a:lnTo>
                <a:lnTo>
                  <a:pt x="6985" y="2488"/>
                </a:lnTo>
                <a:lnTo>
                  <a:pt x="6982" y="2490"/>
                </a:lnTo>
                <a:lnTo>
                  <a:pt x="6982" y="2490"/>
                </a:lnTo>
                <a:lnTo>
                  <a:pt x="6982" y="2490"/>
                </a:lnTo>
                <a:lnTo>
                  <a:pt x="6982" y="2493"/>
                </a:lnTo>
                <a:lnTo>
                  <a:pt x="6982" y="2493"/>
                </a:lnTo>
                <a:lnTo>
                  <a:pt x="6987" y="2958"/>
                </a:lnTo>
                <a:lnTo>
                  <a:pt x="6845" y="2816"/>
                </a:lnTo>
                <a:lnTo>
                  <a:pt x="6722" y="2696"/>
                </a:lnTo>
                <a:lnTo>
                  <a:pt x="6713" y="2696"/>
                </a:lnTo>
                <a:lnTo>
                  <a:pt x="6713" y="2495"/>
                </a:lnTo>
                <a:lnTo>
                  <a:pt x="6713" y="2495"/>
                </a:lnTo>
                <a:lnTo>
                  <a:pt x="6711" y="2495"/>
                </a:lnTo>
                <a:lnTo>
                  <a:pt x="6711" y="2405"/>
                </a:lnTo>
                <a:lnTo>
                  <a:pt x="6711" y="2405"/>
                </a:lnTo>
                <a:lnTo>
                  <a:pt x="6711" y="2405"/>
                </a:lnTo>
                <a:lnTo>
                  <a:pt x="6711" y="2405"/>
                </a:lnTo>
                <a:lnTo>
                  <a:pt x="6711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6" y="2405"/>
                </a:lnTo>
                <a:lnTo>
                  <a:pt x="6706" y="2405"/>
                </a:lnTo>
                <a:lnTo>
                  <a:pt x="6706" y="2405"/>
                </a:lnTo>
                <a:lnTo>
                  <a:pt x="6708" y="2495"/>
                </a:lnTo>
                <a:lnTo>
                  <a:pt x="6675" y="2497"/>
                </a:lnTo>
                <a:lnTo>
                  <a:pt x="6675" y="2408"/>
                </a:lnTo>
                <a:lnTo>
                  <a:pt x="6675" y="2408"/>
                </a:lnTo>
                <a:lnTo>
                  <a:pt x="6675" y="2408"/>
                </a:lnTo>
                <a:lnTo>
                  <a:pt x="6675" y="2408"/>
                </a:lnTo>
                <a:lnTo>
                  <a:pt x="6675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0" y="2408"/>
                </a:lnTo>
                <a:lnTo>
                  <a:pt x="6670" y="2408"/>
                </a:lnTo>
                <a:lnTo>
                  <a:pt x="6670" y="2408"/>
                </a:lnTo>
                <a:lnTo>
                  <a:pt x="6670" y="2497"/>
                </a:lnTo>
                <a:lnTo>
                  <a:pt x="6670" y="2497"/>
                </a:lnTo>
                <a:lnTo>
                  <a:pt x="6670" y="2500"/>
                </a:lnTo>
                <a:lnTo>
                  <a:pt x="6673" y="2698"/>
                </a:lnTo>
                <a:lnTo>
                  <a:pt x="6652" y="2698"/>
                </a:lnTo>
                <a:lnTo>
                  <a:pt x="6654" y="3010"/>
                </a:lnTo>
                <a:lnTo>
                  <a:pt x="6536" y="3107"/>
                </a:lnTo>
                <a:lnTo>
                  <a:pt x="6538" y="2124"/>
                </a:lnTo>
                <a:lnTo>
                  <a:pt x="6500" y="2105"/>
                </a:lnTo>
                <a:lnTo>
                  <a:pt x="6503" y="1833"/>
                </a:lnTo>
                <a:lnTo>
                  <a:pt x="6467" y="1822"/>
                </a:lnTo>
                <a:lnTo>
                  <a:pt x="6467" y="1670"/>
                </a:lnTo>
                <a:lnTo>
                  <a:pt x="6420" y="1656"/>
                </a:lnTo>
                <a:lnTo>
                  <a:pt x="6418" y="1538"/>
                </a:lnTo>
                <a:lnTo>
                  <a:pt x="6387" y="1533"/>
                </a:lnTo>
                <a:lnTo>
                  <a:pt x="6385" y="1479"/>
                </a:lnTo>
                <a:lnTo>
                  <a:pt x="6375" y="1477"/>
                </a:lnTo>
                <a:lnTo>
                  <a:pt x="6373" y="1477"/>
                </a:lnTo>
                <a:lnTo>
                  <a:pt x="6373" y="1264"/>
                </a:lnTo>
                <a:lnTo>
                  <a:pt x="6373" y="1264"/>
                </a:lnTo>
                <a:lnTo>
                  <a:pt x="6370" y="1264"/>
                </a:lnTo>
                <a:lnTo>
                  <a:pt x="6368" y="1264"/>
                </a:lnTo>
                <a:lnTo>
                  <a:pt x="6366" y="1264"/>
                </a:lnTo>
                <a:lnTo>
                  <a:pt x="6363" y="1264"/>
                </a:lnTo>
                <a:lnTo>
                  <a:pt x="6361" y="1264"/>
                </a:lnTo>
                <a:lnTo>
                  <a:pt x="6359" y="1264"/>
                </a:lnTo>
                <a:lnTo>
                  <a:pt x="6356" y="1264"/>
                </a:lnTo>
                <a:lnTo>
                  <a:pt x="6354" y="1264"/>
                </a:lnTo>
                <a:lnTo>
                  <a:pt x="6352" y="1264"/>
                </a:lnTo>
                <a:lnTo>
                  <a:pt x="6352" y="1264"/>
                </a:lnTo>
                <a:lnTo>
                  <a:pt x="6349" y="1264"/>
                </a:lnTo>
                <a:lnTo>
                  <a:pt x="6352" y="1479"/>
                </a:lnTo>
                <a:lnTo>
                  <a:pt x="6340" y="1479"/>
                </a:lnTo>
                <a:lnTo>
                  <a:pt x="6340" y="1536"/>
                </a:lnTo>
                <a:lnTo>
                  <a:pt x="6302" y="1536"/>
                </a:lnTo>
                <a:lnTo>
                  <a:pt x="6302" y="1633"/>
                </a:lnTo>
                <a:lnTo>
                  <a:pt x="6087" y="1637"/>
                </a:lnTo>
                <a:lnTo>
                  <a:pt x="5900" y="1654"/>
                </a:lnTo>
                <a:lnTo>
                  <a:pt x="5903" y="1798"/>
                </a:lnTo>
                <a:lnTo>
                  <a:pt x="5806" y="1810"/>
                </a:lnTo>
                <a:lnTo>
                  <a:pt x="5811" y="2072"/>
                </a:lnTo>
                <a:lnTo>
                  <a:pt x="5707" y="2091"/>
                </a:lnTo>
                <a:lnTo>
                  <a:pt x="5744" y="3678"/>
                </a:lnTo>
                <a:lnTo>
                  <a:pt x="5633" y="3730"/>
                </a:lnTo>
                <a:lnTo>
                  <a:pt x="5622" y="2039"/>
                </a:lnTo>
                <a:lnTo>
                  <a:pt x="5619" y="2037"/>
                </a:lnTo>
                <a:lnTo>
                  <a:pt x="5619" y="2037"/>
                </a:lnTo>
                <a:lnTo>
                  <a:pt x="5615" y="2034"/>
                </a:lnTo>
                <a:lnTo>
                  <a:pt x="5612" y="2034"/>
                </a:lnTo>
                <a:lnTo>
                  <a:pt x="5605" y="2032"/>
                </a:lnTo>
                <a:lnTo>
                  <a:pt x="5600" y="2032"/>
                </a:lnTo>
                <a:lnTo>
                  <a:pt x="5593" y="2030"/>
                </a:lnTo>
                <a:lnTo>
                  <a:pt x="5584" y="2030"/>
                </a:lnTo>
                <a:lnTo>
                  <a:pt x="5574" y="2027"/>
                </a:lnTo>
                <a:lnTo>
                  <a:pt x="5565" y="2027"/>
                </a:lnTo>
                <a:lnTo>
                  <a:pt x="5556" y="2025"/>
                </a:lnTo>
                <a:lnTo>
                  <a:pt x="5544" y="2025"/>
                </a:lnTo>
                <a:lnTo>
                  <a:pt x="5194" y="2020"/>
                </a:lnTo>
                <a:lnTo>
                  <a:pt x="5180" y="2020"/>
                </a:lnTo>
                <a:lnTo>
                  <a:pt x="5168" y="2020"/>
                </a:lnTo>
                <a:lnTo>
                  <a:pt x="5154" y="2022"/>
                </a:lnTo>
                <a:lnTo>
                  <a:pt x="5142" y="2022"/>
                </a:lnTo>
                <a:lnTo>
                  <a:pt x="5130" y="2022"/>
                </a:lnTo>
                <a:lnTo>
                  <a:pt x="5121" y="2025"/>
                </a:lnTo>
                <a:lnTo>
                  <a:pt x="5111" y="2025"/>
                </a:lnTo>
                <a:lnTo>
                  <a:pt x="5107" y="2027"/>
                </a:lnTo>
                <a:lnTo>
                  <a:pt x="5102" y="2030"/>
                </a:lnTo>
                <a:lnTo>
                  <a:pt x="5100" y="2030"/>
                </a:lnTo>
                <a:lnTo>
                  <a:pt x="5144" y="3929"/>
                </a:lnTo>
                <a:lnTo>
                  <a:pt x="5104" y="3929"/>
                </a:lnTo>
                <a:lnTo>
                  <a:pt x="5104" y="2835"/>
                </a:lnTo>
                <a:lnTo>
                  <a:pt x="5069" y="2835"/>
                </a:lnTo>
                <a:lnTo>
                  <a:pt x="5069" y="2826"/>
                </a:lnTo>
                <a:lnTo>
                  <a:pt x="5067" y="2819"/>
                </a:lnTo>
                <a:lnTo>
                  <a:pt x="5057" y="2811"/>
                </a:lnTo>
                <a:lnTo>
                  <a:pt x="5038" y="2804"/>
                </a:lnTo>
                <a:lnTo>
                  <a:pt x="5012" y="2800"/>
                </a:lnTo>
                <a:lnTo>
                  <a:pt x="4979" y="2795"/>
                </a:lnTo>
                <a:lnTo>
                  <a:pt x="4944" y="2793"/>
                </a:lnTo>
                <a:lnTo>
                  <a:pt x="4908" y="2793"/>
                </a:lnTo>
                <a:lnTo>
                  <a:pt x="4873" y="2795"/>
                </a:lnTo>
                <a:lnTo>
                  <a:pt x="4844" y="2800"/>
                </a:lnTo>
                <a:lnTo>
                  <a:pt x="4823" y="2804"/>
                </a:lnTo>
                <a:lnTo>
                  <a:pt x="4821" y="2807"/>
                </a:lnTo>
                <a:lnTo>
                  <a:pt x="4823" y="2308"/>
                </a:lnTo>
                <a:lnTo>
                  <a:pt x="4738" y="2294"/>
                </a:lnTo>
                <a:lnTo>
                  <a:pt x="4334" y="2207"/>
                </a:lnTo>
                <a:lnTo>
                  <a:pt x="4280" y="2197"/>
                </a:lnTo>
                <a:lnTo>
                  <a:pt x="4285" y="2856"/>
                </a:lnTo>
                <a:lnTo>
                  <a:pt x="4228" y="2856"/>
                </a:lnTo>
                <a:lnTo>
                  <a:pt x="4228" y="2757"/>
                </a:lnTo>
                <a:lnTo>
                  <a:pt x="4216" y="2757"/>
                </a:lnTo>
                <a:lnTo>
                  <a:pt x="4214" y="2757"/>
                </a:lnTo>
                <a:lnTo>
                  <a:pt x="4197" y="2757"/>
                </a:lnTo>
                <a:lnTo>
                  <a:pt x="4197" y="2528"/>
                </a:lnTo>
                <a:lnTo>
                  <a:pt x="4185" y="2528"/>
                </a:lnTo>
                <a:lnTo>
                  <a:pt x="4185" y="2462"/>
                </a:lnTo>
                <a:lnTo>
                  <a:pt x="4174" y="2462"/>
                </a:lnTo>
                <a:lnTo>
                  <a:pt x="4174" y="2462"/>
                </a:lnTo>
                <a:lnTo>
                  <a:pt x="4159" y="2462"/>
                </a:lnTo>
                <a:lnTo>
                  <a:pt x="4159" y="2266"/>
                </a:lnTo>
                <a:lnTo>
                  <a:pt x="4155" y="2266"/>
                </a:lnTo>
                <a:lnTo>
                  <a:pt x="4152" y="2268"/>
                </a:lnTo>
                <a:lnTo>
                  <a:pt x="4155" y="2462"/>
                </a:lnTo>
                <a:lnTo>
                  <a:pt x="4136" y="2462"/>
                </a:lnTo>
                <a:lnTo>
                  <a:pt x="4136" y="2462"/>
                </a:lnTo>
                <a:lnTo>
                  <a:pt x="4122" y="2462"/>
                </a:lnTo>
                <a:lnTo>
                  <a:pt x="4122" y="2462"/>
                </a:lnTo>
                <a:lnTo>
                  <a:pt x="4112" y="2493"/>
                </a:lnTo>
                <a:lnTo>
                  <a:pt x="4112" y="2493"/>
                </a:lnTo>
                <a:lnTo>
                  <a:pt x="4112" y="2526"/>
                </a:lnTo>
                <a:lnTo>
                  <a:pt x="4100" y="2526"/>
                </a:lnTo>
                <a:lnTo>
                  <a:pt x="4079" y="2528"/>
                </a:lnTo>
                <a:lnTo>
                  <a:pt x="4058" y="2528"/>
                </a:lnTo>
                <a:lnTo>
                  <a:pt x="4037" y="2528"/>
                </a:lnTo>
                <a:lnTo>
                  <a:pt x="4015" y="2528"/>
                </a:lnTo>
                <a:lnTo>
                  <a:pt x="3994" y="2528"/>
                </a:lnTo>
                <a:lnTo>
                  <a:pt x="3973" y="2528"/>
                </a:lnTo>
                <a:lnTo>
                  <a:pt x="3952" y="2528"/>
                </a:lnTo>
                <a:lnTo>
                  <a:pt x="3930" y="2528"/>
                </a:lnTo>
                <a:lnTo>
                  <a:pt x="3909" y="2528"/>
                </a:lnTo>
                <a:lnTo>
                  <a:pt x="3890" y="2526"/>
                </a:lnTo>
                <a:lnTo>
                  <a:pt x="3869" y="2526"/>
                </a:lnTo>
                <a:lnTo>
                  <a:pt x="3869" y="2493"/>
                </a:lnTo>
                <a:lnTo>
                  <a:pt x="3869" y="2490"/>
                </a:lnTo>
                <a:lnTo>
                  <a:pt x="3869" y="2462"/>
                </a:lnTo>
                <a:lnTo>
                  <a:pt x="3869" y="2459"/>
                </a:lnTo>
                <a:lnTo>
                  <a:pt x="3857" y="2459"/>
                </a:lnTo>
                <a:lnTo>
                  <a:pt x="3857" y="2462"/>
                </a:lnTo>
                <a:lnTo>
                  <a:pt x="3838" y="2462"/>
                </a:lnTo>
                <a:lnTo>
                  <a:pt x="3838" y="2268"/>
                </a:lnTo>
                <a:lnTo>
                  <a:pt x="3838" y="2266"/>
                </a:lnTo>
                <a:lnTo>
                  <a:pt x="3833" y="2266"/>
                </a:lnTo>
                <a:lnTo>
                  <a:pt x="3833" y="2462"/>
                </a:lnTo>
                <a:lnTo>
                  <a:pt x="3819" y="2462"/>
                </a:lnTo>
                <a:lnTo>
                  <a:pt x="3819" y="2459"/>
                </a:lnTo>
                <a:lnTo>
                  <a:pt x="3805" y="2459"/>
                </a:lnTo>
                <a:lnTo>
                  <a:pt x="3805" y="2528"/>
                </a:lnTo>
                <a:lnTo>
                  <a:pt x="3796" y="2528"/>
                </a:lnTo>
                <a:lnTo>
                  <a:pt x="3793" y="2757"/>
                </a:lnTo>
                <a:lnTo>
                  <a:pt x="3774" y="2757"/>
                </a:lnTo>
                <a:lnTo>
                  <a:pt x="3774" y="2757"/>
                </a:lnTo>
                <a:lnTo>
                  <a:pt x="3765" y="2757"/>
                </a:lnTo>
                <a:lnTo>
                  <a:pt x="3763" y="3612"/>
                </a:lnTo>
                <a:lnTo>
                  <a:pt x="3727" y="3612"/>
                </a:lnTo>
                <a:lnTo>
                  <a:pt x="3727" y="3612"/>
                </a:lnTo>
                <a:lnTo>
                  <a:pt x="3715" y="3612"/>
                </a:lnTo>
                <a:lnTo>
                  <a:pt x="3715" y="3612"/>
                </a:lnTo>
                <a:lnTo>
                  <a:pt x="3706" y="3631"/>
                </a:lnTo>
                <a:lnTo>
                  <a:pt x="3706" y="3634"/>
                </a:lnTo>
                <a:lnTo>
                  <a:pt x="3706" y="3754"/>
                </a:lnTo>
                <a:lnTo>
                  <a:pt x="3564" y="3754"/>
                </a:lnTo>
                <a:lnTo>
                  <a:pt x="3564" y="3667"/>
                </a:lnTo>
                <a:lnTo>
                  <a:pt x="3564" y="3660"/>
                </a:lnTo>
                <a:lnTo>
                  <a:pt x="3564" y="3657"/>
                </a:lnTo>
                <a:lnTo>
                  <a:pt x="3555" y="3657"/>
                </a:lnTo>
                <a:lnTo>
                  <a:pt x="2981" y="3657"/>
                </a:lnTo>
                <a:lnTo>
                  <a:pt x="2981" y="3525"/>
                </a:lnTo>
                <a:lnTo>
                  <a:pt x="3118" y="3487"/>
                </a:lnTo>
                <a:lnTo>
                  <a:pt x="3276" y="3426"/>
                </a:lnTo>
                <a:lnTo>
                  <a:pt x="3427" y="3345"/>
                </a:lnTo>
                <a:lnTo>
                  <a:pt x="3500" y="3303"/>
                </a:lnTo>
                <a:lnTo>
                  <a:pt x="3663" y="3194"/>
                </a:lnTo>
                <a:lnTo>
                  <a:pt x="3663" y="3161"/>
                </a:lnTo>
                <a:lnTo>
                  <a:pt x="3238" y="3161"/>
                </a:lnTo>
                <a:lnTo>
                  <a:pt x="3226" y="3178"/>
                </a:lnTo>
                <a:lnTo>
                  <a:pt x="1941" y="3180"/>
                </a:lnTo>
                <a:lnTo>
                  <a:pt x="1904" y="3163"/>
                </a:lnTo>
                <a:lnTo>
                  <a:pt x="1481" y="3163"/>
                </a:lnTo>
                <a:lnTo>
                  <a:pt x="1481" y="3197"/>
                </a:lnTo>
                <a:lnTo>
                  <a:pt x="1644" y="3305"/>
                </a:lnTo>
                <a:lnTo>
                  <a:pt x="1816" y="3395"/>
                </a:lnTo>
                <a:lnTo>
                  <a:pt x="1996" y="3466"/>
                </a:lnTo>
                <a:lnTo>
                  <a:pt x="2175" y="3515"/>
                </a:lnTo>
                <a:lnTo>
                  <a:pt x="2178" y="3799"/>
                </a:lnTo>
                <a:lnTo>
                  <a:pt x="1741" y="3799"/>
                </a:lnTo>
                <a:lnTo>
                  <a:pt x="1736" y="3754"/>
                </a:lnTo>
                <a:lnTo>
                  <a:pt x="1719" y="3752"/>
                </a:lnTo>
                <a:lnTo>
                  <a:pt x="1637" y="3749"/>
                </a:lnTo>
                <a:lnTo>
                  <a:pt x="1549" y="3752"/>
                </a:lnTo>
                <a:lnTo>
                  <a:pt x="1519" y="3754"/>
                </a:lnTo>
                <a:lnTo>
                  <a:pt x="1495" y="3938"/>
                </a:lnTo>
                <a:lnTo>
                  <a:pt x="1422" y="3934"/>
                </a:lnTo>
                <a:lnTo>
                  <a:pt x="1275" y="3681"/>
                </a:lnTo>
                <a:lnTo>
                  <a:pt x="1275" y="3674"/>
                </a:lnTo>
                <a:lnTo>
                  <a:pt x="1273" y="3662"/>
                </a:lnTo>
                <a:lnTo>
                  <a:pt x="1273" y="3660"/>
                </a:lnTo>
                <a:lnTo>
                  <a:pt x="1268" y="3650"/>
                </a:lnTo>
                <a:lnTo>
                  <a:pt x="1268" y="3650"/>
                </a:lnTo>
                <a:lnTo>
                  <a:pt x="1261" y="3641"/>
                </a:lnTo>
                <a:lnTo>
                  <a:pt x="1252" y="3634"/>
                </a:lnTo>
                <a:lnTo>
                  <a:pt x="1245" y="3629"/>
                </a:lnTo>
                <a:lnTo>
                  <a:pt x="1136" y="3440"/>
                </a:lnTo>
                <a:lnTo>
                  <a:pt x="1145" y="3433"/>
                </a:lnTo>
                <a:lnTo>
                  <a:pt x="1185" y="3378"/>
                </a:lnTo>
                <a:lnTo>
                  <a:pt x="1200" y="3348"/>
                </a:lnTo>
                <a:lnTo>
                  <a:pt x="1211" y="3317"/>
                </a:lnTo>
                <a:lnTo>
                  <a:pt x="1221" y="3251"/>
                </a:lnTo>
                <a:lnTo>
                  <a:pt x="1219" y="3251"/>
                </a:lnTo>
                <a:lnTo>
                  <a:pt x="1211" y="3185"/>
                </a:lnTo>
                <a:lnTo>
                  <a:pt x="1197" y="3154"/>
                </a:lnTo>
                <a:lnTo>
                  <a:pt x="1185" y="3123"/>
                </a:lnTo>
                <a:lnTo>
                  <a:pt x="1145" y="3071"/>
                </a:lnTo>
                <a:lnTo>
                  <a:pt x="1093" y="3029"/>
                </a:lnTo>
                <a:lnTo>
                  <a:pt x="1089" y="3029"/>
                </a:lnTo>
                <a:lnTo>
                  <a:pt x="1067" y="3019"/>
                </a:lnTo>
                <a:lnTo>
                  <a:pt x="1067" y="1807"/>
                </a:lnTo>
                <a:lnTo>
                  <a:pt x="1074" y="1803"/>
                </a:lnTo>
                <a:lnTo>
                  <a:pt x="1122" y="1767"/>
                </a:lnTo>
                <a:lnTo>
                  <a:pt x="1159" y="1722"/>
                </a:lnTo>
                <a:lnTo>
                  <a:pt x="1171" y="1694"/>
                </a:lnTo>
                <a:lnTo>
                  <a:pt x="1181" y="1668"/>
                </a:lnTo>
                <a:lnTo>
                  <a:pt x="1190" y="1609"/>
                </a:lnTo>
                <a:lnTo>
                  <a:pt x="1190" y="1604"/>
                </a:lnTo>
                <a:lnTo>
                  <a:pt x="1190" y="1600"/>
                </a:lnTo>
                <a:lnTo>
                  <a:pt x="1181" y="1541"/>
                </a:lnTo>
                <a:lnTo>
                  <a:pt x="1159" y="1486"/>
                </a:lnTo>
                <a:lnTo>
                  <a:pt x="1122" y="1441"/>
                </a:lnTo>
                <a:lnTo>
                  <a:pt x="1112" y="1432"/>
                </a:lnTo>
                <a:lnTo>
                  <a:pt x="1067" y="1401"/>
                </a:lnTo>
                <a:lnTo>
                  <a:pt x="1053" y="1394"/>
                </a:lnTo>
                <a:lnTo>
                  <a:pt x="1027" y="1387"/>
                </a:lnTo>
                <a:lnTo>
                  <a:pt x="1015" y="1288"/>
                </a:lnTo>
                <a:lnTo>
                  <a:pt x="1025" y="1285"/>
                </a:lnTo>
                <a:lnTo>
                  <a:pt x="1034" y="1283"/>
                </a:lnTo>
                <a:lnTo>
                  <a:pt x="1037" y="1278"/>
                </a:lnTo>
                <a:lnTo>
                  <a:pt x="1037" y="1267"/>
                </a:lnTo>
                <a:lnTo>
                  <a:pt x="1034" y="1262"/>
                </a:lnTo>
                <a:lnTo>
                  <a:pt x="1030" y="1259"/>
                </a:lnTo>
                <a:lnTo>
                  <a:pt x="1018" y="1255"/>
                </a:lnTo>
                <a:lnTo>
                  <a:pt x="1015" y="1255"/>
                </a:lnTo>
                <a:lnTo>
                  <a:pt x="1015" y="1047"/>
                </a:lnTo>
                <a:lnTo>
                  <a:pt x="1020" y="1044"/>
                </a:lnTo>
                <a:lnTo>
                  <a:pt x="1032" y="1030"/>
                </a:lnTo>
                <a:lnTo>
                  <a:pt x="1039" y="1011"/>
                </a:lnTo>
                <a:lnTo>
                  <a:pt x="1041" y="1007"/>
                </a:lnTo>
                <a:lnTo>
                  <a:pt x="1044" y="997"/>
                </a:lnTo>
                <a:lnTo>
                  <a:pt x="1044" y="990"/>
                </a:lnTo>
                <a:lnTo>
                  <a:pt x="1044" y="988"/>
                </a:lnTo>
                <a:lnTo>
                  <a:pt x="1044" y="988"/>
                </a:lnTo>
                <a:lnTo>
                  <a:pt x="1044" y="988"/>
                </a:lnTo>
                <a:lnTo>
                  <a:pt x="1044" y="985"/>
                </a:lnTo>
                <a:lnTo>
                  <a:pt x="1044" y="978"/>
                </a:lnTo>
                <a:lnTo>
                  <a:pt x="1041" y="969"/>
                </a:lnTo>
                <a:lnTo>
                  <a:pt x="1039" y="964"/>
                </a:lnTo>
                <a:lnTo>
                  <a:pt x="1032" y="945"/>
                </a:lnTo>
                <a:lnTo>
                  <a:pt x="1022" y="933"/>
                </a:lnTo>
                <a:lnTo>
                  <a:pt x="1027" y="931"/>
                </a:lnTo>
                <a:lnTo>
                  <a:pt x="1034" y="926"/>
                </a:lnTo>
                <a:lnTo>
                  <a:pt x="1037" y="922"/>
                </a:lnTo>
                <a:lnTo>
                  <a:pt x="1037" y="912"/>
                </a:lnTo>
                <a:lnTo>
                  <a:pt x="1034" y="907"/>
                </a:lnTo>
                <a:lnTo>
                  <a:pt x="1027" y="903"/>
                </a:lnTo>
                <a:lnTo>
                  <a:pt x="1015" y="898"/>
                </a:lnTo>
                <a:lnTo>
                  <a:pt x="1001" y="896"/>
                </a:lnTo>
                <a:lnTo>
                  <a:pt x="999" y="896"/>
                </a:lnTo>
                <a:lnTo>
                  <a:pt x="999" y="690"/>
                </a:lnTo>
                <a:lnTo>
                  <a:pt x="1015" y="688"/>
                </a:lnTo>
                <a:lnTo>
                  <a:pt x="1015" y="678"/>
                </a:lnTo>
                <a:lnTo>
                  <a:pt x="985" y="657"/>
                </a:lnTo>
                <a:lnTo>
                  <a:pt x="985" y="444"/>
                </a:lnTo>
                <a:lnTo>
                  <a:pt x="987" y="444"/>
                </a:lnTo>
                <a:lnTo>
                  <a:pt x="994" y="442"/>
                </a:lnTo>
                <a:lnTo>
                  <a:pt x="996" y="440"/>
                </a:lnTo>
                <a:lnTo>
                  <a:pt x="999" y="437"/>
                </a:lnTo>
                <a:lnTo>
                  <a:pt x="999" y="435"/>
                </a:lnTo>
                <a:lnTo>
                  <a:pt x="999" y="430"/>
                </a:lnTo>
                <a:lnTo>
                  <a:pt x="999" y="428"/>
                </a:lnTo>
                <a:lnTo>
                  <a:pt x="994" y="426"/>
                </a:lnTo>
                <a:lnTo>
                  <a:pt x="992" y="423"/>
                </a:lnTo>
                <a:lnTo>
                  <a:pt x="985" y="421"/>
                </a:lnTo>
                <a:lnTo>
                  <a:pt x="980" y="421"/>
                </a:lnTo>
                <a:lnTo>
                  <a:pt x="982" y="5"/>
                </a:lnTo>
                <a:lnTo>
                  <a:pt x="980" y="5"/>
                </a:lnTo>
                <a:lnTo>
                  <a:pt x="980" y="3"/>
                </a:lnTo>
                <a:lnTo>
                  <a:pt x="978" y="3"/>
                </a:lnTo>
                <a:lnTo>
                  <a:pt x="973" y="0"/>
                </a:lnTo>
                <a:lnTo>
                  <a:pt x="971" y="0"/>
                </a:lnTo>
                <a:lnTo>
                  <a:pt x="968" y="0"/>
                </a:lnTo>
                <a:lnTo>
                  <a:pt x="963" y="0"/>
                </a:lnTo>
                <a:lnTo>
                  <a:pt x="961" y="0"/>
                </a:lnTo>
                <a:lnTo>
                  <a:pt x="959" y="3"/>
                </a:lnTo>
                <a:lnTo>
                  <a:pt x="956" y="3"/>
                </a:lnTo>
                <a:lnTo>
                  <a:pt x="956" y="5"/>
                </a:lnTo>
                <a:lnTo>
                  <a:pt x="954" y="5"/>
                </a:lnTo>
                <a:lnTo>
                  <a:pt x="954" y="421"/>
                </a:lnTo>
                <a:lnTo>
                  <a:pt x="954" y="421"/>
                </a:lnTo>
                <a:lnTo>
                  <a:pt x="947" y="423"/>
                </a:lnTo>
                <a:lnTo>
                  <a:pt x="942" y="423"/>
                </a:lnTo>
                <a:lnTo>
                  <a:pt x="937" y="426"/>
                </a:lnTo>
                <a:lnTo>
                  <a:pt x="937" y="428"/>
                </a:lnTo>
                <a:lnTo>
                  <a:pt x="937" y="433"/>
                </a:lnTo>
                <a:lnTo>
                  <a:pt x="937" y="435"/>
                </a:lnTo>
                <a:lnTo>
                  <a:pt x="937" y="440"/>
                </a:lnTo>
                <a:lnTo>
                  <a:pt x="940" y="442"/>
                </a:lnTo>
                <a:lnTo>
                  <a:pt x="945" y="444"/>
                </a:lnTo>
                <a:lnTo>
                  <a:pt x="952" y="444"/>
                </a:lnTo>
                <a:lnTo>
                  <a:pt x="952" y="444"/>
                </a:lnTo>
                <a:lnTo>
                  <a:pt x="952" y="662"/>
                </a:lnTo>
                <a:lnTo>
                  <a:pt x="919" y="667"/>
                </a:lnTo>
                <a:lnTo>
                  <a:pt x="919" y="678"/>
                </a:lnTo>
                <a:lnTo>
                  <a:pt x="935" y="688"/>
                </a:lnTo>
                <a:lnTo>
                  <a:pt x="935" y="896"/>
                </a:lnTo>
                <a:lnTo>
                  <a:pt x="930" y="896"/>
                </a:lnTo>
                <a:lnTo>
                  <a:pt x="916" y="898"/>
                </a:lnTo>
                <a:lnTo>
                  <a:pt x="907" y="903"/>
                </a:lnTo>
                <a:lnTo>
                  <a:pt x="900" y="907"/>
                </a:lnTo>
                <a:lnTo>
                  <a:pt x="897" y="912"/>
                </a:lnTo>
                <a:lnTo>
                  <a:pt x="897" y="922"/>
                </a:lnTo>
                <a:lnTo>
                  <a:pt x="900" y="926"/>
                </a:lnTo>
                <a:lnTo>
                  <a:pt x="907" y="931"/>
                </a:lnTo>
                <a:lnTo>
                  <a:pt x="911" y="933"/>
                </a:lnTo>
                <a:lnTo>
                  <a:pt x="902" y="943"/>
                </a:lnTo>
                <a:lnTo>
                  <a:pt x="900" y="948"/>
                </a:lnTo>
                <a:lnTo>
                  <a:pt x="890" y="967"/>
                </a:lnTo>
                <a:lnTo>
                  <a:pt x="890" y="976"/>
                </a:lnTo>
                <a:lnTo>
                  <a:pt x="888" y="985"/>
                </a:lnTo>
                <a:lnTo>
                  <a:pt x="888" y="988"/>
                </a:lnTo>
                <a:lnTo>
                  <a:pt x="888" y="988"/>
                </a:lnTo>
                <a:lnTo>
                  <a:pt x="890" y="997"/>
                </a:lnTo>
                <a:lnTo>
                  <a:pt x="890" y="1007"/>
                </a:lnTo>
                <a:lnTo>
                  <a:pt x="900" y="1026"/>
                </a:lnTo>
                <a:lnTo>
                  <a:pt x="902" y="1030"/>
                </a:lnTo>
                <a:lnTo>
                  <a:pt x="914" y="1044"/>
                </a:lnTo>
                <a:lnTo>
                  <a:pt x="916" y="1047"/>
                </a:lnTo>
                <a:lnTo>
                  <a:pt x="916" y="1255"/>
                </a:lnTo>
                <a:lnTo>
                  <a:pt x="907" y="1257"/>
                </a:lnTo>
                <a:lnTo>
                  <a:pt x="897" y="1262"/>
                </a:lnTo>
                <a:lnTo>
                  <a:pt x="895" y="1267"/>
                </a:lnTo>
                <a:lnTo>
                  <a:pt x="895" y="1276"/>
                </a:lnTo>
                <a:lnTo>
                  <a:pt x="897" y="1281"/>
                </a:lnTo>
                <a:lnTo>
                  <a:pt x="904" y="1285"/>
                </a:lnTo>
                <a:lnTo>
                  <a:pt x="914" y="1288"/>
                </a:lnTo>
                <a:lnTo>
                  <a:pt x="916" y="1288"/>
                </a:lnTo>
                <a:lnTo>
                  <a:pt x="904" y="1382"/>
                </a:lnTo>
                <a:lnTo>
                  <a:pt x="869" y="1394"/>
                </a:lnTo>
                <a:lnTo>
                  <a:pt x="855" y="1399"/>
                </a:lnTo>
                <a:lnTo>
                  <a:pt x="810" y="1432"/>
                </a:lnTo>
                <a:lnTo>
                  <a:pt x="800" y="1441"/>
                </a:lnTo>
                <a:lnTo>
                  <a:pt x="763" y="1486"/>
                </a:lnTo>
                <a:lnTo>
                  <a:pt x="741" y="1541"/>
                </a:lnTo>
                <a:lnTo>
                  <a:pt x="732" y="1600"/>
                </a:lnTo>
                <a:lnTo>
                  <a:pt x="732" y="1600"/>
                </a:lnTo>
                <a:lnTo>
                  <a:pt x="739" y="1659"/>
                </a:lnTo>
                <a:lnTo>
                  <a:pt x="744" y="1668"/>
                </a:lnTo>
                <a:lnTo>
                  <a:pt x="753" y="1696"/>
                </a:lnTo>
                <a:lnTo>
                  <a:pt x="765" y="1722"/>
                </a:lnTo>
                <a:lnTo>
                  <a:pt x="800" y="1770"/>
                </a:lnTo>
                <a:lnTo>
                  <a:pt x="819" y="1784"/>
                </a:lnTo>
                <a:lnTo>
                  <a:pt x="817" y="3045"/>
                </a:lnTo>
                <a:lnTo>
                  <a:pt x="784" y="3069"/>
                </a:lnTo>
                <a:lnTo>
                  <a:pt x="744" y="3123"/>
                </a:lnTo>
                <a:lnTo>
                  <a:pt x="730" y="3154"/>
                </a:lnTo>
                <a:lnTo>
                  <a:pt x="718" y="3185"/>
                </a:lnTo>
                <a:lnTo>
                  <a:pt x="708" y="3251"/>
                </a:lnTo>
                <a:lnTo>
                  <a:pt x="708" y="3251"/>
                </a:lnTo>
                <a:lnTo>
                  <a:pt x="718" y="3317"/>
                </a:lnTo>
                <a:lnTo>
                  <a:pt x="730" y="3348"/>
                </a:lnTo>
                <a:lnTo>
                  <a:pt x="744" y="3378"/>
                </a:lnTo>
                <a:lnTo>
                  <a:pt x="784" y="3433"/>
                </a:lnTo>
                <a:lnTo>
                  <a:pt x="815" y="3456"/>
                </a:lnTo>
                <a:lnTo>
                  <a:pt x="815" y="3596"/>
                </a:lnTo>
                <a:lnTo>
                  <a:pt x="805" y="3629"/>
                </a:lnTo>
                <a:lnTo>
                  <a:pt x="800" y="3631"/>
                </a:lnTo>
                <a:lnTo>
                  <a:pt x="793" y="3638"/>
                </a:lnTo>
                <a:lnTo>
                  <a:pt x="791" y="3648"/>
                </a:lnTo>
                <a:lnTo>
                  <a:pt x="789" y="3648"/>
                </a:lnTo>
                <a:lnTo>
                  <a:pt x="786" y="3652"/>
                </a:lnTo>
                <a:lnTo>
                  <a:pt x="786" y="3664"/>
                </a:lnTo>
                <a:lnTo>
                  <a:pt x="786" y="3669"/>
                </a:lnTo>
                <a:lnTo>
                  <a:pt x="789" y="3681"/>
                </a:lnTo>
                <a:lnTo>
                  <a:pt x="789" y="3681"/>
                </a:lnTo>
                <a:lnTo>
                  <a:pt x="789" y="3685"/>
                </a:lnTo>
                <a:lnTo>
                  <a:pt x="789" y="3685"/>
                </a:lnTo>
                <a:lnTo>
                  <a:pt x="732" y="3886"/>
                </a:lnTo>
                <a:lnTo>
                  <a:pt x="720" y="3886"/>
                </a:lnTo>
                <a:lnTo>
                  <a:pt x="692" y="3886"/>
                </a:lnTo>
                <a:lnTo>
                  <a:pt x="666" y="3889"/>
                </a:lnTo>
                <a:lnTo>
                  <a:pt x="637" y="3889"/>
                </a:lnTo>
                <a:lnTo>
                  <a:pt x="614" y="3889"/>
                </a:lnTo>
                <a:lnTo>
                  <a:pt x="588" y="3891"/>
                </a:lnTo>
                <a:lnTo>
                  <a:pt x="564" y="3891"/>
                </a:lnTo>
                <a:lnTo>
                  <a:pt x="543" y="3893"/>
                </a:lnTo>
                <a:lnTo>
                  <a:pt x="543" y="3908"/>
                </a:lnTo>
                <a:lnTo>
                  <a:pt x="533" y="3908"/>
                </a:lnTo>
                <a:lnTo>
                  <a:pt x="510" y="3910"/>
                </a:lnTo>
                <a:lnTo>
                  <a:pt x="510" y="3919"/>
                </a:lnTo>
                <a:lnTo>
                  <a:pt x="550" y="3922"/>
                </a:lnTo>
                <a:lnTo>
                  <a:pt x="574" y="3919"/>
                </a:lnTo>
                <a:lnTo>
                  <a:pt x="597" y="3919"/>
                </a:lnTo>
                <a:lnTo>
                  <a:pt x="623" y="3917"/>
                </a:lnTo>
                <a:lnTo>
                  <a:pt x="647" y="3917"/>
                </a:lnTo>
                <a:lnTo>
                  <a:pt x="656" y="3917"/>
                </a:lnTo>
                <a:lnTo>
                  <a:pt x="708" y="3917"/>
                </a:lnTo>
                <a:lnTo>
                  <a:pt x="708" y="3952"/>
                </a:lnTo>
                <a:lnTo>
                  <a:pt x="588" y="3952"/>
                </a:lnTo>
                <a:lnTo>
                  <a:pt x="590" y="3950"/>
                </a:lnTo>
                <a:lnTo>
                  <a:pt x="600" y="3948"/>
                </a:lnTo>
                <a:lnTo>
                  <a:pt x="609" y="3945"/>
                </a:lnTo>
                <a:lnTo>
                  <a:pt x="621" y="3943"/>
                </a:lnTo>
                <a:lnTo>
                  <a:pt x="619" y="3941"/>
                </a:lnTo>
                <a:lnTo>
                  <a:pt x="611" y="3941"/>
                </a:lnTo>
                <a:lnTo>
                  <a:pt x="590" y="3938"/>
                </a:lnTo>
                <a:lnTo>
                  <a:pt x="571" y="3938"/>
                </a:lnTo>
                <a:lnTo>
                  <a:pt x="552" y="3936"/>
                </a:lnTo>
                <a:lnTo>
                  <a:pt x="538" y="3936"/>
                </a:lnTo>
                <a:lnTo>
                  <a:pt x="522" y="3934"/>
                </a:lnTo>
                <a:lnTo>
                  <a:pt x="508" y="3934"/>
                </a:lnTo>
                <a:lnTo>
                  <a:pt x="496" y="3931"/>
                </a:lnTo>
                <a:lnTo>
                  <a:pt x="486" y="3929"/>
                </a:lnTo>
                <a:lnTo>
                  <a:pt x="477" y="3929"/>
                </a:lnTo>
                <a:lnTo>
                  <a:pt x="470" y="3926"/>
                </a:lnTo>
                <a:lnTo>
                  <a:pt x="467" y="3926"/>
                </a:lnTo>
                <a:lnTo>
                  <a:pt x="453" y="3929"/>
                </a:lnTo>
                <a:lnTo>
                  <a:pt x="439" y="3931"/>
                </a:lnTo>
                <a:lnTo>
                  <a:pt x="425" y="3934"/>
                </a:lnTo>
                <a:lnTo>
                  <a:pt x="411" y="3936"/>
                </a:lnTo>
                <a:lnTo>
                  <a:pt x="396" y="3941"/>
                </a:lnTo>
                <a:lnTo>
                  <a:pt x="382" y="3945"/>
                </a:lnTo>
                <a:lnTo>
                  <a:pt x="368" y="3950"/>
                </a:lnTo>
                <a:lnTo>
                  <a:pt x="363" y="3952"/>
                </a:lnTo>
                <a:lnTo>
                  <a:pt x="19" y="3952"/>
                </a:lnTo>
                <a:lnTo>
                  <a:pt x="19" y="3986"/>
                </a:lnTo>
                <a:lnTo>
                  <a:pt x="2" y="3986"/>
                </a:lnTo>
                <a:lnTo>
                  <a:pt x="0" y="4309"/>
                </a:lnTo>
                <a:lnTo>
                  <a:pt x="7" y="4314"/>
                </a:lnTo>
                <a:lnTo>
                  <a:pt x="19" y="4319"/>
                </a:lnTo>
                <a:lnTo>
                  <a:pt x="19" y="4654"/>
                </a:lnTo>
                <a:lnTo>
                  <a:pt x="16792" y="4654"/>
                </a:lnTo>
                <a:lnTo>
                  <a:pt x="16792" y="3952"/>
                </a:lnTo>
                <a:lnTo>
                  <a:pt x="16629" y="3952"/>
                </a:lnTo>
                <a:lnTo>
                  <a:pt x="16360" y="3823"/>
                </a:lnTo>
                <a:close/>
                <a:moveTo>
                  <a:pt x="13556" y="3440"/>
                </a:moveTo>
                <a:lnTo>
                  <a:pt x="13556" y="3440"/>
                </a:lnTo>
                <a:lnTo>
                  <a:pt x="13556" y="3426"/>
                </a:lnTo>
                <a:lnTo>
                  <a:pt x="13556" y="3440"/>
                </a:lnTo>
                <a:close/>
                <a:moveTo>
                  <a:pt x="11461" y="192"/>
                </a:moveTo>
                <a:lnTo>
                  <a:pt x="11452" y="241"/>
                </a:lnTo>
                <a:lnTo>
                  <a:pt x="11449" y="258"/>
                </a:lnTo>
                <a:lnTo>
                  <a:pt x="11430" y="359"/>
                </a:lnTo>
                <a:lnTo>
                  <a:pt x="11416" y="440"/>
                </a:lnTo>
                <a:lnTo>
                  <a:pt x="11411" y="470"/>
                </a:lnTo>
                <a:lnTo>
                  <a:pt x="11083" y="468"/>
                </a:lnTo>
                <a:lnTo>
                  <a:pt x="11078" y="437"/>
                </a:lnTo>
                <a:lnTo>
                  <a:pt x="11064" y="357"/>
                </a:lnTo>
                <a:lnTo>
                  <a:pt x="11045" y="255"/>
                </a:lnTo>
                <a:lnTo>
                  <a:pt x="11043" y="239"/>
                </a:lnTo>
                <a:lnTo>
                  <a:pt x="11033" y="189"/>
                </a:lnTo>
                <a:lnTo>
                  <a:pt x="11461" y="192"/>
                </a:lnTo>
                <a:close/>
                <a:moveTo>
                  <a:pt x="6675" y="2511"/>
                </a:moveTo>
                <a:lnTo>
                  <a:pt x="6689" y="2552"/>
                </a:lnTo>
                <a:lnTo>
                  <a:pt x="6678" y="2592"/>
                </a:lnTo>
                <a:lnTo>
                  <a:pt x="6675" y="2511"/>
                </a:lnTo>
                <a:close/>
                <a:moveTo>
                  <a:pt x="6678" y="2698"/>
                </a:moveTo>
                <a:lnTo>
                  <a:pt x="6678" y="2698"/>
                </a:lnTo>
                <a:lnTo>
                  <a:pt x="6678" y="2618"/>
                </a:lnTo>
                <a:lnTo>
                  <a:pt x="6689" y="2658"/>
                </a:lnTo>
                <a:lnTo>
                  <a:pt x="6678" y="2698"/>
                </a:lnTo>
                <a:close/>
                <a:moveTo>
                  <a:pt x="6692" y="2663"/>
                </a:moveTo>
                <a:lnTo>
                  <a:pt x="6704" y="2696"/>
                </a:lnTo>
                <a:lnTo>
                  <a:pt x="6680" y="2698"/>
                </a:lnTo>
                <a:lnTo>
                  <a:pt x="6692" y="2663"/>
                </a:lnTo>
                <a:close/>
                <a:moveTo>
                  <a:pt x="6708" y="2615"/>
                </a:moveTo>
                <a:lnTo>
                  <a:pt x="6708" y="2696"/>
                </a:lnTo>
                <a:lnTo>
                  <a:pt x="6708" y="2696"/>
                </a:lnTo>
                <a:lnTo>
                  <a:pt x="6694" y="2658"/>
                </a:lnTo>
                <a:lnTo>
                  <a:pt x="6708" y="2615"/>
                </a:lnTo>
                <a:close/>
                <a:moveTo>
                  <a:pt x="6708" y="2606"/>
                </a:moveTo>
                <a:lnTo>
                  <a:pt x="6692" y="2653"/>
                </a:lnTo>
                <a:lnTo>
                  <a:pt x="6678" y="2608"/>
                </a:lnTo>
                <a:lnTo>
                  <a:pt x="6678" y="2606"/>
                </a:lnTo>
                <a:lnTo>
                  <a:pt x="6708" y="2606"/>
                </a:lnTo>
                <a:lnTo>
                  <a:pt x="6708" y="2606"/>
                </a:lnTo>
                <a:close/>
                <a:moveTo>
                  <a:pt x="6708" y="2601"/>
                </a:moveTo>
                <a:lnTo>
                  <a:pt x="6708" y="2601"/>
                </a:lnTo>
                <a:lnTo>
                  <a:pt x="6678" y="2604"/>
                </a:lnTo>
                <a:lnTo>
                  <a:pt x="6678" y="2604"/>
                </a:lnTo>
                <a:lnTo>
                  <a:pt x="6692" y="2556"/>
                </a:lnTo>
                <a:lnTo>
                  <a:pt x="6708" y="2601"/>
                </a:lnTo>
                <a:close/>
                <a:moveTo>
                  <a:pt x="6708" y="2589"/>
                </a:moveTo>
                <a:lnTo>
                  <a:pt x="6694" y="2552"/>
                </a:lnTo>
                <a:lnTo>
                  <a:pt x="6706" y="2509"/>
                </a:lnTo>
                <a:lnTo>
                  <a:pt x="6708" y="2589"/>
                </a:lnTo>
                <a:close/>
                <a:moveTo>
                  <a:pt x="6706" y="2497"/>
                </a:moveTo>
                <a:lnTo>
                  <a:pt x="6706" y="2497"/>
                </a:lnTo>
                <a:lnTo>
                  <a:pt x="6692" y="2545"/>
                </a:lnTo>
                <a:lnTo>
                  <a:pt x="6675" y="2500"/>
                </a:lnTo>
                <a:lnTo>
                  <a:pt x="6675" y="2500"/>
                </a:lnTo>
                <a:lnTo>
                  <a:pt x="6706" y="2497"/>
                </a:lnTo>
                <a:close/>
                <a:moveTo>
                  <a:pt x="1067" y="3482"/>
                </a:moveTo>
                <a:lnTo>
                  <a:pt x="1074" y="3480"/>
                </a:lnTo>
                <a:lnTo>
                  <a:pt x="1183" y="3664"/>
                </a:lnTo>
                <a:lnTo>
                  <a:pt x="1181" y="3671"/>
                </a:lnTo>
                <a:lnTo>
                  <a:pt x="1067" y="3851"/>
                </a:lnTo>
                <a:lnTo>
                  <a:pt x="1067" y="3482"/>
                </a:lnTo>
                <a:close/>
                <a:moveTo>
                  <a:pt x="971" y="2868"/>
                </a:moveTo>
                <a:lnTo>
                  <a:pt x="971" y="2868"/>
                </a:lnTo>
                <a:lnTo>
                  <a:pt x="968" y="2868"/>
                </a:lnTo>
                <a:lnTo>
                  <a:pt x="963" y="2868"/>
                </a:lnTo>
                <a:lnTo>
                  <a:pt x="971" y="2868"/>
                </a:lnTo>
                <a:close/>
                <a:moveTo>
                  <a:pt x="911" y="1829"/>
                </a:moveTo>
                <a:lnTo>
                  <a:pt x="916" y="1829"/>
                </a:lnTo>
                <a:lnTo>
                  <a:pt x="926" y="1831"/>
                </a:lnTo>
                <a:lnTo>
                  <a:pt x="940" y="1833"/>
                </a:lnTo>
                <a:lnTo>
                  <a:pt x="956" y="1833"/>
                </a:lnTo>
                <a:lnTo>
                  <a:pt x="961" y="1833"/>
                </a:lnTo>
                <a:lnTo>
                  <a:pt x="961" y="1937"/>
                </a:lnTo>
                <a:lnTo>
                  <a:pt x="961" y="1937"/>
                </a:lnTo>
                <a:lnTo>
                  <a:pt x="959" y="1937"/>
                </a:lnTo>
                <a:lnTo>
                  <a:pt x="956" y="1937"/>
                </a:lnTo>
                <a:lnTo>
                  <a:pt x="954" y="1937"/>
                </a:lnTo>
                <a:lnTo>
                  <a:pt x="945" y="1940"/>
                </a:lnTo>
                <a:lnTo>
                  <a:pt x="942" y="1940"/>
                </a:lnTo>
                <a:lnTo>
                  <a:pt x="933" y="1947"/>
                </a:lnTo>
                <a:lnTo>
                  <a:pt x="930" y="1947"/>
                </a:lnTo>
                <a:lnTo>
                  <a:pt x="923" y="1954"/>
                </a:lnTo>
                <a:lnTo>
                  <a:pt x="919" y="1963"/>
                </a:lnTo>
                <a:lnTo>
                  <a:pt x="916" y="1968"/>
                </a:lnTo>
                <a:lnTo>
                  <a:pt x="916" y="1968"/>
                </a:lnTo>
                <a:lnTo>
                  <a:pt x="911" y="1968"/>
                </a:lnTo>
                <a:lnTo>
                  <a:pt x="911" y="1829"/>
                </a:lnTo>
                <a:close/>
                <a:moveTo>
                  <a:pt x="911" y="2015"/>
                </a:moveTo>
                <a:lnTo>
                  <a:pt x="916" y="2015"/>
                </a:lnTo>
                <a:lnTo>
                  <a:pt x="919" y="2020"/>
                </a:lnTo>
                <a:lnTo>
                  <a:pt x="923" y="2030"/>
                </a:lnTo>
                <a:lnTo>
                  <a:pt x="930" y="2037"/>
                </a:lnTo>
                <a:lnTo>
                  <a:pt x="930" y="2039"/>
                </a:lnTo>
                <a:lnTo>
                  <a:pt x="940" y="2044"/>
                </a:lnTo>
                <a:lnTo>
                  <a:pt x="945" y="2044"/>
                </a:lnTo>
                <a:lnTo>
                  <a:pt x="954" y="2048"/>
                </a:lnTo>
                <a:lnTo>
                  <a:pt x="956" y="2048"/>
                </a:lnTo>
                <a:lnTo>
                  <a:pt x="959" y="2048"/>
                </a:lnTo>
                <a:lnTo>
                  <a:pt x="961" y="2048"/>
                </a:lnTo>
                <a:lnTo>
                  <a:pt x="961" y="2048"/>
                </a:lnTo>
                <a:lnTo>
                  <a:pt x="961" y="2124"/>
                </a:lnTo>
                <a:lnTo>
                  <a:pt x="959" y="2124"/>
                </a:lnTo>
                <a:lnTo>
                  <a:pt x="956" y="2124"/>
                </a:lnTo>
                <a:lnTo>
                  <a:pt x="954" y="2124"/>
                </a:lnTo>
                <a:lnTo>
                  <a:pt x="945" y="2126"/>
                </a:lnTo>
                <a:lnTo>
                  <a:pt x="942" y="2126"/>
                </a:lnTo>
                <a:lnTo>
                  <a:pt x="933" y="2133"/>
                </a:lnTo>
                <a:lnTo>
                  <a:pt x="930" y="2133"/>
                </a:lnTo>
                <a:lnTo>
                  <a:pt x="923" y="2141"/>
                </a:lnTo>
                <a:lnTo>
                  <a:pt x="919" y="2150"/>
                </a:lnTo>
                <a:lnTo>
                  <a:pt x="916" y="2155"/>
                </a:lnTo>
                <a:lnTo>
                  <a:pt x="916" y="2155"/>
                </a:lnTo>
                <a:lnTo>
                  <a:pt x="911" y="2155"/>
                </a:lnTo>
                <a:lnTo>
                  <a:pt x="911" y="2015"/>
                </a:lnTo>
                <a:close/>
                <a:moveTo>
                  <a:pt x="911" y="2202"/>
                </a:moveTo>
                <a:lnTo>
                  <a:pt x="916" y="2202"/>
                </a:lnTo>
                <a:lnTo>
                  <a:pt x="919" y="2207"/>
                </a:lnTo>
                <a:lnTo>
                  <a:pt x="923" y="2216"/>
                </a:lnTo>
                <a:lnTo>
                  <a:pt x="930" y="2223"/>
                </a:lnTo>
                <a:lnTo>
                  <a:pt x="933" y="2226"/>
                </a:lnTo>
                <a:lnTo>
                  <a:pt x="942" y="2230"/>
                </a:lnTo>
                <a:lnTo>
                  <a:pt x="952" y="2233"/>
                </a:lnTo>
                <a:lnTo>
                  <a:pt x="954" y="2235"/>
                </a:lnTo>
                <a:lnTo>
                  <a:pt x="956" y="2235"/>
                </a:lnTo>
                <a:lnTo>
                  <a:pt x="959" y="2235"/>
                </a:lnTo>
                <a:lnTo>
                  <a:pt x="961" y="2235"/>
                </a:lnTo>
                <a:lnTo>
                  <a:pt x="961" y="2325"/>
                </a:lnTo>
                <a:lnTo>
                  <a:pt x="961" y="2325"/>
                </a:lnTo>
                <a:lnTo>
                  <a:pt x="956" y="2325"/>
                </a:lnTo>
                <a:lnTo>
                  <a:pt x="954" y="2327"/>
                </a:lnTo>
                <a:lnTo>
                  <a:pt x="952" y="2327"/>
                </a:lnTo>
                <a:lnTo>
                  <a:pt x="952" y="2327"/>
                </a:lnTo>
                <a:lnTo>
                  <a:pt x="940" y="2330"/>
                </a:lnTo>
                <a:lnTo>
                  <a:pt x="930" y="2334"/>
                </a:lnTo>
                <a:lnTo>
                  <a:pt x="928" y="2337"/>
                </a:lnTo>
                <a:lnTo>
                  <a:pt x="921" y="2344"/>
                </a:lnTo>
                <a:lnTo>
                  <a:pt x="916" y="2353"/>
                </a:lnTo>
                <a:lnTo>
                  <a:pt x="916" y="2360"/>
                </a:lnTo>
                <a:lnTo>
                  <a:pt x="914" y="2360"/>
                </a:lnTo>
                <a:lnTo>
                  <a:pt x="911" y="2358"/>
                </a:lnTo>
                <a:lnTo>
                  <a:pt x="911" y="2202"/>
                </a:lnTo>
                <a:close/>
                <a:moveTo>
                  <a:pt x="911" y="2405"/>
                </a:moveTo>
                <a:lnTo>
                  <a:pt x="916" y="2405"/>
                </a:lnTo>
                <a:lnTo>
                  <a:pt x="916" y="2410"/>
                </a:lnTo>
                <a:lnTo>
                  <a:pt x="921" y="2419"/>
                </a:lnTo>
                <a:lnTo>
                  <a:pt x="928" y="2426"/>
                </a:lnTo>
                <a:lnTo>
                  <a:pt x="930" y="2429"/>
                </a:lnTo>
                <a:lnTo>
                  <a:pt x="940" y="2433"/>
                </a:lnTo>
                <a:lnTo>
                  <a:pt x="952" y="2436"/>
                </a:lnTo>
                <a:lnTo>
                  <a:pt x="952" y="2436"/>
                </a:lnTo>
                <a:lnTo>
                  <a:pt x="954" y="2438"/>
                </a:lnTo>
                <a:lnTo>
                  <a:pt x="956" y="2438"/>
                </a:lnTo>
                <a:lnTo>
                  <a:pt x="959" y="2438"/>
                </a:lnTo>
                <a:lnTo>
                  <a:pt x="961" y="2438"/>
                </a:lnTo>
                <a:lnTo>
                  <a:pt x="961" y="2526"/>
                </a:lnTo>
                <a:lnTo>
                  <a:pt x="963" y="2526"/>
                </a:lnTo>
                <a:lnTo>
                  <a:pt x="963" y="2526"/>
                </a:lnTo>
                <a:lnTo>
                  <a:pt x="961" y="2526"/>
                </a:lnTo>
                <a:lnTo>
                  <a:pt x="959" y="2526"/>
                </a:lnTo>
                <a:lnTo>
                  <a:pt x="956" y="2526"/>
                </a:lnTo>
                <a:lnTo>
                  <a:pt x="954" y="2528"/>
                </a:lnTo>
                <a:lnTo>
                  <a:pt x="952" y="2528"/>
                </a:lnTo>
                <a:lnTo>
                  <a:pt x="942" y="2530"/>
                </a:lnTo>
                <a:lnTo>
                  <a:pt x="940" y="2530"/>
                </a:lnTo>
                <a:lnTo>
                  <a:pt x="930" y="2537"/>
                </a:lnTo>
                <a:lnTo>
                  <a:pt x="923" y="2545"/>
                </a:lnTo>
                <a:lnTo>
                  <a:pt x="919" y="2554"/>
                </a:lnTo>
                <a:lnTo>
                  <a:pt x="916" y="2561"/>
                </a:lnTo>
                <a:lnTo>
                  <a:pt x="916" y="2561"/>
                </a:lnTo>
                <a:lnTo>
                  <a:pt x="911" y="2561"/>
                </a:lnTo>
                <a:lnTo>
                  <a:pt x="911" y="2405"/>
                </a:lnTo>
                <a:close/>
                <a:moveTo>
                  <a:pt x="911" y="2604"/>
                </a:moveTo>
                <a:lnTo>
                  <a:pt x="916" y="2604"/>
                </a:lnTo>
                <a:lnTo>
                  <a:pt x="919" y="2611"/>
                </a:lnTo>
                <a:lnTo>
                  <a:pt x="923" y="2620"/>
                </a:lnTo>
                <a:lnTo>
                  <a:pt x="930" y="2627"/>
                </a:lnTo>
                <a:lnTo>
                  <a:pt x="940" y="2634"/>
                </a:lnTo>
                <a:lnTo>
                  <a:pt x="942" y="2634"/>
                </a:lnTo>
                <a:lnTo>
                  <a:pt x="952" y="2637"/>
                </a:lnTo>
                <a:lnTo>
                  <a:pt x="954" y="2637"/>
                </a:lnTo>
                <a:lnTo>
                  <a:pt x="956" y="2637"/>
                </a:lnTo>
                <a:lnTo>
                  <a:pt x="959" y="2639"/>
                </a:lnTo>
                <a:lnTo>
                  <a:pt x="959" y="2639"/>
                </a:lnTo>
                <a:lnTo>
                  <a:pt x="963" y="2639"/>
                </a:lnTo>
                <a:lnTo>
                  <a:pt x="963" y="2639"/>
                </a:lnTo>
                <a:lnTo>
                  <a:pt x="961" y="2639"/>
                </a:lnTo>
                <a:lnTo>
                  <a:pt x="961" y="2755"/>
                </a:lnTo>
                <a:lnTo>
                  <a:pt x="954" y="2757"/>
                </a:lnTo>
                <a:lnTo>
                  <a:pt x="952" y="2757"/>
                </a:lnTo>
                <a:lnTo>
                  <a:pt x="949" y="2757"/>
                </a:lnTo>
                <a:lnTo>
                  <a:pt x="940" y="2759"/>
                </a:lnTo>
                <a:lnTo>
                  <a:pt x="937" y="2759"/>
                </a:lnTo>
                <a:lnTo>
                  <a:pt x="928" y="2767"/>
                </a:lnTo>
                <a:lnTo>
                  <a:pt x="921" y="2774"/>
                </a:lnTo>
                <a:lnTo>
                  <a:pt x="916" y="2783"/>
                </a:lnTo>
                <a:lnTo>
                  <a:pt x="914" y="2790"/>
                </a:lnTo>
                <a:lnTo>
                  <a:pt x="914" y="2790"/>
                </a:lnTo>
                <a:lnTo>
                  <a:pt x="911" y="2790"/>
                </a:lnTo>
                <a:lnTo>
                  <a:pt x="911" y="2604"/>
                </a:lnTo>
                <a:close/>
                <a:moveTo>
                  <a:pt x="911" y="2833"/>
                </a:moveTo>
                <a:lnTo>
                  <a:pt x="914" y="2833"/>
                </a:lnTo>
                <a:lnTo>
                  <a:pt x="916" y="2840"/>
                </a:lnTo>
                <a:lnTo>
                  <a:pt x="921" y="2849"/>
                </a:lnTo>
                <a:lnTo>
                  <a:pt x="928" y="2856"/>
                </a:lnTo>
                <a:lnTo>
                  <a:pt x="937" y="2863"/>
                </a:lnTo>
                <a:lnTo>
                  <a:pt x="940" y="2863"/>
                </a:lnTo>
                <a:lnTo>
                  <a:pt x="949" y="2868"/>
                </a:lnTo>
                <a:lnTo>
                  <a:pt x="952" y="2868"/>
                </a:lnTo>
                <a:lnTo>
                  <a:pt x="961" y="2868"/>
                </a:lnTo>
                <a:lnTo>
                  <a:pt x="961" y="2868"/>
                </a:lnTo>
                <a:lnTo>
                  <a:pt x="961" y="2951"/>
                </a:lnTo>
                <a:lnTo>
                  <a:pt x="914" y="2953"/>
                </a:lnTo>
                <a:lnTo>
                  <a:pt x="911" y="2953"/>
                </a:lnTo>
                <a:lnTo>
                  <a:pt x="911" y="2833"/>
                </a:lnTo>
                <a:close/>
                <a:moveTo>
                  <a:pt x="909" y="3558"/>
                </a:moveTo>
                <a:lnTo>
                  <a:pt x="923" y="3501"/>
                </a:lnTo>
                <a:lnTo>
                  <a:pt x="959" y="3506"/>
                </a:lnTo>
                <a:lnTo>
                  <a:pt x="959" y="3674"/>
                </a:lnTo>
                <a:lnTo>
                  <a:pt x="909" y="3674"/>
                </a:lnTo>
                <a:lnTo>
                  <a:pt x="909" y="3558"/>
                </a:lnTo>
                <a:close/>
                <a:moveTo>
                  <a:pt x="909" y="3733"/>
                </a:moveTo>
                <a:lnTo>
                  <a:pt x="959" y="3735"/>
                </a:lnTo>
                <a:lnTo>
                  <a:pt x="959" y="3943"/>
                </a:lnTo>
                <a:lnTo>
                  <a:pt x="956" y="3943"/>
                </a:lnTo>
                <a:lnTo>
                  <a:pt x="909" y="3789"/>
                </a:lnTo>
                <a:lnTo>
                  <a:pt x="909" y="3733"/>
                </a:lnTo>
                <a:close/>
                <a:moveTo>
                  <a:pt x="1169" y="3948"/>
                </a:moveTo>
                <a:lnTo>
                  <a:pt x="1117" y="3945"/>
                </a:lnTo>
                <a:lnTo>
                  <a:pt x="1067" y="3943"/>
                </a:lnTo>
                <a:lnTo>
                  <a:pt x="1067" y="3938"/>
                </a:lnTo>
                <a:lnTo>
                  <a:pt x="1211" y="3716"/>
                </a:lnTo>
                <a:lnTo>
                  <a:pt x="1211" y="3716"/>
                </a:lnTo>
                <a:lnTo>
                  <a:pt x="1334" y="3926"/>
                </a:lnTo>
                <a:lnTo>
                  <a:pt x="1237" y="3917"/>
                </a:lnTo>
                <a:lnTo>
                  <a:pt x="1237" y="3952"/>
                </a:lnTo>
                <a:lnTo>
                  <a:pt x="1207" y="3952"/>
                </a:lnTo>
                <a:lnTo>
                  <a:pt x="1169" y="3948"/>
                </a:lnTo>
                <a:close/>
              </a:path>
            </a:pathLst>
          </a:custGeom>
          <a:gradFill>
            <a:gsLst>
              <a:gs pos="60200">
                <a:srgbClr val="BDC8DD">
                  <a:alpha val="28000"/>
                </a:srgbClr>
              </a:gs>
              <a:gs pos="100000">
                <a:srgbClr val="91A3C7">
                  <a:alpha val="34000"/>
                </a:srgbClr>
              </a:gs>
              <a:gs pos="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40D8EBEC-3C3F-0722-B95D-8D47D52755E8}"/>
              </a:ext>
            </a:extLst>
          </p:cNvPr>
          <p:cNvSpPr/>
          <p:nvPr userDrawn="1"/>
        </p:nvSpPr>
        <p:spPr>
          <a:xfrm>
            <a:off x="-348343" y="137865"/>
            <a:ext cx="967468" cy="474190"/>
          </a:xfrm>
          <a:prstGeom prst="parallelogram">
            <a:avLst>
              <a:gd name="adj" fmla="val 18514"/>
            </a:avLst>
          </a:prstGeom>
          <a:solidFill>
            <a:srgbClr val="1D418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solidFill>
                <a:schemeClr val="tx1"/>
              </a:solidFill>
              <a:cs typeface="+mn-ea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0EB4A6F-F343-026A-04FB-2DDC945BA0ED}"/>
              </a:ext>
            </a:extLst>
          </p:cNvPr>
          <p:cNvSpPr/>
          <p:nvPr userDrawn="1"/>
        </p:nvSpPr>
        <p:spPr>
          <a:xfrm>
            <a:off x="0" y="5597588"/>
            <a:ext cx="12192000" cy="1260412"/>
          </a:xfrm>
          <a:custGeom>
            <a:avLst/>
            <a:gdLst>
              <a:gd name="connsiteX0" fmla="*/ 12192000 w 12192000"/>
              <a:gd name="connsiteY0" fmla="*/ 0 h 1260412"/>
              <a:gd name="connsiteX1" fmla="*/ 12192000 w 12192000"/>
              <a:gd name="connsiteY1" fmla="*/ 1260412 h 1260412"/>
              <a:gd name="connsiteX2" fmla="*/ 0 w 12192000"/>
              <a:gd name="connsiteY2" fmla="*/ 1260412 h 1260412"/>
              <a:gd name="connsiteX3" fmla="*/ 0 w 12192000"/>
              <a:gd name="connsiteY3" fmla="*/ 335171 h 1260412"/>
              <a:gd name="connsiteX4" fmla="*/ 1 w 12192000"/>
              <a:gd name="connsiteY4" fmla="*/ 335167 h 1260412"/>
              <a:gd name="connsiteX5" fmla="*/ 9002 w 12192000"/>
              <a:gd name="connsiteY5" fmla="*/ 336965 h 1260412"/>
              <a:gd name="connsiteX6" fmla="*/ 2525487 w 12192000"/>
              <a:gd name="connsiteY6" fmla="*/ 719268 h 1260412"/>
              <a:gd name="connsiteX7" fmla="*/ 5617030 w 12192000"/>
              <a:gd name="connsiteY7" fmla="*/ 246939 h 1260412"/>
              <a:gd name="connsiteX8" fmla="*/ 8824687 w 12192000"/>
              <a:gd name="connsiteY8" fmla="*/ 735841 h 1260412"/>
              <a:gd name="connsiteX9" fmla="*/ 12023499 w 12192000"/>
              <a:gd name="connsiteY9" fmla="*/ 51305 h 1260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260412">
                <a:moveTo>
                  <a:pt x="12192000" y="0"/>
                </a:moveTo>
                <a:lnTo>
                  <a:pt x="12192000" y="1260412"/>
                </a:lnTo>
                <a:lnTo>
                  <a:pt x="0" y="1260412"/>
                </a:lnTo>
                <a:lnTo>
                  <a:pt x="0" y="335171"/>
                </a:lnTo>
                <a:lnTo>
                  <a:pt x="1" y="335167"/>
                </a:lnTo>
                <a:lnTo>
                  <a:pt x="9002" y="336965"/>
                </a:lnTo>
                <a:cubicBezTo>
                  <a:pt x="583445" y="455676"/>
                  <a:pt x="1676704" y="726518"/>
                  <a:pt x="2525487" y="719268"/>
                </a:cubicBezTo>
                <a:cubicBezTo>
                  <a:pt x="3495525" y="710981"/>
                  <a:pt x="4567163" y="244177"/>
                  <a:pt x="5617030" y="246939"/>
                </a:cubicBezTo>
                <a:cubicBezTo>
                  <a:pt x="6666897" y="249701"/>
                  <a:pt x="7678059" y="792465"/>
                  <a:pt x="8824687" y="735841"/>
                </a:cubicBezTo>
                <a:cubicBezTo>
                  <a:pt x="9827987" y="686295"/>
                  <a:pt x="10920187" y="384562"/>
                  <a:pt x="12023499" y="51305"/>
                </a:cubicBezTo>
                <a:close/>
              </a:path>
            </a:pathLst>
          </a:custGeom>
          <a:solidFill>
            <a:srgbClr val="1D4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AE482D71-1F0C-188A-1664-1F7F0C3AA8BB}"/>
              </a:ext>
            </a:extLst>
          </p:cNvPr>
          <p:cNvSpPr/>
          <p:nvPr userDrawn="1"/>
        </p:nvSpPr>
        <p:spPr>
          <a:xfrm>
            <a:off x="-333098" y="6032500"/>
            <a:ext cx="12715598" cy="635936"/>
          </a:xfrm>
          <a:custGeom>
            <a:avLst/>
            <a:gdLst>
              <a:gd name="connsiteX0" fmla="*/ 180698 w 12715598"/>
              <a:gd name="connsiteY0" fmla="*/ 279400 h 652421"/>
              <a:gd name="connsiteX1" fmla="*/ 244198 w 12715598"/>
              <a:gd name="connsiteY1" fmla="*/ 317500 h 652421"/>
              <a:gd name="connsiteX2" fmla="*/ 2555598 w 12715598"/>
              <a:gd name="connsiteY2" fmla="*/ 635000 h 652421"/>
              <a:gd name="connsiteX3" fmla="*/ 5540098 w 12715598"/>
              <a:gd name="connsiteY3" fmla="*/ 203200 h 652421"/>
              <a:gd name="connsiteX4" fmla="*/ 8080098 w 12715598"/>
              <a:gd name="connsiteY4" fmla="*/ 609600 h 652421"/>
              <a:gd name="connsiteX5" fmla="*/ 9515198 w 12715598"/>
              <a:gd name="connsiteY5" fmla="*/ 571500 h 652421"/>
              <a:gd name="connsiteX6" fmla="*/ 12715598 w 12715598"/>
              <a:gd name="connsiteY6" fmla="*/ 0 h 652421"/>
              <a:gd name="connsiteX0" fmla="*/ 180698 w 12715598"/>
              <a:gd name="connsiteY0" fmla="*/ 279400 h 635936"/>
              <a:gd name="connsiteX1" fmla="*/ 244198 w 12715598"/>
              <a:gd name="connsiteY1" fmla="*/ 317500 h 635936"/>
              <a:gd name="connsiteX2" fmla="*/ 2555598 w 12715598"/>
              <a:gd name="connsiteY2" fmla="*/ 635000 h 635936"/>
              <a:gd name="connsiteX3" fmla="*/ 5540098 w 12715598"/>
              <a:gd name="connsiteY3" fmla="*/ 203200 h 635936"/>
              <a:gd name="connsiteX4" fmla="*/ 8080098 w 12715598"/>
              <a:gd name="connsiteY4" fmla="*/ 609600 h 635936"/>
              <a:gd name="connsiteX5" fmla="*/ 10213698 w 12715598"/>
              <a:gd name="connsiteY5" fmla="*/ 508000 h 635936"/>
              <a:gd name="connsiteX6" fmla="*/ 12715598 w 12715598"/>
              <a:gd name="connsiteY6" fmla="*/ 0 h 635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715598" h="635936">
                <a:moveTo>
                  <a:pt x="180698" y="279400"/>
                </a:moveTo>
                <a:cubicBezTo>
                  <a:pt x="14539" y="268816"/>
                  <a:pt x="-151619" y="258233"/>
                  <a:pt x="244198" y="317500"/>
                </a:cubicBezTo>
                <a:cubicBezTo>
                  <a:pt x="640015" y="376767"/>
                  <a:pt x="1672948" y="654050"/>
                  <a:pt x="2555598" y="635000"/>
                </a:cubicBezTo>
                <a:cubicBezTo>
                  <a:pt x="3438248" y="615950"/>
                  <a:pt x="4619348" y="207433"/>
                  <a:pt x="5540098" y="203200"/>
                </a:cubicBezTo>
                <a:cubicBezTo>
                  <a:pt x="6460848" y="198967"/>
                  <a:pt x="7301165" y="558800"/>
                  <a:pt x="8080098" y="609600"/>
                </a:cubicBezTo>
                <a:cubicBezTo>
                  <a:pt x="8859031" y="660400"/>
                  <a:pt x="9441115" y="609600"/>
                  <a:pt x="10213698" y="508000"/>
                </a:cubicBezTo>
                <a:cubicBezTo>
                  <a:pt x="10986281" y="406400"/>
                  <a:pt x="11501689" y="234950"/>
                  <a:pt x="12715598" y="0"/>
                </a:cubicBezTo>
              </a:path>
            </a:pathLst>
          </a:custGeom>
          <a:noFill/>
          <a:ln w="25400">
            <a:gradFill flip="none" rotWithShape="1"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0">
                  <a:schemeClr val="bg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8984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C5145EB-4237-A003-88FF-3E9860D0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1E8321-A6BA-0BB1-7015-7FEAF8D2F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FD5802-5B49-90CB-E34B-A32987EC21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F50D1-BA7D-441B-B00C-178DE37E6455}" type="datetimeFigureOut">
              <a:rPr lang="zh-CN" altLang="en-US" smtClean="0"/>
              <a:t>2024/12/4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296EBD-09EA-E8BC-B07A-0C0778D5A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7D3BD8-AC88-7AAD-337F-014CADD73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600AF-A4E2-46F8-8C84-CAB7A44FE6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287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图形 4">
            <a:extLst>
              <a:ext uri="{FF2B5EF4-FFF2-40B4-BE49-F238E27FC236}">
                <a16:creationId xmlns:a16="http://schemas.microsoft.com/office/drawing/2014/main" id="{ED393F0D-4824-B93C-01F9-8FA33762020B}"/>
              </a:ext>
            </a:extLst>
          </p:cNvPr>
          <p:cNvSpPr/>
          <p:nvPr/>
        </p:nvSpPr>
        <p:spPr>
          <a:xfrm>
            <a:off x="8907172" y="3753396"/>
            <a:ext cx="3595461" cy="542390"/>
          </a:xfrm>
          <a:custGeom>
            <a:avLst/>
            <a:gdLst>
              <a:gd name="connsiteX0" fmla="*/ 12164764 w 12192000"/>
              <a:gd name="connsiteY0" fmla="*/ 1807973 h 1839213"/>
              <a:gd name="connsiteX1" fmla="*/ 12164764 w 12192000"/>
              <a:gd name="connsiteY1" fmla="*/ 1776732 h 1839213"/>
              <a:gd name="connsiteX2" fmla="*/ 12141533 w 12192000"/>
              <a:gd name="connsiteY2" fmla="*/ 1776732 h 1839213"/>
              <a:gd name="connsiteX3" fmla="*/ 12141533 w 12192000"/>
              <a:gd name="connsiteY3" fmla="*/ 1765517 h 1839213"/>
              <a:gd name="connsiteX4" fmla="*/ 12119105 w 12192000"/>
              <a:gd name="connsiteY4" fmla="*/ 1754302 h 1839213"/>
              <a:gd name="connsiteX5" fmla="*/ 12020575 w 12192000"/>
              <a:gd name="connsiteY5" fmla="*/ 1754302 h 1839213"/>
              <a:gd name="connsiteX6" fmla="*/ 12020575 w 12192000"/>
              <a:gd name="connsiteY6" fmla="*/ 1711847 h 1839213"/>
              <a:gd name="connsiteX7" fmla="*/ 12022178 w 12192000"/>
              <a:gd name="connsiteY7" fmla="*/ 1709443 h 1839213"/>
              <a:gd name="connsiteX8" fmla="*/ 12022178 w 12192000"/>
              <a:gd name="connsiteY8" fmla="*/ 1697428 h 1839213"/>
              <a:gd name="connsiteX9" fmla="*/ 12048612 w 12192000"/>
              <a:gd name="connsiteY9" fmla="*/ 1690218 h 1839213"/>
              <a:gd name="connsiteX10" fmla="*/ 12048612 w 12192000"/>
              <a:gd name="connsiteY10" fmla="*/ 1685412 h 1839213"/>
              <a:gd name="connsiteX11" fmla="*/ 12027784 w 12192000"/>
              <a:gd name="connsiteY11" fmla="*/ 1672595 h 1839213"/>
              <a:gd name="connsiteX12" fmla="*/ 12001349 w 12192000"/>
              <a:gd name="connsiteY12" fmla="*/ 1661380 h 1839213"/>
              <a:gd name="connsiteX13" fmla="*/ 12001349 w 12192000"/>
              <a:gd name="connsiteY13" fmla="*/ 1654171 h 1839213"/>
              <a:gd name="connsiteX14" fmla="*/ 11998146 w 12192000"/>
              <a:gd name="connsiteY14" fmla="*/ 1651768 h 1839213"/>
              <a:gd name="connsiteX15" fmla="*/ 11998146 w 12192000"/>
              <a:gd name="connsiteY15" fmla="*/ 1642956 h 1839213"/>
              <a:gd name="connsiteX16" fmla="*/ 12022978 w 12192000"/>
              <a:gd name="connsiteY16" fmla="*/ 1629338 h 1839213"/>
              <a:gd name="connsiteX17" fmla="*/ 12024580 w 12192000"/>
              <a:gd name="connsiteY17" fmla="*/ 1618124 h 1839213"/>
              <a:gd name="connsiteX18" fmla="*/ 11997344 w 12192000"/>
              <a:gd name="connsiteY18" fmla="*/ 1605307 h 1839213"/>
              <a:gd name="connsiteX19" fmla="*/ 11965302 w 12192000"/>
              <a:gd name="connsiteY19" fmla="*/ 1591689 h 1839213"/>
              <a:gd name="connsiteX20" fmla="*/ 11965302 w 12192000"/>
              <a:gd name="connsiteY20" fmla="*/ 1584480 h 1839213"/>
              <a:gd name="connsiteX21" fmla="*/ 11963700 w 12192000"/>
              <a:gd name="connsiteY21" fmla="*/ 1581275 h 1839213"/>
              <a:gd name="connsiteX22" fmla="*/ 11963700 w 12192000"/>
              <a:gd name="connsiteY22" fmla="*/ 1561249 h 1839213"/>
              <a:gd name="connsiteX23" fmla="*/ 11990936 w 12192000"/>
              <a:gd name="connsiteY23" fmla="*/ 1554040 h 1839213"/>
              <a:gd name="connsiteX24" fmla="*/ 11990936 w 12192000"/>
              <a:gd name="connsiteY24" fmla="*/ 1542024 h 1839213"/>
              <a:gd name="connsiteX25" fmla="*/ 11933260 w 12192000"/>
              <a:gd name="connsiteY25" fmla="*/ 1507579 h 1839213"/>
              <a:gd name="connsiteX26" fmla="*/ 11899616 w 12192000"/>
              <a:gd name="connsiteY26" fmla="*/ 1477139 h 1839213"/>
              <a:gd name="connsiteX27" fmla="*/ 11899616 w 12192000"/>
              <a:gd name="connsiteY27" fmla="*/ 1474736 h 1839213"/>
              <a:gd name="connsiteX28" fmla="*/ 11901218 w 12192000"/>
              <a:gd name="connsiteY28" fmla="*/ 1474736 h 1839213"/>
              <a:gd name="connsiteX29" fmla="*/ 11901218 w 12192000"/>
              <a:gd name="connsiteY29" fmla="*/ 1464322 h 1839213"/>
              <a:gd name="connsiteX30" fmla="*/ 11894810 w 12192000"/>
              <a:gd name="connsiteY30" fmla="*/ 1453107 h 1839213"/>
              <a:gd name="connsiteX31" fmla="*/ 11896412 w 12192000"/>
              <a:gd name="connsiteY31" fmla="*/ 1453107 h 1839213"/>
              <a:gd name="connsiteX32" fmla="*/ 11898015 w 12192000"/>
              <a:gd name="connsiteY32" fmla="*/ 1451505 h 1839213"/>
              <a:gd name="connsiteX33" fmla="*/ 11898015 w 12192000"/>
              <a:gd name="connsiteY33" fmla="*/ 1447500 h 1839213"/>
              <a:gd name="connsiteX34" fmla="*/ 11895611 w 12192000"/>
              <a:gd name="connsiteY34" fmla="*/ 1447500 h 1839213"/>
              <a:gd name="connsiteX35" fmla="*/ 11898815 w 12192000"/>
              <a:gd name="connsiteY35" fmla="*/ 1435484 h 1839213"/>
              <a:gd name="connsiteX36" fmla="*/ 11887601 w 12192000"/>
              <a:gd name="connsiteY36" fmla="*/ 1425871 h 1839213"/>
              <a:gd name="connsiteX37" fmla="*/ 11876386 w 12192000"/>
              <a:gd name="connsiteY37" fmla="*/ 1435484 h 1839213"/>
              <a:gd name="connsiteX38" fmla="*/ 11879590 w 12192000"/>
              <a:gd name="connsiteY38" fmla="*/ 1447500 h 1839213"/>
              <a:gd name="connsiteX39" fmla="*/ 11877186 w 12192000"/>
              <a:gd name="connsiteY39" fmla="*/ 1447500 h 1839213"/>
              <a:gd name="connsiteX40" fmla="*/ 11877186 w 12192000"/>
              <a:gd name="connsiteY40" fmla="*/ 1451505 h 1839213"/>
              <a:gd name="connsiteX41" fmla="*/ 11878789 w 12192000"/>
              <a:gd name="connsiteY41" fmla="*/ 1453107 h 1839213"/>
              <a:gd name="connsiteX42" fmla="*/ 11880391 w 12192000"/>
              <a:gd name="connsiteY42" fmla="*/ 1453107 h 1839213"/>
              <a:gd name="connsiteX43" fmla="*/ 11873983 w 12192000"/>
              <a:gd name="connsiteY43" fmla="*/ 1464322 h 1839213"/>
              <a:gd name="connsiteX44" fmla="*/ 11873983 w 12192000"/>
              <a:gd name="connsiteY44" fmla="*/ 1474736 h 1839213"/>
              <a:gd name="connsiteX45" fmla="*/ 11875585 w 12192000"/>
              <a:gd name="connsiteY45" fmla="*/ 1474736 h 1839213"/>
              <a:gd name="connsiteX46" fmla="*/ 11875585 w 12192000"/>
              <a:gd name="connsiteY46" fmla="*/ 1477139 h 1839213"/>
              <a:gd name="connsiteX47" fmla="*/ 11841941 w 12192000"/>
              <a:gd name="connsiteY47" fmla="*/ 1507579 h 1839213"/>
              <a:gd name="connsiteX48" fmla="*/ 11784265 w 12192000"/>
              <a:gd name="connsiteY48" fmla="*/ 1542024 h 1839213"/>
              <a:gd name="connsiteX49" fmla="*/ 11784265 w 12192000"/>
              <a:gd name="connsiteY49" fmla="*/ 1554040 h 1839213"/>
              <a:gd name="connsiteX50" fmla="*/ 11811501 w 12192000"/>
              <a:gd name="connsiteY50" fmla="*/ 1561249 h 1839213"/>
              <a:gd name="connsiteX51" fmla="*/ 11811501 w 12192000"/>
              <a:gd name="connsiteY51" fmla="*/ 1581275 h 1839213"/>
              <a:gd name="connsiteX52" fmla="*/ 11809899 w 12192000"/>
              <a:gd name="connsiteY52" fmla="*/ 1584480 h 1839213"/>
              <a:gd name="connsiteX53" fmla="*/ 11809899 w 12192000"/>
              <a:gd name="connsiteY53" fmla="*/ 1591689 h 1839213"/>
              <a:gd name="connsiteX54" fmla="*/ 11777857 w 12192000"/>
              <a:gd name="connsiteY54" fmla="*/ 1605307 h 1839213"/>
              <a:gd name="connsiteX55" fmla="*/ 11750621 w 12192000"/>
              <a:gd name="connsiteY55" fmla="*/ 1618124 h 1839213"/>
              <a:gd name="connsiteX56" fmla="*/ 11752223 w 12192000"/>
              <a:gd name="connsiteY56" fmla="*/ 1629338 h 1839213"/>
              <a:gd name="connsiteX57" fmla="*/ 11777055 w 12192000"/>
              <a:gd name="connsiteY57" fmla="*/ 1642956 h 1839213"/>
              <a:gd name="connsiteX58" fmla="*/ 11777055 w 12192000"/>
              <a:gd name="connsiteY58" fmla="*/ 1651768 h 1839213"/>
              <a:gd name="connsiteX59" fmla="*/ 11773852 w 12192000"/>
              <a:gd name="connsiteY59" fmla="*/ 1654171 h 1839213"/>
              <a:gd name="connsiteX60" fmla="*/ 11773852 w 12192000"/>
              <a:gd name="connsiteY60" fmla="*/ 1661380 h 1839213"/>
              <a:gd name="connsiteX61" fmla="*/ 11747417 w 12192000"/>
              <a:gd name="connsiteY61" fmla="*/ 1672595 h 1839213"/>
              <a:gd name="connsiteX62" fmla="*/ 11726589 w 12192000"/>
              <a:gd name="connsiteY62" fmla="*/ 1685412 h 1839213"/>
              <a:gd name="connsiteX63" fmla="*/ 11726589 w 12192000"/>
              <a:gd name="connsiteY63" fmla="*/ 1690218 h 1839213"/>
              <a:gd name="connsiteX64" fmla="*/ 11753825 w 12192000"/>
              <a:gd name="connsiteY64" fmla="*/ 1697428 h 1839213"/>
              <a:gd name="connsiteX65" fmla="*/ 11753825 w 12192000"/>
              <a:gd name="connsiteY65" fmla="*/ 1709443 h 1839213"/>
              <a:gd name="connsiteX66" fmla="*/ 11755427 w 12192000"/>
              <a:gd name="connsiteY66" fmla="*/ 1711847 h 1839213"/>
              <a:gd name="connsiteX67" fmla="*/ 11755427 w 12192000"/>
              <a:gd name="connsiteY67" fmla="*/ 1754302 h 1839213"/>
              <a:gd name="connsiteX68" fmla="*/ 11708165 w 12192000"/>
              <a:gd name="connsiteY68" fmla="*/ 1754302 h 1839213"/>
              <a:gd name="connsiteX69" fmla="*/ 11672118 w 12192000"/>
              <a:gd name="connsiteY69" fmla="*/ 1738281 h 1839213"/>
              <a:gd name="connsiteX70" fmla="*/ 11670516 w 12192000"/>
              <a:gd name="connsiteY70" fmla="*/ 1713449 h 1839213"/>
              <a:gd name="connsiteX71" fmla="*/ 11692945 w 12192000"/>
              <a:gd name="connsiteY71" fmla="*/ 1698229 h 1839213"/>
              <a:gd name="connsiteX72" fmla="*/ 11700154 w 12192000"/>
              <a:gd name="connsiteY72" fmla="*/ 1688616 h 1839213"/>
              <a:gd name="connsiteX73" fmla="*/ 11669715 w 12192000"/>
              <a:gd name="connsiteY73" fmla="*/ 1681407 h 1839213"/>
              <a:gd name="connsiteX74" fmla="*/ 11668112 w 12192000"/>
              <a:gd name="connsiteY74" fmla="*/ 1657375 h 1839213"/>
              <a:gd name="connsiteX75" fmla="*/ 11692144 w 12192000"/>
              <a:gd name="connsiteY75" fmla="*/ 1644558 h 1839213"/>
              <a:gd name="connsiteX76" fmla="*/ 11696149 w 12192000"/>
              <a:gd name="connsiteY76" fmla="*/ 1635747 h 1839213"/>
              <a:gd name="connsiteX77" fmla="*/ 11667311 w 12192000"/>
              <a:gd name="connsiteY77" fmla="*/ 1626935 h 1839213"/>
              <a:gd name="connsiteX78" fmla="*/ 11665710 w 12192000"/>
              <a:gd name="connsiteY78" fmla="*/ 1601302 h 1839213"/>
              <a:gd name="connsiteX79" fmla="*/ 11691343 w 12192000"/>
              <a:gd name="connsiteY79" fmla="*/ 1586082 h 1839213"/>
              <a:gd name="connsiteX80" fmla="*/ 11695348 w 12192000"/>
              <a:gd name="connsiteY80" fmla="*/ 1580474 h 1839213"/>
              <a:gd name="connsiteX81" fmla="*/ 11663306 w 12192000"/>
              <a:gd name="connsiteY81" fmla="*/ 1570061 h 1839213"/>
              <a:gd name="connsiteX82" fmla="*/ 11663306 w 12192000"/>
              <a:gd name="connsiteY82" fmla="*/ 1544427 h 1839213"/>
              <a:gd name="connsiteX83" fmla="*/ 11688139 w 12192000"/>
              <a:gd name="connsiteY83" fmla="*/ 1533212 h 1839213"/>
              <a:gd name="connsiteX84" fmla="*/ 11692144 w 12192000"/>
              <a:gd name="connsiteY84" fmla="*/ 1527605 h 1839213"/>
              <a:gd name="connsiteX85" fmla="*/ 11660903 w 12192000"/>
              <a:gd name="connsiteY85" fmla="*/ 1515589 h 1839213"/>
              <a:gd name="connsiteX86" fmla="*/ 11662505 w 12192000"/>
              <a:gd name="connsiteY86" fmla="*/ 1492359 h 1839213"/>
              <a:gd name="connsiteX87" fmla="*/ 11682532 w 12192000"/>
              <a:gd name="connsiteY87" fmla="*/ 1481144 h 1839213"/>
              <a:gd name="connsiteX88" fmla="*/ 11686537 w 12192000"/>
              <a:gd name="connsiteY88" fmla="*/ 1472332 h 1839213"/>
              <a:gd name="connsiteX89" fmla="*/ 11660102 w 12192000"/>
              <a:gd name="connsiteY89" fmla="*/ 1459516 h 1839213"/>
              <a:gd name="connsiteX90" fmla="*/ 11660102 w 12192000"/>
              <a:gd name="connsiteY90" fmla="*/ 1435484 h 1839213"/>
              <a:gd name="connsiteX91" fmla="*/ 11682532 w 12192000"/>
              <a:gd name="connsiteY91" fmla="*/ 1430678 h 1839213"/>
              <a:gd name="connsiteX92" fmla="*/ 11686537 w 12192000"/>
              <a:gd name="connsiteY92" fmla="*/ 1422667 h 1839213"/>
              <a:gd name="connsiteX93" fmla="*/ 11659301 w 12192000"/>
              <a:gd name="connsiteY93" fmla="*/ 1409850 h 1839213"/>
              <a:gd name="connsiteX94" fmla="*/ 11659301 w 12192000"/>
              <a:gd name="connsiteY94" fmla="*/ 1387421 h 1839213"/>
              <a:gd name="connsiteX95" fmla="*/ 11680128 w 12192000"/>
              <a:gd name="connsiteY95" fmla="*/ 1378609 h 1839213"/>
              <a:gd name="connsiteX96" fmla="*/ 11684133 w 12192000"/>
              <a:gd name="connsiteY96" fmla="*/ 1369798 h 1839213"/>
              <a:gd name="connsiteX97" fmla="*/ 11653694 w 12192000"/>
              <a:gd name="connsiteY97" fmla="*/ 1357782 h 1839213"/>
              <a:gd name="connsiteX98" fmla="*/ 11653694 w 12192000"/>
              <a:gd name="connsiteY98" fmla="*/ 1340960 h 1839213"/>
              <a:gd name="connsiteX99" fmla="*/ 11678526 w 12192000"/>
              <a:gd name="connsiteY99" fmla="*/ 1323337 h 1839213"/>
              <a:gd name="connsiteX100" fmla="*/ 11684133 w 12192000"/>
              <a:gd name="connsiteY100" fmla="*/ 1306515 h 1839213"/>
              <a:gd name="connsiteX101" fmla="*/ 11582400 w 12192000"/>
              <a:gd name="connsiteY101" fmla="*/ 1256049 h 1839213"/>
              <a:gd name="connsiteX102" fmla="*/ 11582400 w 12192000"/>
              <a:gd name="connsiteY102" fmla="*/ 1253645 h 1839213"/>
              <a:gd name="connsiteX103" fmla="*/ 11584803 w 12192000"/>
              <a:gd name="connsiteY103" fmla="*/ 1251242 h 1839213"/>
              <a:gd name="connsiteX104" fmla="*/ 11584803 w 12192000"/>
              <a:gd name="connsiteY104" fmla="*/ 1249640 h 1839213"/>
              <a:gd name="connsiteX105" fmla="*/ 11581599 w 12192000"/>
              <a:gd name="connsiteY105" fmla="*/ 1248038 h 1839213"/>
              <a:gd name="connsiteX106" fmla="*/ 11581599 w 12192000"/>
              <a:gd name="connsiteY106" fmla="*/ 1236022 h 1839213"/>
              <a:gd name="connsiteX107" fmla="*/ 11593615 w 12192000"/>
              <a:gd name="connsiteY107" fmla="*/ 1232818 h 1839213"/>
              <a:gd name="connsiteX108" fmla="*/ 11593615 w 12192000"/>
              <a:gd name="connsiteY108" fmla="*/ 1225609 h 1839213"/>
              <a:gd name="connsiteX109" fmla="*/ 11574390 w 12192000"/>
              <a:gd name="connsiteY109" fmla="*/ 1209588 h 1839213"/>
              <a:gd name="connsiteX110" fmla="*/ 11574390 w 12192000"/>
              <a:gd name="connsiteY110" fmla="*/ 1204781 h 1839213"/>
              <a:gd name="connsiteX111" fmla="*/ 11581599 w 12192000"/>
              <a:gd name="connsiteY111" fmla="*/ 1199975 h 1839213"/>
              <a:gd name="connsiteX112" fmla="*/ 11581599 w 12192000"/>
              <a:gd name="connsiteY112" fmla="*/ 1195970 h 1839213"/>
              <a:gd name="connsiteX113" fmla="*/ 11574390 w 12192000"/>
              <a:gd name="connsiteY113" fmla="*/ 1189561 h 1839213"/>
              <a:gd name="connsiteX114" fmla="*/ 11563175 w 12192000"/>
              <a:gd name="connsiteY114" fmla="*/ 1177545 h 1839213"/>
              <a:gd name="connsiteX115" fmla="*/ 11570384 w 12192000"/>
              <a:gd name="connsiteY115" fmla="*/ 1164729 h 1839213"/>
              <a:gd name="connsiteX116" fmla="*/ 11555965 w 12192000"/>
              <a:gd name="connsiteY116" fmla="*/ 1152713 h 1839213"/>
              <a:gd name="connsiteX117" fmla="*/ 11541547 w 12192000"/>
              <a:gd name="connsiteY117" fmla="*/ 1164729 h 1839213"/>
              <a:gd name="connsiteX118" fmla="*/ 11548755 w 12192000"/>
              <a:gd name="connsiteY118" fmla="*/ 1177545 h 1839213"/>
              <a:gd name="connsiteX119" fmla="*/ 11537542 w 12192000"/>
              <a:gd name="connsiteY119" fmla="*/ 1189561 h 1839213"/>
              <a:gd name="connsiteX120" fmla="*/ 11530332 w 12192000"/>
              <a:gd name="connsiteY120" fmla="*/ 1195970 h 1839213"/>
              <a:gd name="connsiteX121" fmla="*/ 11530332 w 12192000"/>
              <a:gd name="connsiteY121" fmla="*/ 1199975 h 1839213"/>
              <a:gd name="connsiteX122" fmla="*/ 11537542 w 12192000"/>
              <a:gd name="connsiteY122" fmla="*/ 1204781 h 1839213"/>
              <a:gd name="connsiteX123" fmla="*/ 11537542 w 12192000"/>
              <a:gd name="connsiteY123" fmla="*/ 1209588 h 1839213"/>
              <a:gd name="connsiteX124" fmla="*/ 11517515 w 12192000"/>
              <a:gd name="connsiteY124" fmla="*/ 1225609 h 1839213"/>
              <a:gd name="connsiteX125" fmla="*/ 11517515 w 12192000"/>
              <a:gd name="connsiteY125" fmla="*/ 1232017 h 1839213"/>
              <a:gd name="connsiteX126" fmla="*/ 11530332 w 12192000"/>
              <a:gd name="connsiteY126" fmla="*/ 1235221 h 1839213"/>
              <a:gd name="connsiteX127" fmla="*/ 11530332 w 12192000"/>
              <a:gd name="connsiteY127" fmla="*/ 1247237 h 1839213"/>
              <a:gd name="connsiteX128" fmla="*/ 11527127 w 12192000"/>
              <a:gd name="connsiteY128" fmla="*/ 1248839 h 1839213"/>
              <a:gd name="connsiteX129" fmla="*/ 11527127 w 12192000"/>
              <a:gd name="connsiteY129" fmla="*/ 1252043 h 1839213"/>
              <a:gd name="connsiteX130" fmla="*/ 11528729 w 12192000"/>
              <a:gd name="connsiteY130" fmla="*/ 1254446 h 1839213"/>
              <a:gd name="connsiteX131" fmla="*/ 11528729 w 12192000"/>
              <a:gd name="connsiteY131" fmla="*/ 1256850 h 1839213"/>
              <a:gd name="connsiteX132" fmla="*/ 11426996 w 12192000"/>
              <a:gd name="connsiteY132" fmla="*/ 1307316 h 1839213"/>
              <a:gd name="connsiteX133" fmla="*/ 11432603 w 12192000"/>
              <a:gd name="connsiteY133" fmla="*/ 1324138 h 1839213"/>
              <a:gd name="connsiteX134" fmla="*/ 11457436 w 12192000"/>
              <a:gd name="connsiteY134" fmla="*/ 1341761 h 1839213"/>
              <a:gd name="connsiteX135" fmla="*/ 11457436 w 12192000"/>
              <a:gd name="connsiteY135" fmla="*/ 1358583 h 1839213"/>
              <a:gd name="connsiteX136" fmla="*/ 11426996 w 12192000"/>
              <a:gd name="connsiteY136" fmla="*/ 1370599 h 1839213"/>
              <a:gd name="connsiteX137" fmla="*/ 11431001 w 12192000"/>
              <a:gd name="connsiteY137" fmla="*/ 1379410 h 1839213"/>
              <a:gd name="connsiteX138" fmla="*/ 11451828 w 12192000"/>
              <a:gd name="connsiteY138" fmla="*/ 1388222 h 1839213"/>
              <a:gd name="connsiteX139" fmla="*/ 11451828 w 12192000"/>
              <a:gd name="connsiteY139" fmla="*/ 1410651 h 1839213"/>
              <a:gd name="connsiteX140" fmla="*/ 11424593 w 12192000"/>
              <a:gd name="connsiteY140" fmla="*/ 1423468 h 1839213"/>
              <a:gd name="connsiteX141" fmla="*/ 11428598 w 12192000"/>
              <a:gd name="connsiteY141" fmla="*/ 1431479 h 1839213"/>
              <a:gd name="connsiteX142" fmla="*/ 11451028 w 12192000"/>
              <a:gd name="connsiteY142" fmla="*/ 1436285 h 1839213"/>
              <a:gd name="connsiteX143" fmla="*/ 11451028 w 12192000"/>
              <a:gd name="connsiteY143" fmla="*/ 1460317 h 1839213"/>
              <a:gd name="connsiteX144" fmla="*/ 11424593 w 12192000"/>
              <a:gd name="connsiteY144" fmla="*/ 1473133 h 1839213"/>
              <a:gd name="connsiteX145" fmla="*/ 11428598 w 12192000"/>
              <a:gd name="connsiteY145" fmla="*/ 1481945 h 1839213"/>
              <a:gd name="connsiteX146" fmla="*/ 11449426 w 12192000"/>
              <a:gd name="connsiteY146" fmla="*/ 1493160 h 1839213"/>
              <a:gd name="connsiteX147" fmla="*/ 11450227 w 12192000"/>
              <a:gd name="connsiteY147" fmla="*/ 1509181 h 1839213"/>
              <a:gd name="connsiteX148" fmla="*/ 11442216 w 12192000"/>
              <a:gd name="connsiteY148" fmla="*/ 1509181 h 1839213"/>
              <a:gd name="connsiteX149" fmla="*/ 11442216 w 12192000"/>
              <a:gd name="connsiteY149" fmla="*/ 1502772 h 1839213"/>
              <a:gd name="connsiteX150" fmla="*/ 11387744 w 12192000"/>
              <a:gd name="connsiteY150" fmla="*/ 1502772 h 1839213"/>
              <a:gd name="connsiteX151" fmla="*/ 11387744 w 12192000"/>
              <a:gd name="connsiteY151" fmla="*/ 1420264 h 1839213"/>
              <a:gd name="connsiteX152" fmla="*/ 11378933 w 12192000"/>
              <a:gd name="connsiteY152" fmla="*/ 1420264 h 1839213"/>
              <a:gd name="connsiteX153" fmla="*/ 11378933 w 12192000"/>
              <a:gd name="connsiteY153" fmla="*/ 1393829 h 1839213"/>
              <a:gd name="connsiteX154" fmla="*/ 11370122 w 12192000"/>
              <a:gd name="connsiteY154" fmla="*/ 1393829 h 1839213"/>
              <a:gd name="connsiteX155" fmla="*/ 11370122 w 12192000"/>
              <a:gd name="connsiteY155" fmla="*/ 1399437 h 1839213"/>
              <a:gd name="connsiteX156" fmla="*/ 11364514 w 12192000"/>
              <a:gd name="connsiteY156" fmla="*/ 1399437 h 1839213"/>
              <a:gd name="connsiteX157" fmla="*/ 11364514 w 12192000"/>
              <a:gd name="connsiteY157" fmla="*/ 1388222 h 1839213"/>
              <a:gd name="connsiteX158" fmla="*/ 11374127 w 12192000"/>
              <a:gd name="connsiteY158" fmla="*/ 1377808 h 1839213"/>
              <a:gd name="connsiteX159" fmla="*/ 11382137 w 12192000"/>
              <a:gd name="connsiteY159" fmla="*/ 1360185 h 1839213"/>
              <a:gd name="connsiteX160" fmla="*/ 11359708 w 12192000"/>
              <a:gd name="connsiteY160" fmla="*/ 1360185 h 1839213"/>
              <a:gd name="connsiteX161" fmla="*/ 11359708 w 12192000"/>
              <a:gd name="connsiteY161" fmla="*/ 1352976 h 1839213"/>
              <a:gd name="connsiteX162" fmla="*/ 11308440 w 12192000"/>
              <a:gd name="connsiteY162" fmla="*/ 1352976 h 1839213"/>
              <a:gd name="connsiteX163" fmla="*/ 11308440 w 12192000"/>
              <a:gd name="connsiteY163" fmla="*/ 1357782 h 1839213"/>
              <a:gd name="connsiteX164" fmla="*/ 11291618 w 12192000"/>
              <a:gd name="connsiteY164" fmla="*/ 1357782 h 1839213"/>
              <a:gd name="connsiteX165" fmla="*/ 11291618 w 12192000"/>
              <a:gd name="connsiteY165" fmla="*/ 1320133 h 1839213"/>
              <a:gd name="connsiteX166" fmla="*/ 11244356 w 12192000"/>
              <a:gd name="connsiteY166" fmla="*/ 1320133 h 1839213"/>
              <a:gd name="connsiteX167" fmla="*/ 11244356 w 12192000"/>
              <a:gd name="connsiteY167" fmla="*/ 1324138 h 1839213"/>
              <a:gd name="connsiteX168" fmla="*/ 11239550 w 12192000"/>
              <a:gd name="connsiteY168" fmla="*/ 1324138 h 1839213"/>
              <a:gd name="connsiteX169" fmla="*/ 11239550 w 12192000"/>
              <a:gd name="connsiteY169" fmla="*/ 1356180 h 1839213"/>
              <a:gd name="connsiteX170" fmla="*/ 11235545 w 12192000"/>
              <a:gd name="connsiteY170" fmla="*/ 1356180 h 1839213"/>
              <a:gd name="connsiteX171" fmla="*/ 11235545 w 12192000"/>
              <a:gd name="connsiteY171" fmla="*/ 1225609 h 1839213"/>
              <a:gd name="connsiteX172" fmla="*/ 11210712 w 12192000"/>
              <a:gd name="connsiteY172" fmla="*/ 1225609 h 1839213"/>
              <a:gd name="connsiteX173" fmla="*/ 11210712 w 12192000"/>
              <a:gd name="connsiteY173" fmla="*/ 1195970 h 1839213"/>
              <a:gd name="connsiteX174" fmla="*/ 11205906 w 12192000"/>
              <a:gd name="connsiteY174" fmla="*/ 1195970 h 1839213"/>
              <a:gd name="connsiteX175" fmla="*/ 11205906 w 12192000"/>
              <a:gd name="connsiteY175" fmla="*/ 1199174 h 1839213"/>
              <a:gd name="connsiteX176" fmla="*/ 11186681 w 12192000"/>
              <a:gd name="connsiteY176" fmla="*/ 1199174 h 1839213"/>
              <a:gd name="connsiteX177" fmla="*/ 11141822 w 12192000"/>
              <a:gd name="connsiteY177" fmla="*/ 1147907 h 1839213"/>
              <a:gd name="connsiteX178" fmla="*/ 11141822 w 12192000"/>
              <a:gd name="connsiteY178" fmla="*/ 1067000 h 1839213"/>
              <a:gd name="connsiteX179" fmla="*/ 11137016 w 12192000"/>
              <a:gd name="connsiteY179" fmla="*/ 1067000 h 1839213"/>
              <a:gd name="connsiteX180" fmla="*/ 11137016 w 12192000"/>
              <a:gd name="connsiteY180" fmla="*/ 1145503 h 1839213"/>
              <a:gd name="connsiteX181" fmla="*/ 11100167 w 12192000"/>
              <a:gd name="connsiteY181" fmla="*/ 1103849 h 1839213"/>
              <a:gd name="connsiteX182" fmla="*/ 11100167 w 12192000"/>
              <a:gd name="connsiteY182" fmla="*/ 1095838 h 1839213"/>
              <a:gd name="connsiteX183" fmla="*/ 11094560 w 12192000"/>
              <a:gd name="connsiteY183" fmla="*/ 1095838 h 1839213"/>
              <a:gd name="connsiteX184" fmla="*/ 11094560 w 12192000"/>
              <a:gd name="connsiteY184" fmla="*/ 1120671 h 1839213"/>
              <a:gd name="connsiteX185" fmla="*/ 11046497 w 12192000"/>
              <a:gd name="connsiteY185" fmla="*/ 1203179 h 1839213"/>
              <a:gd name="connsiteX186" fmla="*/ 11046497 w 12192000"/>
              <a:gd name="connsiteY186" fmla="*/ 1041367 h 1839213"/>
              <a:gd name="connsiteX187" fmla="*/ 11042491 w 12192000"/>
              <a:gd name="connsiteY187" fmla="*/ 1041367 h 1839213"/>
              <a:gd name="connsiteX188" fmla="*/ 11042491 w 12192000"/>
              <a:gd name="connsiteY188" fmla="*/ 1221603 h 1839213"/>
              <a:gd name="connsiteX189" fmla="*/ 11035282 w 12192000"/>
              <a:gd name="connsiteY189" fmla="*/ 1221603 h 1839213"/>
              <a:gd name="connsiteX190" fmla="*/ 11035282 w 12192000"/>
              <a:gd name="connsiteY190" fmla="*/ 1210389 h 1839213"/>
              <a:gd name="connsiteX191" fmla="*/ 11028072 w 12192000"/>
              <a:gd name="connsiteY191" fmla="*/ 1210389 h 1839213"/>
              <a:gd name="connsiteX192" fmla="*/ 11028072 w 12192000"/>
              <a:gd name="connsiteY192" fmla="*/ 1220001 h 1839213"/>
              <a:gd name="connsiteX193" fmla="*/ 11021664 w 12192000"/>
              <a:gd name="connsiteY193" fmla="*/ 1220001 h 1839213"/>
              <a:gd name="connsiteX194" fmla="*/ 11021664 w 12192000"/>
              <a:gd name="connsiteY194" fmla="*/ 1208786 h 1839213"/>
              <a:gd name="connsiteX195" fmla="*/ 11016056 w 12192000"/>
              <a:gd name="connsiteY195" fmla="*/ 1208786 h 1839213"/>
              <a:gd name="connsiteX196" fmla="*/ 11016056 w 12192000"/>
              <a:gd name="connsiteY196" fmla="*/ 1242431 h 1839213"/>
              <a:gd name="connsiteX197" fmla="*/ 11002439 w 12192000"/>
              <a:gd name="connsiteY197" fmla="*/ 1242431 h 1839213"/>
              <a:gd name="connsiteX198" fmla="*/ 11002439 w 12192000"/>
              <a:gd name="connsiteY198" fmla="*/ 1353777 h 1839213"/>
              <a:gd name="connsiteX199" fmla="*/ 10997633 w 12192000"/>
              <a:gd name="connsiteY199" fmla="*/ 1353777 h 1839213"/>
              <a:gd name="connsiteX200" fmla="*/ 10997633 w 12192000"/>
              <a:gd name="connsiteY200" fmla="*/ 1358583 h 1839213"/>
              <a:gd name="connsiteX201" fmla="*/ 11001638 w 12192000"/>
              <a:gd name="connsiteY201" fmla="*/ 1358583 h 1839213"/>
              <a:gd name="connsiteX202" fmla="*/ 11001638 w 12192000"/>
              <a:gd name="connsiteY202" fmla="*/ 1368997 h 1839213"/>
              <a:gd name="connsiteX203" fmla="*/ 10971198 w 12192000"/>
              <a:gd name="connsiteY203" fmla="*/ 1368997 h 1839213"/>
              <a:gd name="connsiteX204" fmla="*/ 10971198 w 12192000"/>
              <a:gd name="connsiteY204" fmla="*/ 1364190 h 1839213"/>
              <a:gd name="connsiteX205" fmla="*/ 10963187 w 12192000"/>
              <a:gd name="connsiteY205" fmla="*/ 1364190 h 1839213"/>
              <a:gd name="connsiteX206" fmla="*/ 10963187 w 12192000"/>
              <a:gd name="connsiteY206" fmla="*/ 1370599 h 1839213"/>
              <a:gd name="connsiteX207" fmla="*/ 10937554 w 12192000"/>
              <a:gd name="connsiteY207" fmla="*/ 1370599 h 1839213"/>
              <a:gd name="connsiteX208" fmla="*/ 10937554 w 12192000"/>
              <a:gd name="connsiteY208" fmla="*/ 1405845 h 1839213"/>
              <a:gd name="connsiteX209" fmla="*/ 10923935 w 12192000"/>
              <a:gd name="connsiteY209" fmla="*/ 1405845 h 1839213"/>
              <a:gd name="connsiteX210" fmla="*/ 10923935 w 12192000"/>
              <a:gd name="connsiteY210" fmla="*/ 1397835 h 1839213"/>
              <a:gd name="connsiteX211" fmla="*/ 10883082 w 12192000"/>
              <a:gd name="connsiteY211" fmla="*/ 1397835 h 1839213"/>
              <a:gd name="connsiteX212" fmla="*/ 10883082 w 12192000"/>
              <a:gd name="connsiteY212" fmla="*/ 1323337 h 1839213"/>
              <a:gd name="connsiteX213" fmla="*/ 10871066 w 12192000"/>
              <a:gd name="connsiteY213" fmla="*/ 1323337 h 1839213"/>
              <a:gd name="connsiteX214" fmla="*/ 10871066 w 12192000"/>
              <a:gd name="connsiteY214" fmla="*/ 1345766 h 1839213"/>
              <a:gd name="connsiteX215" fmla="*/ 10857449 w 12192000"/>
              <a:gd name="connsiteY215" fmla="*/ 1345766 h 1839213"/>
              <a:gd name="connsiteX216" fmla="*/ 10857449 w 12192000"/>
              <a:gd name="connsiteY216" fmla="*/ 1337756 h 1839213"/>
              <a:gd name="connsiteX217" fmla="*/ 10849438 w 12192000"/>
              <a:gd name="connsiteY217" fmla="*/ 1337756 h 1839213"/>
              <a:gd name="connsiteX218" fmla="*/ 10849438 w 12192000"/>
              <a:gd name="connsiteY218" fmla="*/ 1344965 h 1839213"/>
              <a:gd name="connsiteX219" fmla="*/ 10826208 w 12192000"/>
              <a:gd name="connsiteY219" fmla="*/ 1344965 h 1839213"/>
              <a:gd name="connsiteX220" fmla="*/ 10826208 w 12192000"/>
              <a:gd name="connsiteY220" fmla="*/ 1018937 h 1839213"/>
              <a:gd name="connsiteX221" fmla="*/ 10818197 w 12192000"/>
              <a:gd name="connsiteY221" fmla="*/ 1018937 h 1839213"/>
              <a:gd name="connsiteX222" fmla="*/ 10818197 w 12192000"/>
              <a:gd name="connsiteY222" fmla="*/ 1099844 h 1839213"/>
              <a:gd name="connsiteX223" fmla="*/ 10756517 w 12192000"/>
              <a:gd name="connsiteY223" fmla="*/ 1099844 h 1839213"/>
              <a:gd name="connsiteX224" fmla="*/ 10756517 w 12192000"/>
              <a:gd name="connsiteY224" fmla="*/ 1018937 h 1839213"/>
              <a:gd name="connsiteX225" fmla="*/ 10750909 w 12192000"/>
              <a:gd name="connsiteY225" fmla="*/ 1018937 h 1839213"/>
              <a:gd name="connsiteX226" fmla="*/ 10750909 w 12192000"/>
              <a:gd name="connsiteY226" fmla="*/ 1083021 h 1839213"/>
              <a:gd name="connsiteX227" fmla="*/ 10730081 w 12192000"/>
              <a:gd name="connsiteY227" fmla="*/ 1083021 h 1839213"/>
              <a:gd name="connsiteX228" fmla="*/ 10730081 w 12192000"/>
              <a:gd name="connsiteY228" fmla="*/ 1099844 h 1839213"/>
              <a:gd name="connsiteX229" fmla="*/ 10661191 w 12192000"/>
              <a:gd name="connsiteY229" fmla="*/ 1099844 h 1839213"/>
              <a:gd name="connsiteX230" fmla="*/ 10661191 w 12192000"/>
              <a:gd name="connsiteY230" fmla="*/ 1062995 h 1839213"/>
              <a:gd name="connsiteX231" fmla="*/ 10581887 w 12192000"/>
              <a:gd name="connsiteY231" fmla="*/ 1062995 h 1839213"/>
              <a:gd name="connsiteX232" fmla="*/ 10581887 w 12192000"/>
              <a:gd name="connsiteY232" fmla="*/ 1054985 h 1839213"/>
              <a:gd name="connsiteX233" fmla="*/ 10558656 w 12192000"/>
              <a:gd name="connsiteY233" fmla="*/ 1054985 h 1839213"/>
              <a:gd name="connsiteX234" fmla="*/ 10541834 w 12192000"/>
              <a:gd name="connsiteY234" fmla="*/ 1067000 h 1839213"/>
              <a:gd name="connsiteX235" fmla="*/ 10526614 w 12192000"/>
              <a:gd name="connsiteY235" fmla="*/ 1067000 h 1839213"/>
              <a:gd name="connsiteX236" fmla="*/ 10526614 w 12192000"/>
              <a:gd name="connsiteY236" fmla="*/ 1056587 h 1839213"/>
              <a:gd name="connsiteX237" fmla="*/ 10471342 w 12192000"/>
              <a:gd name="connsiteY237" fmla="*/ 1056587 h 1839213"/>
              <a:gd name="connsiteX238" fmla="*/ 10471342 w 12192000"/>
              <a:gd name="connsiteY238" fmla="*/ 1062995 h 1839213"/>
              <a:gd name="connsiteX239" fmla="*/ 10457724 w 12192000"/>
              <a:gd name="connsiteY239" fmla="*/ 1062995 h 1839213"/>
              <a:gd name="connsiteX240" fmla="*/ 10457724 w 12192000"/>
              <a:gd name="connsiteY240" fmla="*/ 1054985 h 1839213"/>
              <a:gd name="connsiteX241" fmla="*/ 10376017 w 12192000"/>
              <a:gd name="connsiteY241" fmla="*/ 1054985 h 1839213"/>
              <a:gd name="connsiteX242" fmla="*/ 10354388 w 12192000"/>
              <a:gd name="connsiteY242" fmla="*/ 1071006 h 1839213"/>
              <a:gd name="connsiteX243" fmla="*/ 10263870 w 12192000"/>
              <a:gd name="connsiteY243" fmla="*/ 1071006 h 1839213"/>
              <a:gd name="connsiteX244" fmla="*/ 10263870 w 12192000"/>
              <a:gd name="connsiteY244" fmla="*/ 1085425 h 1839213"/>
              <a:gd name="connsiteX245" fmla="*/ 10207796 w 12192000"/>
              <a:gd name="connsiteY245" fmla="*/ 1085425 h 1839213"/>
              <a:gd name="connsiteX246" fmla="*/ 10207796 w 12192000"/>
              <a:gd name="connsiteY246" fmla="*/ 1018937 h 1839213"/>
              <a:gd name="connsiteX247" fmla="*/ 10202189 w 12192000"/>
              <a:gd name="connsiteY247" fmla="*/ 1018937 h 1839213"/>
              <a:gd name="connsiteX248" fmla="*/ 10202189 w 12192000"/>
              <a:gd name="connsiteY248" fmla="*/ 1077414 h 1839213"/>
              <a:gd name="connsiteX249" fmla="*/ 10186167 w 12192000"/>
              <a:gd name="connsiteY249" fmla="*/ 1077414 h 1839213"/>
              <a:gd name="connsiteX250" fmla="*/ 10186167 w 12192000"/>
              <a:gd name="connsiteY250" fmla="*/ 1103849 h 1839213"/>
              <a:gd name="connsiteX251" fmla="*/ 10162937 w 12192000"/>
              <a:gd name="connsiteY251" fmla="*/ 1103849 h 1839213"/>
              <a:gd name="connsiteX252" fmla="*/ 10162937 w 12192000"/>
              <a:gd name="connsiteY252" fmla="*/ 1133488 h 1839213"/>
              <a:gd name="connsiteX253" fmla="*/ 10131697 w 12192000"/>
              <a:gd name="connsiteY253" fmla="*/ 1133488 h 1839213"/>
              <a:gd name="connsiteX254" fmla="*/ 10131697 w 12192000"/>
              <a:gd name="connsiteY254" fmla="*/ 1125477 h 1839213"/>
              <a:gd name="connsiteX255" fmla="*/ 10108466 w 12192000"/>
              <a:gd name="connsiteY255" fmla="*/ 1125477 h 1839213"/>
              <a:gd name="connsiteX256" fmla="*/ 10108466 w 12192000"/>
              <a:gd name="connsiteY256" fmla="*/ 1147907 h 1839213"/>
              <a:gd name="connsiteX257" fmla="*/ 10089240 w 12192000"/>
              <a:gd name="connsiteY257" fmla="*/ 1166331 h 1839213"/>
              <a:gd name="connsiteX258" fmla="*/ 10089240 w 12192000"/>
              <a:gd name="connsiteY258" fmla="*/ 1339358 h 1839213"/>
              <a:gd name="connsiteX259" fmla="*/ 10082031 w 12192000"/>
              <a:gd name="connsiteY259" fmla="*/ 1347368 h 1839213"/>
              <a:gd name="connsiteX260" fmla="*/ 10082031 w 12192000"/>
              <a:gd name="connsiteY260" fmla="*/ 1377808 h 1839213"/>
              <a:gd name="connsiteX261" fmla="*/ 10074821 w 12192000"/>
              <a:gd name="connsiteY261" fmla="*/ 1377808 h 1839213"/>
              <a:gd name="connsiteX262" fmla="*/ 10074821 w 12192000"/>
              <a:gd name="connsiteY262" fmla="*/ 1385819 h 1839213"/>
              <a:gd name="connsiteX263" fmla="*/ 10052392 w 12192000"/>
              <a:gd name="connsiteY263" fmla="*/ 1385819 h 1839213"/>
              <a:gd name="connsiteX264" fmla="*/ 10052392 w 12192000"/>
              <a:gd name="connsiteY264" fmla="*/ 785831 h 1839213"/>
              <a:gd name="connsiteX265" fmla="*/ 10016345 w 12192000"/>
              <a:gd name="connsiteY265" fmla="*/ 785831 h 1839213"/>
              <a:gd name="connsiteX266" fmla="*/ 10016345 w 12192000"/>
              <a:gd name="connsiteY266" fmla="*/ 777020 h 1839213"/>
              <a:gd name="connsiteX267" fmla="*/ 10001926 w 12192000"/>
              <a:gd name="connsiteY267" fmla="*/ 777020 h 1839213"/>
              <a:gd name="connsiteX268" fmla="*/ 10001926 w 12192000"/>
              <a:gd name="connsiteY268" fmla="*/ 785030 h 1839213"/>
              <a:gd name="connsiteX269" fmla="*/ 9967481 w 12192000"/>
              <a:gd name="connsiteY269" fmla="*/ 785030 h 1839213"/>
              <a:gd name="connsiteX270" fmla="*/ 9967481 w 12192000"/>
              <a:gd name="connsiteY270" fmla="*/ 563940 h 1839213"/>
              <a:gd name="connsiteX271" fmla="*/ 9917014 w 12192000"/>
              <a:gd name="connsiteY271" fmla="*/ 563940 h 1839213"/>
              <a:gd name="connsiteX272" fmla="*/ 9917014 w 12192000"/>
              <a:gd name="connsiteY272" fmla="*/ 504662 h 1839213"/>
              <a:gd name="connsiteX273" fmla="*/ 9909805 w 12192000"/>
              <a:gd name="connsiteY273" fmla="*/ 504662 h 1839213"/>
              <a:gd name="connsiteX274" fmla="*/ 9909805 w 12192000"/>
              <a:gd name="connsiteY274" fmla="*/ 541511 h 1839213"/>
              <a:gd name="connsiteX275" fmla="*/ 9868951 w 12192000"/>
              <a:gd name="connsiteY275" fmla="*/ 541511 h 1839213"/>
              <a:gd name="connsiteX276" fmla="*/ 9868951 w 12192000"/>
              <a:gd name="connsiteY276" fmla="*/ 528694 h 1839213"/>
              <a:gd name="connsiteX277" fmla="*/ 9863344 w 12192000"/>
              <a:gd name="connsiteY277" fmla="*/ 528694 h 1839213"/>
              <a:gd name="connsiteX278" fmla="*/ 9863344 w 12192000"/>
              <a:gd name="connsiteY278" fmla="*/ 539108 h 1839213"/>
              <a:gd name="connsiteX279" fmla="*/ 9775229 w 12192000"/>
              <a:gd name="connsiteY279" fmla="*/ 539108 h 1839213"/>
              <a:gd name="connsiteX280" fmla="*/ 9775229 w 12192000"/>
              <a:gd name="connsiteY280" fmla="*/ 504662 h 1839213"/>
              <a:gd name="connsiteX281" fmla="*/ 9769621 w 12192000"/>
              <a:gd name="connsiteY281" fmla="*/ 504662 h 1839213"/>
              <a:gd name="connsiteX282" fmla="*/ 9769621 w 12192000"/>
              <a:gd name="connsiteY282" fmla="*/ 552725 h 1839213"/>
              <a:gd name="connsiteX283" fmla="*/ 9756804 w 12192000"/>
              <a:gd name="connsiteY283" fmla="*/ 552725 h 1839213"/>
              <a:gd name="connsiteX284" fmla="*/ 9756804 w 12192000"/>
              <a:gd name="connsiteY284" fmla="*/ 546317 h 1839213"/>
              <a:gd name="connsiteX285" fmla="*/ 9747192 w 12192000"/>
              <a:gd name="connsiteY285" fmla="*/ 546317 h 1839213"/>
              <a:gd name="connsiteX286" fmla="*/ 9747192 w 12192000"/>
              <a:gd name="connsiteY286" fmla="*/ 573553 h 1839213"/>
              <a:gd name="connsiteX287" fmla="*/ 9699129 w 12192000"/>
              <a:gd name="connsiteY287" fmla="*/ 573553 h 1839213"/>
              <a:gd name="connsiteX288" fmla="*/ 9682306 w 12192000"/>
              <a:gd name="connsiteY288" fmla="*/ 585569 h 1839213"/>
              <a:gd name="connsiteX289" fmla="*/ 9682306 w 12192000"/>
              <a:gd name="connsiteY289" fmla="*/ 863533 h 1839213"/>
              <a:gd name="connsiteX290" fmla="*/ 9685510 w 12192000"/>
              <a:gd name="connsiteY290" fmla="*/ 863533 h 1839213"/>
              <a:gd name="connsiteX291" fmla="*/ 9685510 w 12192000"/>
              <a:gd name="connsiteY291" fmla="*/ 877952 h 1839213"/>
              <a:gd name="connsiteX292" fmla="*/ 9682306 w 12192000"/>
              <a:gd name="connsiteY292" fmla="*/ 877952 h 1839213"/>
              <a:gd name="connsiteX293" fmla="*/ 9682306 w 12192000"/>
              <a:gd name="connsiteY293" fmla="*/ 1441091 h 1839213"/>
              <a:gd name="connsiteX294" fmla="*/ 9672694 w 12192000"/>
              <a:gd name="connsiteY294" fmla="*/ 1451505 h 1839213"/>
              <a:gd name="connsiteX295" fmla="*/ 9672694 w 12192000"/>
              <a:gd name="connsiteY295" fmla="*/ 1466725 h 1839213"/>
              <a:gd name="connsiteX296" fmla="*/ 9621426 w 12192000"/>
              <a:gd name="connsiteY296" fmla="*/ 1466725 h 1839213"/>
              <a:gd name="connsiteX297" fmla="*/ 9621426 w 12192000"/>
              <a:gd name="connsiteY297" fmla="*/ 1484348 h 1839213"/>
              <a:gd name="connsiteX298" fmla="*/ 9627835 w 12192000"/>
              <a:gd name="connsiteY298" fmla="*/ 1484348 h 1839213"/>
              <a:gd name="connsiteX299" fmla="*/ 9627835 w 12192000"/>
              <a:gd name="connsiteY299" fmla="*/ 1509181 h 1839213"/>
              <a:gd name="connsiteX300" fmla="*/ 9566955 w 12192000"/>
              <a:gd name="connsiteY300" fmla="*/ 1509181 h 1839213"/>
              <a:gd name="connsiteX301" fmla="*/ 9566955 w 12192000"/>
              <a:gd name="connsiteY301" fmla="*/ 1414657 h 1839213"/>
              <a:gd name="connsiteX302" fmla="*/ 9528505 w 12192000"/>
              <a:gd name="connsiteY302" fmla="*/ 1414657 h 1839213"/>
              <a:gd name="connsiteX303" fmla="*/ 9527704 w 12192000"/>
              <a:gd name="connsiteY303" fmla="*/ 1256850 h 1839213"/>
              <a:gd name="connsiteX304" fmla="*/ 9458814 w 12192000"/>
              <a:gd name="connsiteY304" fmla="*/ 732962 h 1839213"/>
              <a:gd name="connsiteX305" fmla="*/ 9299404 w 12192000"/>
              <a:gd name="connsiteY305" fmla="*/ 485437 h 1839213"/>
              <a:gd name="connsiteX306" fmla="*/ 9139995 w 12192000"/>
              <a:gd name="connsiteY306" fmla="*/ 732962 h 1839213"/>
              <a:gd name="connsiteX307" fmla="*/ 9072706 w 12192000"/>
              <a:gd name="connsiteY307" fmla="*/ 1205582 h 1839213"/>
              <a:gd name="connsiteX308" fmla="*/ 9024643 w 12192000"/>
              <a:gd name="connsiteY308" fmla="*/ 1205582 h 1839213"/>
              <a:gd name="connsiteX309" fmla="*/ 9024643 w 12192000"/>
              <a:gd name="connsiteY309" fmla="*/ 1191163 h 1839213"/>
              <a:gd name="connsiteX310" fmla="*/ 9003816 w 12192000"/>
              <a:gd name="connsiteY310" fmla="*/ 1191163 h 1839213"/>
              <a:gd name="connsiteX311" fmla="*/ 9003816 w 12192000"/>
              <a:gd name="connsiteY311" fmla="*/ 1202378 h 1839213"/>
              <a:gd name="connsiteX312" fmla="*/ 8988596 w 12192000"/>
              <a:gd name="connsiteY312" fmla="*/ 1202378 h 1839213"/>
              <a:gd name="connsiteX313" fmla="*/ 8988596 w 12192000"/>
              <a:gd name="connsiteY313" fmla="*/ 1199174 h 1839213"/>
              <a:gd name="connsiteX314" fmla="*/ 8974978 w 12192000"/>
              <a:gd name="connsiteY314" fmla="*/ 1199174 h 1839213"/>
              <a:gd name="connsiteX315" fmla="*/ 8974978 w 12192000"/>
              <a:gd name="connsiteY315" fmla="*/ 1210389 h 1839213"/>
              <a:gd name="connsiteX316" fmla="*/ 8914099 w 12192000"/>
              <a:gd name="connsiteY316" fmla="*/ 1210389 h 1839213"/>
              <a:gd name="connsiteX317" fmla="*/ 8914099 w 12192000"/>
              <a:gd name="connsiteY317" fmla="*/ 1238425 h 1839213"/>
              <a:gd name="connsiteX318" fmla="*/ 8878852 w 12192000"/>
              <a:gd name="connsiteY318" fmla="*/ 1238425 h 1839213"/>
              <a:gd name="connsiteX319" fmla="*/ 8878852 w 12192000"/>
              <a:gd name="connsiteY319" fmla="*/ 1372201 h 1839213"/>
              <a:gd name="connsiteX320" fmla="*/ 8866036 w 12192000"/>
              <a:gd name="connsiteY320" fmla="*/ 1372201 h 1839213"/>
              <a:gd name="connsiteX321" fmla="*/ 8866036 w 12192000"/>
              <a:gd name="connsiteY321" fmla="*/ 1423468 h 1839213"/>
              <a:gd name="connsiteX322" fmla="*/ 8843606 w 12192000"/>
              <a:gd name="connsiteY322" fmla="*/ 1423468 h 1839213"/>
              <a:gd name="connsiteX323" fmla="*/ 8843606 w 12192000"/>
              <a:gd name="connsiteY323" fmla="*/ 1306515 h 1839213"/>
              <a:gd name="connsiteX324" fmla="*/ 8835595 w 12192000"/>
              <a:gd name="connsiteY324" fmla="*/ 1306515 h 1839213"/>
              <a:gd name="connsiteX325" fmla="*/ 8835595 w 12192000"/>
              <a:gd name="connsiteY325" fmla="*/ 1335353 h 1839213"/>
              <a:gd name="connsiteX326" fmla="*/ 8797144 w 12192000"/>
              <a:gd name="connsiteY326" fmla="*/ 1335353 h 1839213"/>
              <a:gd name="connsiteX327" fmla="*/ 8797144 w 12192000"/>
              <a:gd name="connsiteY327" fmla="*/ 1223205 h 1839213"/>
              <a:gd name="connsiteX328" fmla="*/ 8753888 w 12192000"/>
              <a:gd name="connsiteY328" fmla="*/ 1223205 h 1839213"/>
              <a:gd name="connsiteX329" fmla="*/ 8753888 w 12192000"/>
              <a:gd name="connsiteY329" fmla="*/ 1204781 h 1839213"/>
              <a:gd name="connsiteX330" fmla="*/ 8685799 w 12192000"/>
              <a:gd name="connsiteY330" fmla="*/ 1204781 h 1839213"/>
              <a:gd name="connsiteX331" fmla="*/ 8685799 w 12192000"/>
              <a:gd name="connsiteY331" fmla="*/ 1155917 h 1839213"/>
              <a:gd name="connsiteX332" fmla="*/ 8673783 w 12192000"/>
              <a:gd name="connsiteY332" fmla="*/ 1155917 h 1839213"/>
              <a:gd name="connsiteX333" fmla="*/ 8673783 w 12192000"/>
              <a:gd name="connsiteY333" fmla="*/ 1201577 h 1839213"/>
              <a:gd name="connsiteX334" fmla="*/ 8659364 w 12192000"/>
              <a:gd name="connsiteY334" fmla="*/ 1201577 h 1839213"/>
              <a:gd name="connsiteX335" fmla="*/ 8659364 w 12192000"/>
              <a:gd name="connsiteY335" fmla="*/ 1215996 h 1839213"/>
              <a:gd name="connsiteX336" fmla="*/ 8646547 w 12192000"/>
              <a:gd name="connsiteY336" fmla="*/ 1215996 h 1839213"/>
              <a:gd name="connsiteX337" fmla="*/ 8646547 w 12192000"/>
              <a:gd name="connsiteY337" fmla="*/ 1244033 h 1839213"/>
              <a:gd name="connsiteX338" fmla="*/ 8604091 w 12192000"/>
              <a:gd name="connsiteY338" fmla="*/ 1244033 h 1839213"/>
              <a:gd name="connsiteX339" fmla="*/ 8604091 w 12192000"/>
              <a:gd name="connsiteY339" fmla="*/ 1393028 h 1839213"/>
              <a:gd name="connsiteX340" fmla="*/ 8569647 w 12192000"/>
              <a:gd name="connsiteY340" fmla="*/ 1393028 h 1839213"/>
              <a:gd name="connsiteX341" fmla="*/ 8569647 w 12192000"/>
              <a:gd name="connsiteY341" fmla="*/ 672082 h 1839213"/>
              <a:gd name="connsiteX342" fmla="*/ 8516776 w 12192000"/>
              <a:gd name="connsiteY342" fmla="*/ 672082 h 1839213"/>
              <a:gd name="connsiteX343" fmla="*/ 8516776 w 12192000"/>
              <a:gd name="connsiteY343" fmla="*/ 647250 h 1839213"/>
              <a:gd name="connsiteX344" fmla="*/ 8522384 w 12192000"/>
              <a:gd name="connsiteY344" fmla="*/ 647250 h 1839213"/>
              <a:gd name="connsiteX345" fmla="*/ 8522384 w 12192000"/>
              <a:gd name="connsiteY345" fmla="*/ 292384 h 1839213"/>
              <a:gd name="connsiteX346" fmla="*/ 8512771 w 12192000"/>
              <a:gd name="connsiteY346" fmla="*/ 292384 h 1839213"/>
              <a:gd name="connsiteX347" fmla="*/ 8512771 w 12192000"/>
              <a:gd name="connsiteY347" fmla="*/ 284373 h 1839213"/>
              <a:gd name="connsiteX348" fmla="*/ 8485536 w 12192000"/>
              <a:gd name="connsiteY348" fmla="*/ 284373 h 1839213"/>
              <a:gd name="connsiteX349" fmla="*/ 8485536 w 12192000"/>
              <a:gd name="connsiteY349" fmla="*/ 289981 h 1839213"/>
              <a:gd name="connsiteX350" fmla="*/ 8262043 w 12192000"/>
              <a:gd name="connsiteY350" fmla="*/ 289981 h 1839213"/>
              <a:gd name="connsiteX351" fmla="*/ 8262043 w 12192000"/>
              <a:gd name="connsiteY351" fmla="*/ 297991 h 1839213"/>
              <a:gd name="connsiteX352" fmla="*/ 8213179 w 12192000"/>
              <a:gd name="connsiteY352" fmla="*/ 297991 h 1839213"/>
              <a:gd name="connsiteX353" fmla="*/ 8213179 w 12192000"/>
              <a:gd name="connsiteY353" fmla="*/ 285174 h 1839213"/>
              <a:gd name="connsiteX354" fmla="*/ 8195555 w 12192000"/>
              <a:gd name="connsiteY354" fmla="*/ 285174 h 1839213"/>
              <a:gd name="connsiteX355" fmla="*/ 8195555 w 12192000"/>
              <a:gd name="connsiteY355" fmla="*/ 1401039 h 1839213"/>
              <a:gd name="connsiteX356" fmla="*/ 8138681 w 12192000"/>
              <a:gd name="connsiteY356" fmla="*/ 1401039 h 1839213"/>
              <a:gd name="connsiteX357" fmla="*/ 8138681 w 12192000"/>
              <a:gd name="connsiteY357" fmla="*/ 1415458 h 1839213"/>
              <a:gd name="connsiteX358" fmla="*/ 8123461 w 12192000"/>
              <a:gd name="connsiteY358" fmla="*/ 1415458 h 1839213"/>
              <a:gd name="connsiteX359" fmla="*/ 8123461 w 12192000"/>
              <a:gd name="connsiteY359" fmla="*/ 1409049 h 1839213"/>
              <a:gd name="connsiteX360" fmla="*/ 8067387 w 12192000"/>
              <a:gd name="connsiteY360" fmla="*/ 1409049 h 1839213"/>
              <a:gd name="connsiteX361" fmla="*/ 8067387 w 12192000"/>
              <a:gd name="connsiteY361" fmla="*/ 1354578 h 1839213"/>
              <a:gd name="connsiteX362" fmla="*/ 8060979 w 12192000"/>
              <a:gd name="connsiteY362" fmla="*/ 1354578 h 1839213"/>
              <a:gd name="connsiteX363" fmla="*/ 8060979 w 12192000"/>
              <a:gd name="connsiteY363" fmla="*/ 1438688 h 1839213"/>
              <a:gd name="connsiteX364" fmla="*/ 8000099 w 12192000"/>
              <a:gd name="connsiteY364" fmla="*/ 1438688 h 1839213"/>
              <a:gd name="connsiteX365" fmla="*/ 8000099 w 12192000"/>
              <a:gd name="connsiteY365" fmla="*/ 1563652 h 1839213"/>
              <a:gd name="connsiteX366" fmla="*/ 7994492 w 12192000"/>
              <a:gd name="connsiteY366" fmla="*/ 1563652 h 1839213"/>
              <a:gd name="connsiteX367" fmla="*/ 7965654 w 12192000"/>
              <a:gd name="connsiteY367" fmla="*/ 1303311 h 1839213"/>
              <a:gd name="connsiteX368" fmla="*/ 7965654 w 12192000"/>
              <a:gd name="connsiteY368" fmla="*/ 805057 h 1839213"/>
              <a:gd name="connsiteX369" fmla="*/ 7626809 w 12192000"/>
              <a:gd name="connsiteY369" fmla="*/ 805057 h 1839213"/>
              <a:gd name="connsiteX370" fmla="*/ 7626809 w 12192000"/>
              <a:gd name="connsiteY370" fmla="*/ 1364190 h 1839213"/>
              <a:gd name="connsiteX371" fmla="*/ 7586756 w 12192000"/>
              <a:gd name="connsiteY371" fmla="*/ 1364190 h 1839213"/>
              <a:gd name="connsiteX372" fmla="*/ 7586756 w 12192000"/>
              <a:gd name="connsiteY372" fmla="*/ 1374604 h 1839213"/>
              <a:gd name="connsiteX373" fmla="*/ 7564327 w 12192000"/>
              <a:gd name="connsiteY373" fmla="*/ 1374604 h 1839213"/>
              <a:gd name="connsiteX374" fmla="*/ 7564327 w 12192000"/>
              <a:gd name="connsiteY374" fmla="*/ 1031754 h 1839213"/>
              <a:gd name="connsiteX375" fmla="*/ 7555516 w 12192000"/>
              <a:gd name="connsiteY375" fmla="*/ 1031754 h 1839213"/>
              <a:gd name="connsiteX376" fmla="*/ 7555516 w 12192000"/>
              <a:gd name="connsiteY376" fmla="*/ 867539 h 1839213"/>
              <a:gd name="connsiteX377" fmla="*/ 7502646 w 12192000"/>
              <a:gd name="connsiteY377" fmla="*/ 867539 h 1839213"/>
              <a:gd name="connsiteX378" fmla="*/ 7502646 w 12192000"/>
              <a:gd name="connsiteY378" fmla="*/ 809863 h 1839213"/>
              <a:gd name="connsiteX379" fmla="*/ 7481819 w 12192000"/>
              <a:gd name="connsiteY379" fmla="*/ 809863 h 1839213"/>
              <a:gd name="connsiteX380" fmla="*/ 7481819 w 12192000"/>
              <a:gd name="connsiteY380" fmla="*/ 821078 h 1839213"/>
              <a:gd name="connsiteX381" fmla="*/ 7435358 w 12192000"/>
              <a:gd name="connsiteY381" fmla="*/ 821078 h 1839213"/>
              <a:gd name="connsiteX382" fmla="*/ 7435358 w 12192000"/>
              <a:gd name="connsiteY382" fmla="*/ 809062 h 1839213"/>
              <a:gd name="connsiteX383" fmla="*/ 7381688 w 12192000"/>
              <a:gd name="connsiteY383" fmla="*/ 809062 h 1839213"/>
              <a:gd name="connsiteX384" fmla="*/ 7381688 w 12192000"/>
              <a:gd name="connsiteY384" fmla="*/ 820277 h 1839213"/>
              <a:gd name="connsiteX385" fmla="*/ 7356855 w 12192000"/>
              <a:gd name="connsiteY385" fmla="*/ 820277 h 1839213"/>
              <a:gd name="connsiteX386" fmla="*/ 7356855 w 12192000"/>
              <a:gd name="connsiteY386" fmla="*/ 935628 h 1839213"/>
              <a:gd name="connsiteX387" fmla="*/ 7297577 w 12192000"/>
              <a:gd name="connsiteY387" fmla="*/ 935628 h 1839213"/>
              <a:gd name="connsiteX388" fmla="*/ 7297577 w 12192000"/>
              <a:gd name="connsiteY388" fmla="*/ 1091833 h 1839213"/>
              <a:gd name="connsiteX389" fmla="*/ 7282357 w 12192000"/>
              <a:gd name="connsiteY389" fmla="*/ 1091833 h 1839213"/>
              <a:gd name="connsiteX390" fmla="*/ 7273546 w 12192000"/>
              <a:gd name="connsiteY390" fmla="*/ 1101446 h 1839213"/>
              <a:gd name="connsiteX391" fmla="*/ 7273546 w 12192000"/>
              <a:gd name="connsiteY391" fmla="*/ 1331347 h 1839213"/>
              <a:gd name="connsiteX392" fmla="*/ 7254320 w 12192000"/>
              <a:gd name="connsiteY392" fmla="*/ 1331347 h 1839213"/>
              <a:gd name="connsiteX393" fmla="*/ 7254320 w 12192000"/>
              <a:gd name="connsiteY393" fmla="*/ 1422667 h 1839213"/>
              <a:gd name="connsiteX394" fmla="*/ 7187032 w 12192000"/>
              <a:gd name="connsiteY394" fmla="*/ 1422667 h 1839213"/>
              <a:gd name="connsiteX395" fmla="*/ 7062869 w 12192000"/>
              <a:gd name="connsiteY395" fmla="*/ 416547 h 1839213"/>
              <a:gd name="connsiteX396" fmla="*/ 6476500 w 12192000"/>
              <a:gd name="connsiteY396" fmla="*/ 525490 h 1839213"/>
              <a:gd name="connsiteX397" fmla="*/ 6337918 w 12192000"/>
              <a:gd name="connsiteY397" fmla="*/ 631228 h 1839213"/>
              <a:gd name="connsiteX398" fmla="*/ 6250603 w 12192000"/>
              <a:gd name="connsiteY398" fmla="*/ 1228012 h 1839213"/>
              <a:gd name="connsiteX399" fmla="*/ 6224168 w 12192000"/>
              <a:gd name="connsiteY399" fmla="*/ 1228012 h 1839213"/>
              <a:gd name="connsiteX400" fmla="*/ 6224168 w 12192000"/>
              <a:gd name="connsiteY400" fmla="*/ 1199174 h 1839213"/>
              <a:gd name="connsiteX401" fmla="*/ 6214556 w 12192000"/>
              <a:gd name="connsiteY401" fmla="*/ 1199174 h 1839213"/>
              <a:gd name="connsiteX402" fmla="*/ 6214556 w 12192000"/>
              <a:gd name="connsiteY402" fmla="*/ 1124676 h 1839213"/>
              <a:gd name="connsiteX403" fmla="*/ 6197734 w 12192000"/>
              <a:gd name="connsiteY403" fmla="*/ 1124676 h 1839213"/>
              <a:gd name="connsiteX404" fmla="*/ 6197734 w 12192000"/>
              <a:gd name="connsiteY404" fmla="*/ 1135090 h 1839213"/>
              <a:gd name="connsiteX405" fmla="*/ 6134451 w 12192000"/>
              <a:gd name="connsiteY405" fmla="*/ 1135090 h 1839213"/>
              <a:gd name="connsiteX406" fmla="*/ 6134451 w 12192000"/>
              <a:gd name="connsiteY406" fmla="*/ 1212792 h 1839213"/>
              <a:gd name="connsiteX407" fmla="*/ 6059152 w 12192000"/>
              <a:gd name="connsiteY407" fmla="*/ 1212792 h 1839213"/>
              <a:gd name="connsiteX408" fmla="*/ 6059152 w 12192000"/>
              <a:gd name="connsiteY408" fmla="*/ 1232017 h 1839213"/>
              <a:gd name="connsiteX409" fmla="*/ 6064759 w 12192000"/>
              <a:gd name="connsiteY409" fmla="*/ 1232017 h 1839213"/>
              <a:gd name="connsiteX410" fmla="*/ 6064759 w 12192000"/>
              <a:gd name="connsiteY410" fmla="*/ 1318531 h 1839213"/>
              <a:gd name="connsiteX411" fmla="*/ 6042330 w 12192000"/>
              <a:gd name="connsiteY411" fmla="*/ 1318531 h 1839213"/>
              <a:gd name="connsiteX412" fmla="*/ 6042330 w 12192000"/>
              <a:gd name="connsiteY412" fmla="*/ 1562050 h 1839213"/>
              <a:gd name="connsiteX413" fmla="*/ 6003879 w 12192000"/>
              <a:gd name="connsiteY413" fmla="*/ 1562050 h 1839213"/>
              <a:gd name="connsiteX414" fmla="*/ 6003879 w 12192000"/>
              <a:gd name="connsiteY414" fmla="*/ 1539621 h 1839213"/>
              <a:gd name="connsiteX415" fmla="*/ 5962225 w 12192000"/>
              <a:gd name="connsiteY415" fmla="*/ 1539621 h 1839213"/>
              <a:gd name="connsiteX416" fmla="*/ 5962225 w 12192000"/>
              <a:gd name="connsiteY416" fmla="*/ 1489955 h 1839213"/>
              <a:gd name="connsiteX417" fmla="*/ 5954214 w 12192000"/>
              <a:gd name="connsiteY417" fmla="*/ 1489955 h 1839213"/>
              <a:gd name="connsiteX418" fmla="*/ 5954214 w 12192000"/>
              <a:gd name="connsiteY418" fmla="*/ 1283284 h 1839213"/>
              <a:gd name="connsiteX419" fmla="*/ 5898140 w 12192000"/>
              <a:gd name="connsiteY419" fmla="*/ 1283284 h 1839213"/>
              <a:gd name="connsiteX420" fmla="*/ 5860491 w 12192000"/>
              <a:gd name="connsiteY420" fmla="*/ 620815 h 1839213"/>
              <a:gd name="connsiteX421" fmla="*/ 5818837 w 12192000"/>
              <a:gd name="connsiteY421" fmla="*/ 28838 h 1839213"/>
              <a:gd name="connsiteX422" fmla="*/ 5782789 w 12192000"/>
              <a:gd name="connsiteY422" fmla="*/ 16021 h 1839213"/>
              <a:gd name="connsiteX423" fmla="*/ 5777182 w 12192000"/>
              <a:gd name="connsiteY423" fmla="*/ 16021 h 1839213"/>
              <a:gd name="connsiteX424" fmla="*/ 5777182 w 12192000"/>
              <a:gd name="connsiteY424" fmla="*/ 20026 h 1839213"/>
              <a:gd name="connsiteX425" fmla="*/ 5659427 w 12192000"/>
              <a:gd name="connsiteY425" fmla="*/ 20026 h 1839213"/>
              <a:gd name="connsiteX426" fmla="*/ 5659427 w 12192000"/>
              <a:gd name="connsiteY426" fmla="*/ 0 h 1839213"/>
              <a:gd name="connsiteX427" fmla="*/ 5647412 w 12192000"/>
              <a:gd name="connsiteY427" fmla="*/ 0 h 1839213"/>
              <a:gd name="connsiteX428" fmla="*/ 5647412 w 12192000"/>
              <a:gd name="connsiteY428" fmla="*/ 16021 h 1839213"/>
              <a:gd name="connsiteX429" fmla="*/ 5598548 w 12192000"/>
              <a:gd name="connsiteY429" fmla="*/ 16021 h 1839213"/>
              <a:gd name="connsiteX430" fmla="*/ 5580123 w 12192000"/>
              <a:gd name="connsiteY430" fmla="*/ 686501 h 1839213"/>
              <a:gd name="connsiteX431" fmla="*/ 5580123 w 12192000"/>
              <a:gd name="connsiteY431" fmla="*/ 1188760 h 1839213"/>
              <a:gd name="connsiteX432" fmla="*/ 5557694 w 12192000"/>
              <a:gd name="connsiteY432" fmla="*/ 1188760 h 1839213"/>
              <a:gd name="connsiteX433" fmla="*/ 5557694 w 12192000"/>
              <a:gd name="connsiteY433" fmla="*/ 1272871 h 1839213"/>
              <a:gd name="connsiteX434" fmla="*/ 5543275 w 12192000"/>
              <a:gd name="connsiteY434" fmla="*/ 1272871 h 1839213"/>
              <a:gd name="connsiteX435" fmla="*/ 5543275 w 12192000"/>
              <a:gd name="connsiteY435" fmla="*/ 1292897 h 1839213"/>
              <a:gd name="connsiteX436" fmla="*/ 5496814 w 12192000"/>
              <a:gd name="connsiteY436" fmla="*/ 1292897 h 1839213"/>
              <a:gd name="connsiteX437" fmla="*/ 5496814 w 12192000"/>
              <a:gd name="connsiteY437" fmla="*/ 1256850 h 1839213"/>
              <a:gd name="connsiteX438" fmla="*/ 5475186 w 12192000"/>
              <a:gd name="connsiteY438" fmla="*/ 1256850 h 1839213"/>
              <a:gd name="connsiteX439" fmla="*/ 5475186 w 12192000"/>
              <a:gd name="connsiteY439" fmla="*/ 1273672 h 1839213"/>
              <a:gd name="connsiteX440" fmla="*/ 5368646 w 12192000"/>
              <a:gd name="connsiteY440" fmla="*/ 1273672 h 1839213"/>
              <a:gd name="connsiteX441" fmla="*/ 5368646 w 12192000"/>
              <a:gd name="connsiteY441" fmla="*/ 948445 h 1839213"/>
              <a:gd name="connsiteX442" fmla="*/ 5282132 w 12192000"/>
              <a:gd name="connsiteY442" fmla="*/ 948445 h 1839213"/>
              <a:gd name="connsiteX443" fmla="*/ 5282132 w 12192000"/>
              <a:gd name="connsiteY443" fmla="*/ 930021 h 1839213"/>
              <a:gd name="connsiteX444" fmla="*/ 5246085 w 12192000"/>
              <a:gd name="connsiteY444" fmla="*/ 930021 h 1839213"/>
              <a:gd name="connsiteX445" fmla="*/ 5242080 w 12192000"/>
              <a:gd name="connsiteY445" fmla="*/ 938832 h 1839213"/>
              <a:gd name="connsiteX446" fmla="*/ 5143550 w 12192000"/>
              <a:gd name="connsiteY446" fmla="*/ 938832 h 1839213"/>
              <a:gd name="connsiteX447" fmla="*/ 5143550 w 12192000"/>
              <a:gd name="connsiteY447" fmla="*/ 961262 h 1839213"/>
              <a:gd name="connsiteX448" fmla="*/ 5109105 w 12192000"/>
              <a:gd name="connsiteY448" fmla="*/ 961262 h 1839213"/>
              <a:gd name="connsiteX449" fmla="*/ 5109105 w 12192000"/>
              <a:gd name="connsiteY449" fmla="*/ 1134289 h 1839213"/>
              <a:gd name="connsiteX450" fmla="*/ 5089079 w 12192000"/>
              <a:gd name="connsiteY450" fmla="*/ 1153514 h 1839213"/>
              <a:gd name="connsiteX451" fmla="*/ 5089079 w 12192000"/>
              <a:gd name="connsiteY451" fmla="*/ 1202378 h 1839213"/>
              <a:gd name="connsiteX452" fmla="*/ 5076262 w 12192000"/>
              <a:gd name="connsiteY452" fmla="*/ 1202378 h 1839213"/>
              <a:gd name="connsiteX453" fmla="*/ 5076262 w 12192000"/>
              <a:gd name="connsiteY453" fmla="*/ 1262457 h 1839213"/>
              <a:gd name="connsiteX454" fmla="*/ 4999361 w 12192000"/>
              <a:gd name="connsiteY454" fmla="*/ 1262457 h 1839213"/>
              <a:gd name="connsiteX455" fmla="*/ 4999361 w 12192000"/>
              <a:gd name="connsiteY455" fmla="*/ 1314525 h 1839213"/>
              <a:gd name="connsiteX456" fmla="*/ 4974529 w 12192000"/>
              <a:gd name="connsiteY456" fmla="*/ 1314525 h 1839213"/>
              <a:gd name="connsiteX457" fmla="*/ 4974529 w 12192000"/>
              <a:gd name="connsiteY457" fmla="*/ 1568459 h 1839213"/>
              <a:gd name="connsiteX458" fmla="*/ 4953701 w 12192000"/>
              <a:gd name="connsiteY458" fmla="*/ 1568459 h 1839213"/>
              <a:gd name="connsiteX459" fmla="*/ 4953701 w 12192000"/>
              <a:gd name="connsiteY459" fmla="*/ 904387 h 1839213"/>
              <a:gd name="connsiteX460" fmla="*/ 4898429 w 12192000"/>
              <a:gd name="connsiteY460" fmla="*/ 904387 h 1839213"/>
              <a:gd name="connsiteX461" fmla="*/ 4898429 w 12192000"/>
              <a:gd name="connsiteY461" fmla="*/ 890769 h 1839213"/>
              <a:gd name="connsiteX462" fmla="*/ 4743024 w 12192000"/>
              <a:gd name="connsiteY462" fmla="*/ 890769 h 1839213"/>
              <a:gd name="connsiteX463" fmla="*/ 4743024 w 12192000"/>
              <a:gd name="connsiteY463" fmla="*/ 901984 h 1839213"/>
              <a:gd name="connsiteX464" fmla="*/ 4705375 w 12192000"/>
              <a:gd name="connsiteY464" fmla="*/ 901984 h 1839213"/>
              <a:gd name="connsiteX465" fmla="*/ 4705375 w 12192000"/>
              <a:gd name="connsiteY465" fmla="*/ 1249640 h 1839213"/>
              <a:gd name="connsiteX466" fmla="*/ 4694161 w 12192000"/>
              <a:gd name="connsiteY466" fmla="*/ 1249640 h 1839213"/>
              <a:gd name="connsiteX467" fmla="*/ 4694161 w 12192000"/>
              <a:gd name="connsiteY467" fmla="*/ 1229614 h 1839213"/>
              <a:gd name="connsiteX468" fmla="*/ 4678140 w 12192000"/>
              <a:gd name="connsiteY468" fmla="*/ 1229614 h 1839213"/>
              <a:gd name="connsiteX469" fmla="*/ 4678140 w 12192000"/>
              <a:gd name="connsiteY469" fmla="*/ 1207184 h 1839213"/>
              <a:gd name="connsiteX470" fmla="*/ 4578809 w 12192000"/>
              <a:gd name="connsiteY470" fmla="*/ 1207184 h 1839213"/>
              <a:gd name="connsiteX471" fmla="*/ 4578809 w 12192000"/>
              <a:gd name="connsiteY471" fmla="*/ 1147106 h 1839213"/>
              <a:gd name="connsiteX472" fmla="*/ 4571600 w 12192000"/>
              <a:gd name="connsiteY472" fmla="*/ 1147106 h 1839213"/>
              <a:gd name="connsiteX473" fmla="*/ 4571600 w 12192000"/>
              <a:gd name="connsiteY473" fmla="*/ 1259253 h 1839213"/>
              <a:gd name="connsiteX474" fmla="*/ 4537155 w 12192000"/>
              <a:gd name="connsiteY474" fmla="*/ 1256850 h 1839213"/>
              <a:gd name="connsiteX475" fmla="*/ 4537155 w 12192000"/>
              <a:gd name="connsiteY475" fmla="*/ 986895 h 1839213"/>
              <a:gd name="connsiteX476" fmla="*/ 4532348 w 12192000"/>
              <a:gd name="connsiteY476" fmla="*/ 979686 h 1839213"/>
              <a:gd name="connsiteX477" fmla="*/ 4516327 w 12192000"/>
              <a:gd name="connsiteY477" fmla="*/ 979686 h 1839213"/>
              <a:gd name="connsiteX478" fmla="*/ 4516327 w 12192000"/>
              <a:gd name="connsiteY478" fmla="*/ 967670 h 1839213"/>
              <a:gd name="connsiteX479" fmla="*/ 4470667 w 12192000"/>
              <a:gd name="connsiteY479" fmla="*/ 967670 h 1839213"/>
              <a:gd name="connsiteX480" fmla="*/ 4470667 w 12192000"/>
              <a:gd name="connsiteY480" fmla="*/ 950047 h 1839213"/>
              <a:gd name="connsiteX481" fmla="*/ 4367332 w 12192000"/>
              <a:gd name="connsiteY481" fmla="*/ 950047 h 1839213"/>
              <a:gd name="connsiteX482" fmla="*/ 4367332 w 12192000"/>
              <a:gd name="connsiteY482" fmla="*/ 954052 h 1839213"/>
              <a:gd name="connsiteX483" fmla="*/ 4361724 w 12192000"/>
              <a:gd name="connsiteY483" fmla="*/ 954052 h 1839213"/>
              <a:gd name="connsiteX484" fmla="*/ 4361724 w 12192000"/>
              <a:gd name="connsiteY484" fmla="*/ 942837 h 1839213"/>
              <a:gd name="connsiteX485" fmla="*/ 4346504 w 12192000"/>
              <a:gd name="connsiteY485" fmla="*/ 942837 h 1839213"/>
              <a:gd name="connsiteX486" fmla="*/ 4346504 w 12192000"/>
              <a:gd name="connsiteY486" fmla="*/ 971675 h 1839213"/>
              <a:gd name="connsiteX487" fmla="*/ 4296038 w 12192000"/>
              <a:gd name="connsiteY487" fmla="*/ 971675 h 1839213"/>
              <a:gd name="connsiteX488" fmla="*/ 4296038 w 12192000"/>
              <a:gd name="connsiteY488" fmla="*/ 983691 h 1839213"/>
              <a:gd name="connsiteX489" fmla="*/ 4158257 w 12192000"/>
              <a:gd name="connsiteY489" fmla="*/ 983691 h 1839213"/>
              <a:gd name="connsiteX490" fmla="*/ 4158257 w 12192000"/>
              <a:gd name="connsiteY490" fmla="*/ 997309 h 1839213"/>
              <a:gd name="connsiteX491" fmla="*/ 4098979 w 12192000"/>
              <a:gd name="connsiteY491" fmla="*/ 997309 h 1839213"/>
              <a:gd name="connsiteX492" fmla="*/ 4098979 w 12192000"/>
              <a:gd name="connsiteY492" fmla="*/ 1199174 h 1839213"/>
              <a:gd name="connsiteX493" fmla="*/ 4050115 w 12192000"/>
              <a:gd name="connsiteY493" fmla="*/ 1199174 h 1839213"/>
              <a:gd name="connsiteX494" fmla="*/ 4050115 w 12192000"/>
              <a:gd name="connsiteY494" fmla="*/ 1181551 h 1839213"/>
              <a:gd name="connsiteX495" fmla="*/ 3981225 w 12192000"/>
              <a:gd name="connsiteY495" fmla="*/ 1181551 h 1839213"/>
              <a:gd name="connsiteX496" fmla="*/ 3981225 w 12192000"/>
              <a:gd name="connsiteY496" fmla="*/ 1189561 h 1839213"/>
              <a:gd name="connsiteX497" fmla="*/ 3965204 w 12192000"/>
              <a:gd name="connsiteY497" fmla="*/ 1189561 h 1839213"/>
              <a:gd name="connsiteX498" fmla="*/ 3965204 w 12192000"/>
              <a:gd name="connsiteY498" fmla="*/ 1173540 h 1839213"/>
              <a:gd name="connsiteX499" fmla="*/ 3933162 w 12192000"/>
              <a:gd name="connsiteY499" fmla="*/ 1173540 h 1839213"/>
              <a:gd name="connsiteX500" fmla="*/ 3933162 w 12192000"/>
              <a:gd name="connsiteY500" fmla="*/ 1191964 h 1839213"/>
              <a:gd name="connsiteX501" fmla="*/ 3903523 w 12192000"/>
              <a:gd name="connsiteY501" fmla="*/ 1191964 h 1839213"/>
              <a:gd name="connsiteX502" fmla="*/ 3903523 w 12192000"/>
              <a:gd name="connsiteY502" fmla="*/ 1058189 h 1839213"/>
              <a:gd name="connsiteX503" fmla="*/ 3896313 w 12192000"/>
              <a:gd name="connsiteY503" fmla="*/ 1058189 h 1839213"/>
              <a:gd name="connsiteX504" fmla="*/ 3896313 w 12192000"/>
              <a:gd name="connsiteY504" fmla="*/ 1067801 h 1839213"/>
              <a:gd name="connsiteX505" fmla="*/ 3873884 w 12192000"/>
              <a:gd name="connsiteY505" fmla="*/ 1067801 h 1839213"/>
              <a:gd name="connsiteX506" fmla="*/ 3873884 w 12192000"/>
              <a:gd name="connsiteY506" fmla="*/ 945241 h 1839213"/>
              <a:gd name="connsiteX507" fmla="*/ 3856261 w 12192000"/>
              <a:gd name="connsiteY507" fmla="*/ 945241 h 1839213"/>
              <a:gd name="connsiteX508" fmla="*/ 3856261 w 12192000"/>
              <a:gd name="connsiteY508" fmla="*/ 953251 h 1839213"/>
              <a:gd name="connsiteX509" fmla="*/ 3839439 w 12192000"/>
              <a:gd name="connsiteY509" fmla="*/ 953251 h 1839213"/>
              <a:gd name="connsiteX510" fmla="*/ 3839439 w 12192000"/>
              <a:gd name="connsiteY510" fmla="*/ 949246 h 1839213"/>
              <a:gd name="connsiteX511" fmla="*/ 3821816 w 12192000"/>
              <a:gd name="connsiteY511" fmla="*/ 949246 h 1839213"/>
              <a:gd name="connsiteX512" fmla="*/ 3821816 w 12192000"/>
              <a:gd name="connsiteY512" fmla="*/ 952450 h 1839213"/>
              <a:gd name="connsiteX513" fmla="*/ 3771349 w 12192000"/>
              <a:gd name="connsiteY513" fmla="*/ 952450 h 1839213"/>
              <a:gd name="connsiteX514" fmla="*/ 3771349 w 12192000"/>
              <a:gd name="connsiteY514" fmla="*/ 966068 h 1839213"/>
              <a:gd name="connsiteX515" fmla="*/ 3717679 w 12192000"/>
              <a:gd name="connsiteY515" fmla="*/ 966068 h 1839213"/>
              <a:gd name="connsiteX516" fmla="*/ 3717679 w 12192000"/>
              <a:gd name="connsiteY516" fmla="*/ 913199 h 1839213"/>
              <a:gd name="connsiteX517" fmla="*/ 3714475 w 12192000"/>
              <a:gd name="connsiteY517" fmla="*/ 913199 h 1839213"/>
              <a:gd name="connsiteX518" fmla="*/ 3714475 w 12192000"/>
              <a:gd name="connsiteY518" fmla="*/ 966869 h 1839213"/>
              <a:gd name="connsiteX519" fmla="*/ 3687239 w 12192000"/>
              <a:gd name="connsiteY519" fmla="*/ 966869 h 1839213"/>
              <a:gd name="connsiteX520" fmla="*/ 3687239 w 12192000"/>
              <a:gd name="connsiteY520" fmla="*/ 986895 h 1839213"/>
              <a:gd name="connsiteX521" fmla="*/ 3657600 w 12192000"/>
              <a:gd name="connsiteY521" fmla="*/ 986895 h 1839213"/>
              <a:gd name="connsiteX522" fmla="*/ 3602328 w 12192000"/>
              <a:gd name="connsiteY522" fmla="*/ 1003717 h 1839213"/>
              <a:gd name="connsiteX523" fmla="*/ 3602328 w 12192000"/>
              <a:gd name="connsiteY523" fmla="*/ 1022141 h 1839213"/>
              <a:gd name="connsiteX524" fmla="*/ 3594317 w 12192000"/>
              <a:gd name="connsiteY524" fmla="*/ 1022141 h 1839213"/>
              <a:gd name="connsiteX525" fmla="*/ 3594317 w 12192000"/>
              <a:gd name="connsiteY525" fmla="*/ 1012529 h 1839213"/>
              <a:gd name="connsiteX526" fmla="*/ 3545453 w 12192000"/>
              <a:gd name="connsiteY526" fmla="*/ 1012529 h 1839213"/>
              <a:gd name="connsiteX527" fmla="*/ 3545453 w 12192000"/>
              <a:gd name="connsiteY527" fmla="*/ 461406 h 1839213"/>
              <a:gd name="connsiteX528" fmla="*/ 3402866 w 12192000"/>
              <a:gd name="connsiteY528" fmla="*/ 461406 h 1839213"/>
              <a:gd name="connsiteX529" fmla="*/ 3402866 w 12192000"/>
              <a:gd name="connsiteY529" fmla="*/ 437374 h 1839213"/>
              <a:gd name="connsiteX530" fmla="*/ 3394855 w 12192000"/>
              <a:gd name="connsiteY530" fmla="*/ 437374 h 1839213"/>
              <a:gd name="connsiteX531" fmla="*/ 3394855 w 12192000"/>
              <a:gd name="connsiteY531" fmla="*/ 449390 h 1839213"/>
              <a:gd name="connsiteX532" fmla="*/ 3281106 w 12192000"/>
              <a:gd name="connsiteY532" fmla="*/ 449390 h 1839213"/>
              <a:gd name="connsiteX533" fmla="*/ 3281106 w 12192000"/>
              <a:gd name="connsiteY533" fmla="*/ 781826 h 1839213"/>
              <a:gd name="connsiteX534" fmla="*/ 3208210 w 12192000"/>
              <a:gd name="connsiteY534" fmla="*/ 781826 h 1839213"/>
              <a:gd name="connsiteX535" fmla="*/ 3208210 w 12192000"/>
              <a:gd name="connsiteY535" fmla="*/ 1120671 h 1839213"/>
              <a:gd name="connsiteX536" fmla="*/ 3172163 w 12192000"/>
              <a:gd name="connsiteY536" fmla="*/ 1120671 h 1839213"/>
              <a:gd name="connsiteX537" fmla="*/ 3172163 w 12192000"/>
              <a:gd name="connsiteY537" fmla="*/ 759397 h 1839213"/>
              <a:gd name="connsiteX538" fmla="*/ 2893397 w 12192000"/>
              <a:gd name="connsiteY538" fmla="*/ 759397 h 1839213"/>
              <a:gd name="connsiteX539" fmla="*/ 2893397 w 12192000"/>
              <a:gd name="connsiteY539" fmla="*/ 1132687 h 1839213"/>
              <a:gd name="connsiteX540" fmla="*/ 2881382 w 12192000"/>
              <a:gd name="connsiteY540" fmla="*/ 1132687 h 1839213"/>
              <a:gd name="connsiteX541" fmla="*/ 2881382 w 12192000"/>
              <a:gd name="connsiteY541" fmla="*/ 1173540 h 1839213"/>
              <a:gd name="connsiteX542" fmla="*/ 2840528 w 12192000"/>
              <a:gd name="connsiteY542" fmla="*/ 1173540 h 1839213"/>
              <a:gd name="connsiteX543" fmla="*/ 2840528 w 12192000"/>
              <a:gd name="connsiteY543" fmla="*/ 1115063 h 1839213"/>
              <a:gd name="connsiteX544" fmla="*/ 2830915 w 12192000"/>
              <a:gd name="connsiteY544" fmla="*/ 1115063 h 1839213"/>
              <a:gd name="connsiteX545" fmla="*/ 2830915 w 12192000"/>
              <a:gd name="connsiteY545" fmla="*/ 1275274 h 1839213"/>
              <a:gd name="connsiteX546" fmla="*/ 2806083 w 12192000"/>
              <a:gd name="connsiteY546" fmla="*/ 1275274 h 1839213"/>
              <a:gd name="connsiteX547" fmla="*/ 2806083 w 12192000"/>
              <a:gd name="connsiteY547" fmla="*/ 1452306 h 1839213"/>
              <a:gd name="connsiteX548" fmla="*/ 2783653 w 12192000"/>
              <a:gd name="connsiteY548" fmla="*/ 1452306 h 1839213"/>
              <a:gd name="connsiteX549" fmla="*/ 2783653 w 12192000"/>
              <a:gd name="connsiteY549" fmla="*/ 1422667 h 1839213"/>
              <a:gd name="connsiteX550" fmla="*/ 2754014 w 12192000"/>
              <a:gd name="connsiteY550" fmla="*/ 1422667 h 1839213"/>
              <a:gd name="connsiteX551" fmla="*/ 2754014 w 12192000"/>
              <a:gd name="connsiteY551" fmla="*/ 1161524 h 1839213"/>
              <a:gd name="connsiteX552" fmla="*/ 2726779 w 12192000"/>
              <a:gd name="connsiteY552" fmla="*/ 1161524 h 1839213"/>
              <a:gd name="connsiteX553" fmla="*/ 2726779 w 12192000"/>
              <a:gd name="connsiteY553" fmla="*/ 990099 h 1839213"/>
              <a:gd name="connsiteX554" fmla="*/ 2701946 w 12192000"/>
              <a:gd name="connsiteY554" fmla="*/ 990099 h 1839213"/>
              <a:gd name="connsiteX555" fmla="*/ 2701946 w 12192000"/>
              <a:gd name="connsiteY555" fmla="*/ 903586 h 1839213"/>
              <a:gd name="connsiteX556" fmla="*/ 2698742 w 12192000"/>
              <a:gd name="connsiteY556" fmla="*/ 903586 h 1839213"/>
              <a:gd name="connsiteX557" fmla="*/ 2698742 w 12192000"/>
              <a:gd name="connsiteY557" fmla="*/ 955654 h 1839213"/>
              <a:gd name="connsiteX558" fmla="*/ 2673108 w 12192000"/>
              <a:gd name="connsiteY558" fmla="*/ 938832 h 1839213"/>
              <a:gd name="connsiteX559" fmla="*/ 2673108 w 12192000"/>
              <a:gd name="connsiteY559" fmla="*/ 909193 h 1839213"/>
              <a:gd name="connsiteX560" fmla="*/ 2659490 w 12192000"/>
              <a:gd name="connsiteY560" fmla="*/ 893172 h 1839213"/>
              <a:gd name="connsiteX561" fmla="*/ 2659490 w 12192000"/>
              <a:gd name="connsiteY561" fmla="*/ 873146 h 1839213"/>
              <a:gd name="connsiteX562" fmla="*/ 2651480 w 12192000"/>
              <a:gd name="connsiteY562" fmla="*/ 873146 h 1839213"/>
              <a:gd name="connsiteX563" fmla="*/ 2557757 w 12192000"/>
              <a:gd name="connsiteY563" fmla="*/ 961262 h 1839213"/>
              <a:gd name="connsiteX564" fmla="*/ 2557757 w 12192000"/>
              <a:gd name="connsiteY564" fmla="*/ 968471 h 1839213"/>
              <a:gd name="connsiteX565" fmla="*/ 2545741 w 12192000"/>
              <a:gd name="connsiteY565" fmla="*/ 978885 h 1839213"/>
              <a:gd name="connsiteX566" fmla="*/ 2545741 w 12192000"/>
              <a:gd name="connsiteY566" fmla="*/ 991702 h 1839213"/>
              <a:gd name="connsiteX567" fmla="*/ 2515301 w 12192000"/>
              <a:gd name="connsiteY567" fmla="*/ 991702 h 1839213"/>
              <a:gd name="connsiteX568" fmla="*/ 2515301 w 12192000"/>
              <a:gd name="connsiteY568" fmla="*/ 1124676 h 1839213"/>
              <a:gd name="connsiteX569" fmla="*/ 2503285 w 12192000"/>
              <a:gd name="connsiteY569" fmla="*/ 1124676 h 1839213"/>
              <a:gd name="connsiteX570" fmla="*/ 2503285 w 12192000"/>
              <a:gd name="connsiteY570" fmla="*/ 1271268 h 1839213"/>
              <a:gd name="connsiteX571" fmla="*/ 2496076 w 12192000"/>
              <a:gd name="connsiteY571" fmla="*/ 1271268 h 1839213"/>
              <a:gd name="connsiteX572" fmla="*/ 2496076 w 12192000"/>
              <a:gd name="connsiteY572" fmla="*/ 1284085 h 1839213"/>
              <a:gd name="connsiteX573" fmla="*/ 2475248 w 12192000"/>
              <a:gd name="connsiteY573" fmla="*/ 1306515 h 1839213"/>
              <a:gd name="connsiteX574" fmla="*/ 2475248 w 12192000"/>
              <a:gd name="connsiteY574" fmla="*/ 1322536 h 1839213"/>
              <a:gd name="connsiteX575" fmla="*/ 2448013 w 12192000"/>
              <a:gd name="connsiteY575" fmla="*/ 1322536 h 1839213"/>
              <a:gd name="connsiteX576" fmla="*/ 2448013 w 12192000"/>
              <a:gd name="connsiteY576" fmla="*/ 1340159 h 1839213"/>
              <a:gd name="connsiteX577" fmla="*/ 2453620 w 12192000"/>
              <a:gd name="connsiteY577" fmla="*/ 1340159 h 1839213"/>
              <a:gd name="connsiteX578" fmla="*/ 2453620 w 12192000"/>
              <a:gd name="connsiteY578" fmla="*/ 1390625 h 1839213"/>
              <a:gd name="connsiteX579" fmla="*/ 2413567 w 12192000"/>
              <a:gd name="connsiteY579" fmla="*/ 1390625 h 1839213"/>
              <a:gd name="connsiteX580" fmla="*/ 2413567 w 12192000"/>
              <a:gd name="connsiteY580" fmla="*/ 1419463 h 1839213"/>
              <a:gd name="connsiteX581" fmla="*/ 2410363 w 12192000"/>
              <a:gd name="connsiteY581" fmla="*/ 1416259 h 1839213"/>
              <a:gd name="connsiteX582" fmla="*/ 2403955 w 12192000"/>
              <a:gd name="connsiteY582" fmla="*/ 1407447 h 1839213"/>
              <a:gd name="connsiteX583" fmla="*/ 2382326 w 12192000"/>
              <a:gd name="connsiteY583" fmla="*/ 1407447 h 1839213"/>
              <a:gd name="connsiteX584" fmla="*/ 2382326 w 12192000"/>
              <a:gd name="connsiteY584" fmla="*/ 1398636 h 1839213"/>
              <a:gd name="connsiteX585" fmla="*/ 2363902 w 12192000"/>
              <a:gd name="connsiteY585" fmla="*/ 1398636 h 1839213"/>
              <a:gd name="connsiteX586" fmla="*/ 2363902 w 12192000"/>
              <a:gd name="connsiteY586" fmla="*/ 1391426 h 1839213"/>
              <a:gd name="connsiteX587" fmla="*/ 2348682 w 12192000"/>
              <a:gd name="connsiteY587" fmla="*/ 1391426 h 1839213"/>
              <a:gd name="connsiteX588" fmla="*/ 2340672 w 12192000"/>
              <a:gd name="connsiteY588" fmla="*/ 1384217 h 1839213"/>
              <a:gd name="connsiteX589" fmla="*/ 2340672 w 12192000"/>
              <a:gd name="connsiteY589" fmla="*/ 1374604 h 1839213"/>
              <a:gd name="connsiteX590" fmla="*/ 2312635 w 12192000"/>
              <a:gd name="connsiteY590" fmla="*/ 1374604 h 1839213"/>
              <a:gd name="connsiteX591" fmla="*/ 2312635 w 12192000"/>
              <a:gd name="connsiteY591" fmla="*/ 1368997 h 1839213"/>
              <a:gd name="connsiteX592" fmla="*/ 2303824 w 12192000"/>
              <a:gd name="connsiteY592" fmla="*/ 1368997 h 1839213"/>
              <a:gd name="connsiteX593" fmla="*/ 2303824 w 12192000"/>
              <a:gd name="connsiteY593" fmla="*/ 1374604 h 1839213"/>
              <a:gd name="connsiteX594" fmla="*/ 2265373 w 12192000"/>
              <a:gd name="connsiteY594" fmla="*/ 1374604 h 1839213"/>
              <a:gd name="connsiteX595" fmla="*/ 2265373 w 12192000"/>
              <a:gd name="connsiteY595" fmla="*/ 1408248 h 1839213"/>
              <a:gd name="connsiteX596" fmla="*/ 2238137 w 12192000"/>
              <a:gd name="connsiteY596" fmla="*/ 1408248 h 1839213"/>
              <a:gd name="connsiteX597" fmla="*/ 2238137 w 12192000"/>
              <a:gd name="connsiteY597" fmla="*/ 1429076 h 1839213"/>
              <a:gd name="connsiteX598" fmla="*/ 2227724 w 12192000"/>
              <a:gd name="connsiteY598" fmla="*/ 1429076 h 1839213"/>
              <a:gd name="connsiteX599" fmla="*/ 2227724 w 12192000"/>
              <a:gd name="connsiteY599" fmla="*/ 1437887 h 1839213"/>
              <a:gd name="connsiteX600" fmla="*/ 2181263 w 12192000"/>
              <a:gd name="connsiteY600" fmla="*/ 1437887 h 1839213"/>
              <a:gd name="connsiteX601" fmla="*/ 2181263 w 12192000"/>
              <a:gd name="connsiteY601" fmla="*/ 1335353 h 1839213"/>
              <a:gd name="connsiteX602" fmla="*/ 2178860 w 12192000"/>
              <a:gd name="connsiteY602" fmla="*/ 1335353 h 1839213"/>
              <a:gd name="connsiteX603" fmla="*/ 2178860 w 12192000"/>
              <a:gd name="connsiteY603" fmla="*/ 1254446 h 1839213"/>
              <a:gd name="connsiteX604" fmla="*/ 2182865 w 12192000"/>
              <a:gd name="connsiteY604" fmla="*/ 1254446 h 1839213"/>
              <a:gd name="connsiteX605" fmla="*/ 2182865 w 12192000"/>
              <a:gd name="connsiteY605" fmla="*/ 1236022 h 1839213"/>
              <a:gd name="connsiteX606" fmla="*/ 2174854 w 12192000"/>
              <a:gd name="connsiteY606" fmla="*/ 1210389 h 1839213"/>
              <a:gd name="connsiteX607" fmla="*/ 2162838 w 12192000"/>
              <a:gd name="connsiteY607" fmla="*/ 1210389 h 1839213"/>
              <a:gd name="connsiteX608" fmla="*/ 2162838 w 12192000"/>
              <a:gd name="connsiteY608" fmla="*/ 1195169 h 1839213"/>
              <a:gd name="connsiteX609" fmla="*/ 2084336 w 12192000"/>
              <a:gd name="connsiteY609" fmla="*/ 1159922 h 1839213"/>
              <a:gd name="connsiteX610" fmla="*/ 2008236 w 12192000"/>
              <a:gd name="connsiteY610" fmla="*/ 1151111 h 1839213"/>
              <a:gd name="connsiteX611" fmla="*/ 2004230 w 12192000"/>
              <a:gd name="connsiteY611" fmla="*/ 1157519 h 1839213"/>
              <a:gd name="connsiteX612" fmla="*/ 1994618 w 12192000"/>
              <a:gd name="connsiteY612" fmla="*/ 1157519 h 1839213"/>
              <a:gd name="connsiteX613" fmla="*/ 1994618 w 12192000"/>
              <a:gd name="connsiteY613" fmla="*/ 1114262 h 1839213"/>
              <a:gd name="connsiteX614" fmla="*/ 1990612 w 12192000"/>
              <a:gd name="connsiteY614" fmla="*/ 1114262 h 1839213"/>
              <a:gd name="connsiteX615" fmla="*/ 1990612 w 12192000"/>
              <a:gd name="connsiteY615" fmla="*/ 1157519 h 1839213"/>
              <a:gd name="connsiteX616" fmla="*/ 1973790 w 12192000"/>
              <a:gd name="connsiteY616" fmla="*/ 1157519 h 1839213"/>
              <a:gd name="connsiteX617" fmla="*/ 1973790 w 12192000"/>
              <a:gd name="connsiteY617" fmla="*/ 1121472 h 1839213"/>
              <a:gd name="connsiteX618" fmla="*/ 1968183 w 12192000"/>
              <a:gd name="connsiteY618" fmla="*/ 1121472 h 1839213"/>
              <a:gd name="connsiteX619" fmla="*/ 1956167 w 12192000"/>
              <a:gd name="connsiteY619" fmla="*/ 1109456 h 1839213"/>
              <a:gd name="connsiteX620" fmla="*/ 1952963 w 12192000"/>
              <a:gd name="connsiteY620" fmla="*/ 1109456 h 1839213"/>
              <a:gd name="connsiteX621" fmla="*/ 1952963 w 12192000"/>
              <a:gd name="connsiteY621" fmla="*/ 1134289 h 1839213"/>
              <a:gd name="connsiteX622" fmla="*/ 1933738 w 12192000"/>
              <a:gd name="connsiteY622" fmla="*/ 1134289 h 1839213"/>
              <a:gd name="connsiteX623" fmla="*/ 1933738 w 12192000"/>
              <a:gd name="connsiteY623" fmla="*/ 1142299 h 1839213"/>
              <a:gd name="connsiteX624" fmla="*/ 1938544 w 12192000"/>
              <a:gd name="connsiteY624" fmla="*/ 1145503 h 1839213"/>
              <a:gd name="connsiteX625" fmla="*/ 1938544 w 12192000"/>
              <a:gd name="connsiteY625" fmla="*/ 1150310 h 1839213"/>
              <a:gd name="connsiteX626" fmla="*/ 1866449 w 12192000"/>
              <a:gd name="connsiteY626" fmla="*/ 1150310 h 1839213"/>
              <a:gd name="connsiteX627" fmla="*/ 1866449 w 12192000"/>
              <a:gd name="connsiteY627" fmla="*/ 1157519 h 1839213"/>
              <a:gd name="connsiteX628" fmla="*/ 1794355 w 12192000"/>
              <a:gd name="connsiteY628" fmla="*/ 1171137 h 1839213"/>
              <a:gd name="connsiteX629" fmla="*/ 1736679 w 12192000"/>
              <a:gd name="connsiteY629" fmla="*/ 1192765 h 1839213"/>
              <a:gd name="connsiteX630" fmla="*/ 1729470 w 12192000"/>
              <a:gd name="connsiteY630" fmla="*/ 1192765 h 1839213"/>
              <a:gd name="connsiteX631" fmla="*/ 1729470 w 12192000"/>
              <a:gd name="connsiteY631" fmla="*/ 1207184 h 1839213"/>
              <a:gd name="connsiteX632" fmla="*/ 1721459 w 12192000"/>
              <a:gd name="connsiteY632" fmla="*/ 1207184 h 1839213"/>
              <a:gd name="connsiteX633" fmla="*/ 1721459 w 12192000"/>
              <a:gd name="connsiteY633" fmla="*/ 1203179 h 1839213"/>
              <a:gd name="connsiteX634" fmla="*/ 1703836 w 12192000"/>
              <a:gd name="connsiteY634" fmla="*/ 1203179 h 1839213"/>
              <a:gd name="connsiteX635" fmla="*/ 1703836 w 12192000"/>
              <a:gd name="connsiteY635" fmla="*/ 1207184 h 1839213"/>
              <a:gd name="connsiteX636" fmla="*/ 1698229 w 12192000"/>
              <a:gd name="connsiteY636" fmla="*/ 1207184 h 1839213"/>
              <a:gd name="connsiteX637" fmla="*/ 1668590 w 12192000"/>
              <a:gd name="connsiteY637" fmla="*/ 1227211 h 1839213"/>
              <a:gd name="connsiteX638" fmla="*/ 1647762 w 12192000"/>
              <a:gd name="connsiteY638" fmla="*/ 1246436 h 1839213"/>
              <a:gd name="connsiteX639" fmla="*/ 1647762 w 12192000"/>
              <a:gd name="connsiteY639" fmla="*/ 1331347 h 1839213"/>
              <a:gd name="connsiteX640" fmla="*/ 1642956 w 12192000"/>
              <a:gd name="connsiteY640" fmla="*/ 1331347 h 1839213"/>
              <a:gd name="connsiteX641" fmla="*/ 1642956 w 12192000"/>
              <a:gd name="connsiteY641" fmla="*/ 1406646 h 1839213"/>
              <a:gd name="connsiteX642" fmla="*/ 1590087 w 12192000"/>
              <a:gd name="connsiteY642" fmla="*/ 1406646 h 1839213"/>
              <a:gd name="connsiteX643" fmla="*/ 1590087 w 12192000"/>
              <a:gd name="connsiteY643" fmla="*/ 1416259 h 1839213"/>
              <a:gd name="connsiteX644" fmla="*/ 1582877 w 12192000"/>
              <a:gd name="connsiteY644" fmla="*/ 1416259 h 1839213"/>
              <a:gd name="connsiteX645" fmla="*/ 1582877 w 12192000"/>
              <a:gd name="connsiteY645" fmla="*/ 1421065 h 1839213"/>
              <a:gd name="connsiteX646" fmla="*/ 1556443 w 12192000"/>
              <a:gd name="connsiteY646" fmla="*/ 1421065 h 1839213"/>
              <a:gd name="connsiteX647" fmla="*/ 1556443 w 12192000"/>
              <a:gd name="connsiteY647" fmla="*/ 1426672 h 1839213"/>
              <a:gd name="connsiteX648" fmla="*/ 1546830 w 12192000"/>
              <a:gd name="connsiteY648" fmla="*/ 1426672 h 1839213"/>
              <a:gd name="connsiteX649" fmla="*/ 1546830 w 12192000"/>
              <a:gd name="connsiteY649" fmla="*/ 1429877 h 1839213"/>
              <a:gd name="connsiteX650" fmla="*/ 1543626 w 12192000"/>
              <a:gd name="connsiteY650" fmla="*/ 1429877 h 1839213"/>
              <a:gd name="connsiteX651" fmla="*/ 1543626 w 12192000"/>
              <a:gd name="connsiteY651" fmla="*/ 1420264 h 1839213"/>
              <a:gd name="connsiteX652" fmla="*/ 1517992 w 12192000"/>
              <a:gd name="connsiteY652" fmla="*/ 1420264 h 1839213"/>
              <a:gd name="connsiteX653" fmla="*/ 1517992 w 12192000"/>
              <a:gd name="connsiteY653" fmla="*/ 1441091 h 1839213"/>
              <a:gd name="connsiteX654" fmla="*/ 1522799 w 12192000"/>
              <a:gd name="connsiteY654" fmla="*/ 1441091 h 1839213"/>
              <a:gd name="connsiteX655" fmla="*/ 1522799 w 12192000"/>
              <a:gd name="connsiteY655" fmla="*/ 1457913 h 1839213"/>
              <a:gd name="connsiteX656" fmla="*/ 1493160 w 12192000"/>
              <a:gd name="connsiteY656" fmla="*/ 1457913 h 1839213"/>
              <a:gd name="connsiteX657" fmla="*/ 1493160 w 12192000"/>
              <a:gd name="connsiteY657" fmla="*/ 1527605 h 1839213"/>
              <a:gd name="connsiteX658" fmla="*/ 1458714 w 12192000"/>
              <a:gd name="connsiteY658" fmla="*/ 1527605 h 1839213"/>
              <a:gd name="connsiteX659" fmla="*/ 1435484 w 12192000"/>
              <a:gd name="connsiteY659" fmla="*/ 1010927 h 1839213"/>
              <a:gd name="connsiteX660" fmla="*/ 1449903 w 12192000"/>
              <a:gd name="connsiteY660" fmla="*/ 1006120 h 1839213"/>
              <a:gd name="connsiteX661" fmla="*/ 1449903 w 12192000"/>
              <a:gd name="connsiteY661" fmla="*/ 962864 h 1839213"/>
              <a:gd name="connsiteX662" fmla="*/ 1455510 w 12192000"/>
              <a:gd name="connsiteY662" fmla="*/ 955654 h 1839213"/>
              <a:gd name="connsiteX663" fmla="*/ 1455510 w 12192000"/>
              <a:gd name="connsiteY663" fmla="*/ 929220 h 1839213"/>
              <a:gd name="connsiteX664" fmla="*/ 1470730 w 12192000"/>
              <a:gd name="connsiteY664" fmla="*/ 920408 h 1839213"/>
              <a:gd name="connsiteX665" fmla="*/ 1478741 w 12192000"/>
              <a:gd name="connsiteY665" fmla="*/ 914000 h 1839213"/>
              <a:gd name="connsiteX666" fmla="*/ 1492359 w 12192000"/>
              <a:gd name="connsiteY666" fmla="*/ 883560 h 1839213"/>
              <a:gd name="connsiteX667" fmla="*/ 1492359 w 12192000"/>
              <a:gd name="connsiteY667" fmla="*/ 858727 h 1839213"/>
              <a:gd name="connsiteX668" fmla="*/ 1488353 w 12192000"/>
              <a:gd name="connsiteY668" fmla="*/ 857125 h 1839213"/>
              <a:gd name="connsiteX669" fmla="*/ 1488353 w 12192000"/>
              <a:gd name="connsiteY669" fmla="*/ 850716 h 1839213"/>
              <a:gd name="connsiteX670" fmla="*/ 1485950 w 12192000"/>
              <a:gd name="connsiteY670" fmla="*/ 849114 h 1839213"/>
              <a:gd name="connsiteX671" fmla="*/ 1485950 w 12192000"/>
              <a:gd name="connsiteY671" fmla="*/ 846711 h 1839213"/>
              <a:gd name="connsiteX672" fmla="*/ 1483547 w 12192000"/>
              <a:gd name="connsiteY672" fmla="*/ 845109 h 1839213"/>
              <a:gd name="connsiteX673" fmla="*/ 1483547 w 12192000"/>
              <a:gd name="connsiteY673" fmla="*/ 841104 h 1839213"/>
              <a:gd name="connsiteX674" fmla="*/ 1454709 w 12192000"/>
              <a:gd name="connsiteY674" fmla="*/ 834695 h 1839213"/>
              <a:gd name="connsiteX675" fmla="*/ 1457112 w 12192000"/>
              <a:gd name="connsiteY675" fmla="*/ 831491 h 1839213"/>
              <a:gd name="connsiteX676" fmla="*/ 1463521 w 12192000"/>
              <a:gd name="connsiteY676" fmla="*/ 806659 h 1839213"/>
              <a:gd name="connsiteX677" fmla="*/ 1463521 w 12192000"/>
              <a:gd name="connsiteY677" fmla="*/ 802653 h 1839213"/>
              <a:gd name="connsiteX678" fmla="*/ 1461117 w 12192000"/>
              <a:gd name="connsiteY678" fmla="*/ 802653 h 1839213"/>
              <a:gd name="connsiteX679" fmla="*/ 1461117 w 12192000"/>
              <a:gd name="connsiteY679" fmla="*/ 805057 h 1839213"/>
              <a:gd name="connsiteX680" fmla="*/ 1438688 w 12192000"/>
              <a:gd name="connsiteY680" fmla="*/ 791439 h 1839213"/>
              <a:gd name="connsiteX681" fmla="*/ 1438688 w 12192000"/>
              <a:gd name="connsiteY681" fmla="*/ 771412 h 1839213"/>
              <a:gd name="connsiteX682" fmla="*/ 1433882 w 12192000"/>
              <a:gd name="connsiteY682" fmla="*/ 771412 h 1839213"/>
              <a:gd name="connsiteX683" fmla="*/ 1433882 w 12192000"/>
              <a:gd name="connsiteY683" fmla="*/ 765805 h 1839213"/>
              <a:gd name="connsiteX684" fmla="*/ 1425070 w 12192000"/>
              <a:gd name="connsiteY684" fmla="*/ 764203 h 1839213"/>
              <a:gd name="connsiteX685" fmla="*/ 1423468 w 12192000"/>
              <a:gd name="connsiteY685" fmla="*/ 641642 h 1839213"/>
              <a:gd name="connsiteX686" fmla="*/ 1425070 w 12192000"/>
              <a:gd name="connsiteY686" fmla="*/ 639239 h 1839213"/>
              <a:gd name="connsiteX687" fmla="*/ 1425070 w 12192000"/>
              <a:gd name="connsiteY687" fmla="*/ 635234 h 1839213"/>
              <a:gd name="connsiteX688" fmla="*/ 1421065 w 12192000"/>
              <a:gd name="connsiteY688" fmla="*/ 633632 h 1839213"/>
              <a:gd name="connsiteX689" fmla="*/ 1423468 w 12192000"/>
              <a:gd name="connsiteY689" fmla="*/ 535102 h 1839213"/>
              <a:gd name="connsiteX690" fmla="*/ 1425871 w 12192000"/>
              <a:gd name="connsiteY690" fmla="*/ 528694 h 1839213"/>
              <a:gd name="connsiteX691" fmla="*/ 1421866 w 12192000"/>
              <a:gd name="connsiteY691" fmla="*/ 526291 h 1839213"/>
              <a:gd name="connsiteX692" fmla="*/ 1421866 w 12192000"/>
              <a:gd name="connsiteY692" fmla="*/ 521484 h 1839213"/>
              <a:gd name="connsiteX693" fmla="*/ 1418662 w 12192000"/>
              <a:gd name="connsiteY693" fmla="*/ 519081 h 1839213"/>
              <a:gd name="connsiteX694" fmla="*/ 1417861 w 12192000"/>
              <a:gd name="connsiteY694" fmla="*/ 417348 h 1839213"/>
              <a:gd name="connsiteX695" fmla="*/ 1423468 w 12192000"/>
              <a:gd name="connsiteY695" fmla="*/ 417348 h 1839213"/>
              <a:gd name="connsiteX696" fmla="*/ 1423468 w 12192000"/>
              <a:gd name="connsiteY696" fmla="*/ 412541 h 1839213"/>
              <a:gd name="connsiteX697" fmla="*/ 1417060 w 12192000"/>
              <a:gd name="connsiteY697" fmla="*/ 412541 h 1839213"/>
              <a:gd name="connsiteX698" fmla="*/ 1417060 w 12192000"/>
              <a:gd name="connsiteY698" fmla="*/ 410138 h 1839213"/>
              <a:gd name="connsiteX699" fmla="*/ 1420264 w 12192000"/>
              <a:gd name="connsiteY699" fmla="*/ 408536 h 1839213"/>
              <a:gd name="connsiteX700" fmla="*/ 1420264 w 12192000"/>
              <a:gd name="connsiteY700" fmla="*/ 406133 h 1839213"/>
              <a:gd name="connsiteX701" fmla="*/ 1421065 w 12192000"/>
              <a:gd name="connsiteY701" fmla="*/ 404531 h 1839213"/>
              <a:gd name="connsiteX702" fmla="*/ 1421065 w 12192000"/>
              <a:gd name="connsiteY702" fmla="*/ 401327 h 1839213"/>
              <a:gd name="connsiteX703" fmla="*/ 1416259 w 12192000"/>
              <a:gd name="connsiteY703" fmla="*/ 400526 h 1839213"/>
              <a:gd name="connsiteX704" fmla="*/ 1416259 w 12192000"/>
              <a:gd name="connsiteY704" fmla="*/ 286776 h 1839213"/>
              <a:gd name="connsiteX705" fmla="*/ 1417060 w 12192000"/>
              <a:gd name="connsiteY705" fmla="*/ 286776 h 1839213"/>
              <a:gd name="connsiteX706" fmla="*/ 1417060 w 12192000"/>
              <a:gd name="connsiteY706" fmla="*/ 284373 h 1839213"/>
              <a:gd name="connsiteX707" fmla="*/ 1414657 w 12192000"/>
              <a:gd name="connsiteY707" fmla="*/ 284373 h 1839213"/>
              <a:gd name="connsiteX708" fmla="*/ 1414657 w 12192000"/>
              <a:gd name="connsiteY708" fmla="*/ 266750 h 1839213"/>
              <a:gd name="connsiteX709" fmla="*/ 1412253 w 12192000"/>
              <a:gd name="connsiteY709" fmla="*/ 265148 h 1839213"/>
              <a:gd name="connsiteX710" fmla="*/ 1409850 w 12192000"/>
              <a:gd name="connsiteY710" fmla="*/ 266750 h 1839213"/>
              <a:gd name="connsiteX711" fmla="*/ 1409850 w 12192000"/>
              <a:gd name="connsiteY711" fmla="*/ 284373 h 1839213"/>
              <a:gd name="connsiteX712" fmla="*/ 1407447 w 12192000"/>
              <a:gd name="connsiteY712" fmla="*/ 284373 h 1839213"/>
              <a:gd name="connsiteX713" fmla="*/ 1407447 w 12192000"/>
              <a:gd name="connsiteY713" fmla="*/ 286776 h 1839213"/>
              <a:gd name="connsiteX714" fmla="*/ 1408248 w 12192000"/>
              <a:gd name="connsiteY714" fmla="*/ 286776 h 1839213"/>
              <a:gd name="connsiteX715" fmla="*/ 1408248 w 12192000"/>
              <a:gd name="connsiteY715" fmla="*/ 401327 h 1839213"/>
              <a:gd name="connsiteX716" fmla="*/ 1402641 w 12192000"/>
              <a:gd name="connsiteY716" fmla="*/ 402128 h 1839213"/>
              <a:gd name="connsiteX717" fmla="*/ 1402641 w 12192000"/>
              <a:gd name="connsiteY717" fmla="*/ 405332 h 1839213"/>
              <a:gd name="connsiteX718" fmla="*/ 1403442 w 12192000"/>
              <a:gd name="connsiteY718" fmla="*/ 406934 h 1839213"/>
              <a:gd name="connsiteX719" fmla="*/ 1403442 w 12192000"/>
              <a:gd name="connsiteY719" fmla="*/ 408536 h 1839213"/>
              <a:gd name="connsiteX720" fmla="*/ 1406646 w 12192000"/>
              <a:gd name="connsiteY720" fmla="*/ 410138 h 1839213"/>
              <a:gd name="connsiteX721" fmla="*/ 1406646 w 12192000"/>
              <a:gd name="connsiteY721" fmla="*/ 412541 h 1839213"/>
              <a:gd name="connsiteX722" fmla="*/ 1401840 w 12192000"/>
              <a:gd name="connsiteY722" fmla="*/ 412541 h 1839213"/>
              <a:gd name="connsiteX723" fmla="*/ 1401840 w 12192000"/>
              <a:gd name="connsiteY723" fmla="*/ 417348 h 1839213"/>
              <a:gd name="connsiteX724" fmla="*/ 1407447 w 12192000"/>
              <a:gd name="connsiteY724" fmla="*/ 417348 h 1839213"/>
              <a:gd name="connsiteX725" fmla="*/ 1406646 w 12192000"/>
              <a:gd name="connsiteY725" fmla="*/ 519882 h 1839213"/>
              <a:gd name="connsiteX726" fmla="*/ 1403442 w 12192000"/>
              <a:gd name="connsiteY726" fmla="*/ 522285 h 1839213"/>
              <a:gd name="connsiteX727" fmla="*/ 1403442 w 12192000"/>
              <a:gd name="connsiteY727" fmla="*/ 527092 h 1839213"/>
              <a:gd name="connsiteX728" fmla="*/ 1399437 w 12192000"/>
              <a:gd name="connsiteY728" fmla="*/ 529495 h 1839213"/>
              <a:gd name="connsiteX729" fmla="*/ 1401840 w 12192000"/>
              <a:gd name="connsiteY729" fmla="*/ 535903 h 1839213"/>
              <a:gd name="connsiteX730" fmla="*/ 1404243 w 12192000"/>
              <a:gd name="connsiteY730" fmla="*/ 634433 h 1839213"/>
              <a:gd name="connsiteX731" fmla="*/ 1400238 w 12192000"/>
              <a:gd name="connsiteY731" fmla="*/ 636035 h 1839213"/>
              <a:gd name="connsiteX732" fmla="*/ 1400238 w 12192000"/>
              <a:gd name="connsiteY732" fmla="*/ 640040 h 1839213"/>
              <a:gd name="connsiteX733" fmla="*/ 1401840 w 12192000"/>
              <a:gd name="connsiteY733" fmla="*/ 642443 h 1839213"/>
              <a:gd name="connsiteX734" fmla="*/ 1400238 w 12192000"/>
              <a:gd name="connsiteY734" fmla="*/ 765004 h 1839213"/>
              <a:gd name="connsiteX735" fmla="*/ 1391426 w 12192000"/>
              <a:gd name="connsiteY735" fmla="*/ 766606 h 1839213"/>
              <a:gd name="connsiteX736" fmla="*/ 1391426 w 12192000"/>
              <a:gd name="connsiteY736" fmla="*/ 772214 h 1839213"/>
              <a:gd name="connsiteX737" fmla="*/ 1387421 w 12192000"/>
              <a:gd name="connsiteY737" fmla="*/ 772214 h 1839213"/>
              <a:gd name="connsiteX738" fmla="*/ 1387421 w 12192000"/>
              <a:gd name="connsiteY738" fmla="*/ 793041 h 1839213"/>
              <a:gd name="connsiteX739" fmla="*/ 1364991 w 12192000"/>
              <a:gd name="connsiteY739" fmla="*/ 806659 h 1839213"/>
              <a:gd name="connsiteX740" fmla="*/ 1364991 w 12192000"/>
              <a:gd name="connsiteY740" fmla="*/ 804256 h 1839213"/>
              <a:gd name="connsiteX741" fmla="*/ 1362588 w 12192000"/>
              <a:gd name="connsiteY741" fmla="*/ 804256 h 1839213"/>
              <a:gd name="connsiteX742" fmla="*/ 1362588 w 12192000"/>
              <a:gd name="connsiteY742" fmla="*/ 808261 h 1839213"/>
              <a:gd name="connsiteX743" fmla="*/ 1368997 w 12192000"/>
              <a:gd name="connsiteY743" fmla="*/ 833093 h 1839213"/>
              <a:gd name="connsiteX744" fmla="*/ 1370599 w 12192000"/>
              <a:gd name="connsiteY744" fmla="*/ 836298 h 1839213"/>
              <a:gd name="connsiteX745" fmla="*/ 1341761 w 12192000"/>
              <a:gd name="connsiteY745" fmla="*/ 842706 h 1839213"/>
              <a:gd name="connsiteX746" fmla="*/ 1341761 w 12192000"/>
              <a:gd name="connsiteY746" fmla="*/ 846711 h 1839213"/>
              <a:gd name="connsiteX747" fmla="*/ 1339358 w 12192000"/>
              <a:gd name="connsiteY747" fmla="*/ 848313 h 1839213"/>
              <a:gd name="connsiteX748" fmla="*/ 1339358 w 12192000"/>
              <a:gd name="connsiteY748" fmla="*/ 850716 h 1839213"/>
              <a:gd name="connsiteX749" fmla="*/ 1336955 w 12192000"/>
              <a:gd name="connsiteY749" fmla="*/ 852319 h 1839213"/>
              <a:gd name="connsiteX750" fmla="*/ 1336955 w 12192000"/>
              <a:gd name="connsiteY750" fmla="*/ 858727 h 1839213"/>
              <a:gd name="connsiteX751" fmla="*/ 1332949 w 12192000"/>
              <a:gd name="connsiteY751" fmla="*/ 860329 h 1839213"/>
              <a:gd name="connsiteX752" fmla="*/ 1332949 w 12192000"/>
              <a:gd name="connsiteY752" fmla="*/ 885162 h 1839213"/>
              <a:gd name="connsiteX753" fmla="*/ 1346567 w 12192000"/>
              <a:gd name="connsiteY753" fmla="*/ 915602 h 1839213"/>
              <a:gd name="connsiteX754" fmla="*/ 1354578 w 12192000"/>
              <a:gd name="connsiteY754" fmla="*/ 922010 h 1839213"/>
              <a:gd name="connsiteX755" fmla="*/ 1369798 w 12192000"/>
              <a:gd name="connsiteY755" fmla="*/ 930822 h 1839213"/>
              <a:gd name="connsiteX756" fmla="*/ 1369798 w 12192000"/>
              <a:gd name="connsiteY756" fmla="*/ 958858 h 1839213"/>
              <a:gd name="connsiteX757" fmla="*/ 1375405 w 12192000"/>
              <a:gd name="connsiteY757" fmla="*/ 966068 h 1839213"/>
              <a:gd name="connsiteX758" fmla="*/ 1375405 w 12192000"/>
              <a:gd name="connsiteY758" fmla="*/ 1009325 h 1839213"/>
              <a:gd name="connsiteX759" fmla="*/ 1389824 w 12192000"/>
              <a:gd name="connsiteY759" fmla="*/ 1014131 h 1839213"/>
              <a:gd name="connsiteX760" fmla="*/ 1363389 w 12192000"/>
              <a:gd name="connsiteY760" fmla="*/ 1604506 h 1839213"/>
              <a:gd name="connsiteX761" fmla="*/ 1350573 w 12192000"/>
              <a:gd name="connsiteY761" fmla="*/ 1604506 h 1839213"/>
              <a:gd name="connsiteX762" fmla="*/ 1350573 w 12192000"/>
              <a:gd name="connsiteY762" fmla="*/ 1650967 h 1839213"/>
              <a:gd name="connsiteX763" fmla="*/ 1332949 w 12192000"/>
              <a:gd name="connsiteY763" fmla="*/ 1650967 h 1839213"/>
              <a:gd name="connsiteX764" fmla="*/ 1332949 w 12192000"/>
              <a:gd name="connsiteY764" fmla="*/ 1659778 h 1839213"/>
              <a:gd name="connsiteX765" fmla="*/ 1280881 w 12192000"/>
              <a:gd name="connsiteY765" fmla="*/ 1659778 h 1839213"/>
              <a:gd name="connsiteX766" fmla="*/ 1276876 w 12192000"/>
              <a:gd name="connsiteY766" fmla="*/ 1655773 h 1839213"/>
              <a:gd name="connsiteX767" fmla="*/ 1276876 w 12192000"/>
              <a:gd name="connsiteY767" fmla="*/ 1642956 h 1839213"/>
              <a:gd name="connsiteX768" fmla="*/ 1272870 w 12192000"/>
              <a:gd name="connsiteY768" fmla="*/ 1642956 h 1839213"/>
              <a:gd name="connsiteX769" fmla="*/ 1272870 w 12192000"/>
              <a:gd name="connsiteY769" fmla="*/ 1630139 h 1839213"/>
              <a:gd name="connsiteX770" fmla="*/ 1319331 w 12192000"/>
              <a:gd name="connsiteY770" fmla="*/ 1620527 h 1839213"/>
              <a:gd name="connsiteX771" fmla="*/ 1319331 w 12192000"/>
              <a:gd name="connsiteY771" fmla="*/ 1602103 h 1839213"/>
              <a:gd name="connsiteX772" fmla="*/ 1236823 w 12192000"/>
              <a:gd name="connsiteY772" fmla="*/ 1580474 h 1839213"/>
              <a:gd name="connsiteX773" fmla="*/ 1236823 w 12192000"/>
              <a:gd name="connsiteY773" fmla="*/ 1575668 h 1839213"/>
              <a:gd name="connsiteX774" fmla="*/ 1229614 w 12192000"/>
              <a:gd name="connsiteY774" fmla="*/ 1575668 h 1839213"/>
              <a:gd name="connsiteX775" fmla="*/ 1229614 w 12192000"/>
              <a:gd name="connsiteY775" fmla="*/ 1555642 h 1839213"/>
              <a:gd name="connsiteX776" fmla="*/ 1256048 w 12192000"/>
              <a:gd name="connsiteY776" fmla="*/ 1555642 h 1839213"/>
              <a:gd name="connsiteX777" fmla="*/ 1260054 w 12192000"/>
              <a:gd name="connsiteY777" fmla="*/ 1548432 h 1839213"/>
              <a:gd name="connsiteX778" fmla="*/ 1272870 w 12192000"/>
              <a:gd name="connsiteY778" fmla="*/ 1548432 h 1839213"/>
              <a:gd name="connsiteX779" fmla="*/ 1272870 w 12192000"/>
              <a:gd name="connsiteY779" fmla="*/ 1544427 h 1839213"/>
              <a:gd name="connsiteX780" fmla="*/ 1270467 w 12192000"/>
              <a:gd name="connsiteY780" fmla="*/ 1544427 h 1839213"/>
              <a:gd name="connsiteX781" fmla="*/ 1270467 w 12192000"/>
              <a:gd name="connsiteY781" fmla="*/ 1530008 h 1839213"/>
              <a:gd name="connsiteX782" fmla="*/ 1234420 w 12192000"/>
              <a:gd name="connsiteY782" fmla="*/ 1530008 h 1839213"/>
              <a:gd name="connsiteX783" fmla="*/ 1234420 w 12192000"/>
              <a:gd name="connsiteY783" fmla="*/ 1521196 h 1839213"/>
              <a:gd name="connsiteX784" fmla="*/ 1231216 w 12192000"/>
              <a:gd name="connsiteY784" fmla="*/ 1516390 h 1839213"/>
              <a:gd name="connsiteX785" fmla="*/ 1220802 w 12192000"/>
              <a:gd name="connsiteY785" fmla="*/ 1516390 h 1839213"/>
              <a:gd name="connsiteX786" fmla="*/ 1220802 w 12192000"/>
              <a:gd name="connsiteY786" fmla="*/ 1523600 h 1839213"/>
              <a:gd name="connsiteX787" fmla="*/ 1146304 w 12192000"/>
              <a:gd name="connsiteY787" fmla="*/ 1496364 h 1839213"/>
              <a:gd name="connsiteX788" fmla="*/ 1084623 w 12192000"/>
              <a:gd name="connsiteY788" fmla="*/ 1440290 h 1839213"/>
              <a:gd name="connsiteX789" fmla="*/ 1084623 w 12192000"/>
              <a:gd name="connsiteY789" fmla="*/ 1431479 h 1839213"/>
              <a:gd name="connsiteX790" fmla="*/ 1089430 w 12192000"/>
              <a:gd name="connsiteY790" fmla="*/ 1431479 h 1839213"/>
              <a:gd name="connsiteX791" fmla="*/ 1089430 w 12192000"/>
              <a:gd name="connsiteY791" fmla="*/ 1426672 h 1839213"/>
              <a:gd name="connsiteX792" fmla="*/ 1084623 w 12192000"/>
              <a:gd name="connsiteY792" fmla="*/ 1426672 h 1839213"/>
              <a:gd name="connsiteX793" fmla="*/ 1084623 w 12192000"/>
              <a:gd name="connsiteY793" fmla="*/ 1419463 h 1839213"/>
              <a:gd name="connsiteX794" fmla="*/ 1082220 w 12192000"/>
              <a:gd name="connsiteY794" fmla="*/ 1417861 h 1839213"/>
              <a:gd name="connsiteX795" fmla="*/ 1076613 w 12192000"/>
              <a:gd name="connsiteY795" fmla="*/ 1417861 h 1839213"/>
              <a:gd name="connsiteX796" fmla="*/ 1076613 w 12192000"/>
              <a:gd name="connsiteY796" fmla="*/ 1405845 h 1839213"/>
              <a:gd name="connsiteX797" fmla="*/ 1071006 w 12192000"/>
              <a:gd name="connsiteY797" fmla="*/ 1405845 h 1839213"/>
              <a:gd name="connsiteX798" fmla="*/ 1071006 w 12192000"/>
              <a:gd name="connsiteY798" fmla="*/ 1417060 h 1839213"/>
              <a:gd name="connsiteX799" fmla="*/ 1063796 w 12192000"/>
              <a:gd name="connsiteY799" fmla="*/ 1417060 h 1839213"/>
              <a:gd name="connsiteX800" fmla="*/ 1063796 w 12192000"/>
              <a:gd name="connsiteY800" fmla="*/ 1405845 h 1839213"/>
              <a:gd name="connsiteX801" fmla="*/ 1058990 w 12192000"/>
              <a:gd name="connsiteY801" fmla="*/ 1405845 h 1839213"/>
              <a:gd name="connsiteX802" fmla="*/ 1058990 w 12192000"/>
              <a:gd name="connsiteY802" fmla="*/ 1428275 h 1839213"/>
              <a:gd name="connsiteX803" fmla="*/ 1053382 w 12192000"/>
              <a:gd name="connsiteY803" fmla="*/ 1428275 h 1839213"/>
              <a:gd name="connsiteX804" fmla="*/ 1053382 w 12192000"/>
              <a:gd name="connsiteY804" fmla="*/ 1433081 h 1839213"/>
              <a:gd name="connsiteX805" fmla="*/ 902785 w 12192000"/>
              <a:gd name="connsiteY805" fmla="*/ 1433081 h 1839213"/>
              <a:gd name="connsiteX806" fmla="*/ 748983 w 12192000"/>
              <a:gd name="connsiteY806" fmla="*/ 1433081 h 1839213"/>
              <a:gd name="connsiteX807" fmla="*/ 748983 w 12192000"/>
              <a:gd name="connsiteY807" fmla="*/ 1428275 h 1839213"/>
              <a:gd name="connsiteX808" fmla="*/ 743376 w 12192000"/>
              <a:gd name="connsiteY808" fmla="*/ 1428275 h 1839213"/>
              <a:gd name="connsiteX809" fmla="*/ 743376 w 12192000"/>
              <a:gd name="connsiteY809" fmla="*/ 1405845 h 1839213"/>
              <a:gd name="connsiteX810" fmla="*/ 738569 w 12192000"/>
              <a:gd name="connsiteY810" fmla="*/ 1405845 h 1839213"/>
              <a:gd name="connsiteX811" fmla="*/ 738569 w 12192000"/>
              <a:gd name="connsiteY811" fmla="*/ 1417060 h 1839213"/>
              <a:gd name="connsiteX812" fmla="*/ 731360 w 12192000"/>
              <a:gd name="connsiteY812" fmla="*/ 1417060 h 1839213"/>
              <a:gd name="connsiteX813" fmla="*/ 731360 w 12192000"/>
              <a:gd name="connsiteY813" fmla="*/ 1405845 h 1839213"/>
              <a:gd name="connsiteX814" fmla="*/ 725752 w 12192000"/>
              <a:gd name="connsiteY814" fmla="*/ 1405845 h 1839213"/>
              <a:gd name="connsiteX815" fmla="*/ 725752 w 12192000"/>
              <a:gd name="connsiteY815" fmla="*/ 1417861 h 1839213"/>
              <a:gd name="connsiteX816" fmla="*/ 720145 w 12192000"/>
              <a:gd name="connsiteY816" fmla="*/ 1417861 h 1839213"/>
              <a:gd name="connsiteX817" fmla="*/ 717742 w 12192000"/>
              <a:gd name="connsiteY817" fmla="*/ 1419463 h 1839213"/>
              <a:gd name="connsiteX818" fmla="*/ 717742 w 12192000"/>
              <a:gd name="connsiteY818" fmla="*/ 1426672 h 1839213"/>
              <a:gd name="connsiteX819" fmla="*/ 712936 w 12192000"/>
              <a:gd name="connsiteY819" fmla="*/ 1426672 h 1839213"/>
              <a:gd name="connsiteX820" fmla="*/ 712936 w 12192000"/>
              <a:gd name="connsiteY820" fmla="*/ 1431479 h 1839213"/>
              <a:gd name="connsiteX821" fmla="*/ 717742 w 12192000"/>
              <a:gd name="connsiteY821" fmla="*/ 1431479 h 1839213"/>
              <a:gd name="connsiteX822" fmla="*/ 717742 w 12192000"/>
              <a:gd name="connsiteY822" fmla="*/ 1440290 h 1839213"/>
              <a:gd name="connsiteX823" fmla="*/ 656061 w 12192000"/>
              <a:gd name="connsiteY823" fmla="*/ 1496364 h 1839213"/>
              <a:gd name="connsiteX824" fmla="*/ 581563 w 12192000"/>
              <a:gd name="connsiteY824" fmla="*/ 1523600 h 1839213"/>
              <a:gd name="connsiteX825" fmla="*/ 581563 w 12192000"/>
              <a:gd name="connsiteY825" fmla="*/ 1516390 h 1839213"/>
              <a:gd name="connsiteX826" fmla="*/ 571150 w 12192000"/>
              <a:gd name="connsiteY826" fmla="*/ 1516390 h 1839213"/>
              <a:gd name="connsiteX827" fmla="*/ 567945 w 12192000"/>
              <a:gd name="connsiteY827" fmla="*/ 1521196 h 1839213"/>
              <a:gd name="connsiteX828" fmla="*/ 567945 w 12192000"/>
              <a:gd name="connsiteY828" fmla="*/ 1530008 h 1839213"/>
              <a:gd name="connsiteX829" fmla="*/ 531898 w 12192000"/>
              <a:gd name="connsiteY829" fmla="*/ 1530008 h 1839213"/>
              <a:gd name="connsiteX830" fmla="*/ 531898 w 12192000"/>
              <a:gd name="connsiteY830" fmla="*/ 1544427 h 1839213"/>
              <a:gd name="connsiteX831" fmla="*/ 528694 w 12192000"/>
              <a:gd name="connsiteY831" fmla="*/ 1544427 h 1839213"/>
              <a:gd name="connsiteX832" fmla="*/ 528694 w 12192000"/>
              <a:gd name="connsiteY832" fmla="*/ 1548432 h 1839213"/>
              <a:gd name="connsiteX833" fmla="*/ 541511 w 12192000"/>
              <a:gd name="connsiteY833" fmla="*/ 1548432 h 1839213"/>
              <a:gd name="connsiteX834" fmla="*/ 545516 w 12192000"/>
              <a:gd name="connsiteY834" fmla="*/ 1555642 h 1839213"/>
              <a:gd name="connsiteX835" fmla="*/ 571951 w 12192000"/>
              <a:gd name="connsiteY835" fmla="*/ 1555642 h 1839213"/>
              <a:gd name="connsiteX836" fmla="*/ 571951 w 12192000"/>
              <a:gd name="connsiteY836" fmla="*/ 1575668 h 1839213"/>
              <a:gd name="connsiteX837" fmla="*/ 564741 w 12192000"/>
              <a:gd name="connsiteY837" fmla="*/ 1575668 h 1839213"/>
              <a:gd name="connsiteX838" fmla="*/ 564741 w 12192000"/>
              <a:gd name="connsiteY838" fmla="*/ 1580474 h 1839213"/>
              <a:gd name="connsiteX839" fmla="*/ 482233 w 12192000"/>
              <a:gd name="connsiteY839" fmla="*/ 1602103 h 1839213"/>
              <a:gd name="connsiteX840" fmla="*/ 482233 w 12192000"/>
              <a:gd name="connsiteY840" fmla="*/ 1619726 h 1839213"/>
              <a:gd name="connsiteX841" fmla="*/ 528694 w 12192000"/>
              <a:gd name="connsiteY841" fmla="*/ 1629338 h 1839213"/>
              <a:gd name="connsiteX842" fmla="*/ 528694 w 12192000"/>
              <a:gd name="connsiteY842" fmla="*/ 1642155 h 1839213"/>
              <a:gd name="connsiteX843" fmla="*/ 524689 w 12192000"/>
              <a:gd name="connsiteY843" fmla="*/ 1642155 h 1839213"/>
              <a:gd name="connsiteX844" fmla="*/ 524689 w 12192000"/>
              <a:gd name="connsiteY844" fmla="*/ 1654972 h 1839213"/>
              <a:gd name="connsiteX845" fmla="*/ 520683 w 12192000"/>
              <a:gd name="connsiteY845" fmla="*/ 1658977 h 1839213"/>
              <a:gd name="connsiteX846" fmla="*/ 266750 w 12192000"/>
              <a:gd name="connsiteY846" fmla="*/ 1658977 h 1839213"/>
              <a:gd name="connsiteX847" fmla="*/ 266750 w 12192000"/>
              <a:gd name="connsiteY847" fmla="*/ 1654972 h 1839213"/>
              <a:gd name="connsiteX848" fmla="*/ 261143 w 12192000"/>
              <a:gd name="connsiteY848" fmla="*/ 1654972 h 1839213"/>
              <a:gd name="connsiteX849" fmla="*/ 261143 w 12192000"/>
              <a:gd name="connsiteY849" fmla="*/ 1662182 h 1839213"/>
              <a:gd name="connsiteX850" fmla="*/ 256336 w 12192000"/>
              <a:gd name="connsiteY850" fmla="*/ 1662182 h 1839213"/>
              <a:gd name="connsiteX851" fmla="*/ 256336 w 12192000"/>
              <a:gd name="connsiteY851" fmla="*/ 1670993 h 1839213"/>
              <a:gd name="connsiteX852" fmla="*/ 260342 w 12192000"/>
              <a:gd name="connsiteY852" fmla="*/ 1670993 h 1839213"/>
              <a:gd name="connsiteX853" fmla="*/ 260342 w 12192000"/>
              <a:gd name="connsiteY853" fmla="*/ 1683810 h 1839213"/>
              <a:gd name="connsiteX854" fmla="*/ 251530 w 12192000"/>
              <a:gd name="connsiteY854" fmla="*/ 1683810 h 1839213"/>
              <a:gd name="connsiteX855" fmla="*/ 251530 w 12192000"/>
              <a:gd name="connsiteY855" fmla="*/ 1689417 h 1839213"/>
              <a:gd name="connsiteX856" fmla="*/ 251530 w 12192000"/>
              <a:gd name="connsiteY856" fmla="*/ 1725465 h 1839213"/>
              <a:gd name="connsiteX857" fmla="*/ 202666 w 12192000"/>
              <a:gd name="connsiteY857" fmla="*/ 1725465 h 1839213"/>
              <a:gd name="connsiteX858" fmla="*/ 202666 w 12192000"/>
              <a:gd name="connsiteY858" fmla="*/ 1747894 h 1839213"/>
              <a:gd name="connsiteX859" fmla="*/ 120158 w 12192000"/>
              <a:gd name="connsiteY859" fmla="*/ 1747894 h 1839213"/>
              <a:gd name="connsiteX860" fmla="*/ 120158 w 12192000"/>
              <a:gd name="connsiteY860" fmla="*/ 1758308 h 1839213"/>
              <a:gd name="connsiteX861" fmla="*/ 106540 w 12192000"/>
              <a:gd name="connsiteY861" fmla="*/ 1758308 h 1839213"/>
              <a:gd name="connsiteX862" fmla="*/ 106540 w 12192000"/>
              <a:gd name="connsiteY862" fmla="*/ 1766318 h 1839213"/>
              <a:gd name="connsiteX863" fmla="*/ 112147 w 12192000"/>
              <a:gd name="connsiteY863" fmla="*/ 1766318 h 1839213"/>
              <a:gd name="connsiteX864" fmla="*/ 112147 w 12192000"/>
              <a:gd name="connsiteY864" fmla="*/ 1777533 h 1839213"/>
              <a:gd name="connsiteX865" fmla="*/ 20827 w 12192000"/>
              <a:gd name="connsiteY865" fmla="*/ 1777533 h 1839213"/>
              <a:gd name="connsiteX866" fmla="*/ 20827 w 12192000"/>
              <a:gd name="connsiteY866" fmla="*/ 1793554 h 1839213"/>
              <a:gd name="connsiteX867" fmla="*/ 12817 w 12192000"/>
              <a:gd name="connsiteY867" fmla="*/ 1793554 h 1839213"/>
              <a:gd name="connsiteX868" fmla="*/ 12817 w 12192000"/>
              <a:gd name="connsiteY868" fmla="*/ 1788748 h 1839213"/>
              <a:gd name="connsiteX869" fmla="*/ 0 w 12192000"/>
              <a:gd name="connsiteY869" fmla="*/ 1788748 h 1839213"/>
              <a:gd name="connsiteX870" fmla="*/ 0 w 12192000"/>
              <a:gd name="connsiteY870" fmla="*/ 1839214 h 1839213"/>
              <a:gd name="connsiteX871" fmla="*/ 12192000 w 12192000"/>
              <a:gd name="connsiteY871" fmla="*/ 1839214 h 1839213"/>
              <a:gd name="connsiteX872" fmla="*/ 12192000 w 12192000"/>
              <a:gd name="connsiteY872" fmla="*/ 1807172 h 1839213"/>
              <a:gd name="connsiteX873" fmla="*/ 12164764 w 12192000"/>
              <a:gd name="connsiteY873" fmla="*/ 1807172 h 1839213"/>
              <a:gd name="connsiteX874" fmla="*/ 2412767 w 12192000"/>
              <a:gd name="connsiteY874" fmla="*/ 1433081 h 1839213"/>
              <a:gd name="connsiteX875" fmla="*/ 2412767 w 12192000"/>
              <a:gd name="connsiteY875" fmla="*/ 1420264 h 1839213"/>
              <a:gd name="connsiteX876" fmla="*/ 2415170 w 12192000"/>
              <a:gd name="connsiteY876" fmla="*/ 1420264 h 1839213"/>
              <a:gd name="connsiteX877" fmla="*/ 2415170 w 12192000"/>
              <a:gd name="connsiteY877" fmla="*/ 1433081 h 1839213"/>
              <a:gd name="connsiteX878" fmla="*/ 2412767 w 12192000"/>
              <a:gd name="connsiteY878" fmla="*/ 1433081 h 1839213"/>
              <a:gd name="connsiteX879" fmla="*/ 6799323 w 12192000"/>
              <a:gd name="connsiteY879" fmla="*/ 1419463 h 1839213"/>
              <a:gd name="connsiteX880" fmla="*/ 6799323 w 12192000"/>
              <a:gd name="connsiteY880" fmla="*/ 1430678 h 1839213"/>
              <a:gd name="connsiteX881" fmla="*/ 6785705 w 12192000"/>
              <a:gd name="connsiteY881" fmla="*/ 1443494 h 1839213"/>
              <a:gd name="connsiteX882" fmla="*/ 6743250 w 12192000"/>
              <a:gd name="connsiteY882" fmla="*/ 1443494 h 1839213"/>
              <a:gd name="connsiteX883" fmla="*/ 6743250 w 12192000"/>
              <a:gd name="connsiteY883" fmla="*/ 1408248 h 1839213"/>
              <a:gd name="connsiteX884" fmla="*/ 6702396 w 12192000"/>
              <a:gd name="connsiteY884" fmla="*/ 1408248 h 1839213"/>
              <a:gd name="connsiteX885" fmla="*/ 6702396 w 12192000"/>
              <a:gd name="connsiteY885" fmla="*/ 1417861 h 1839213"/>
              <a:gd name="connsiteX886" fmla="*/ 6716815 w 12192000"/>
              <a:gd name="connsiteY886" fmla="*/ 1417861 h 1839213"/>
              <a:gd name="connsiteX887" fmla="*/ 6716815 w 12192000"/>
              <a:gd name="connsiteY887" fmla="*/ 1438688 h 1839213"/>
              <a:gd name="connsiteX888" fmla="*/ 6603066 w 12192000"/>
              <a:gd name="connsiteY888" fmla="*/ 1438688 h 1839213"/>
              <a:gd name="connsiteX889" fmla="*/ 6603066 w 12192000"/>
              <a:gd name="connsiteY889" fmla="*/ 1231216 h 1839213"/>
              <a:gd name="connsiteX890" fmla="*/ 6587045 w 12192000"/>
              <a:gd name="connsiteY890" fmla="*/ 1231216 h 1839213"/>
              <a:gd name="connsiteX891" fmla="*/ 6587045 w 12192000"/>
              <a:gd name="connsiteY891" fmla="*/ 1195169 h 1839213"/>
              <a:gd name="connsiteX892" fmla="*/ 6561411 w 12192000"/>
              <a:gd name="connsiteY892" fmla="*/ 1195169 h 1839213"/>
              <a:gd name="connsiteX893" fmla="*/ 6561411 w 12192000"/>
              <a:gd name="connsiteY893" fmla="*/ 1179949 h 1839213"/>
              <a:gd name="connsiteX894" fmla="*/ 6550997 w 12192000"/>
              <a:gd name="connsiteY894" fmla="*/ 1179949 h 1839213"/>
              <a:gd name="connsiteX895" fmla="*/ 6550997 w 12192000"/>
              <a:gd name="connsiteY895" fmla="*/ 1188760 h 1839213"/>
              <a:gd name="connsiteX896" fmla="*/ 6542987 w 12192000"/>
              <a:gd name="connsiteY896" fmla="*/ 1188760 h 1839213"/>
              <a:gd name="connsiteX897" fmla="*/ 6594254 w 12192000"/>
              <a:gd name="connsiteY897" fmla="*/ 808261 h 1839213"/>
              <a:gd name="connsiteX898" fmla="*/ 6771286 w 12192000"/>
              <a:gd name="connsiteY898" fmla="*/ 808261 h 1839213"/>
              <a:gd name="connsiteX899" fmla="*/ 6831365 w 12192000"/>
              <a:gd name="connsiteY899" fmla="*/ 1419463 h 1839213"/>
              <a:gd name="connsiteX900" fmla="*/ 6799323 w 12192000"/>
              <a:gd name="connsiteY900" fmla="*/ 1419463 h 1839213"/>
              <a:gd name="connsiteX901" fmla="*/ 9199273 w 12192000"/>
              <a:gd name="connsiteY901" fmla="*/ 711334 h 1839213"/>
              <a:gd name="connsiteX902" fmla="*/ 9292194 w 12192000"/>
              <a:gd name="connsiteY902" fmla="*/ 535903 h 1839213"/>
              <a:gd name="connsiteX903" fmla="*/ 9365090 w 12192000"/>
              <a:gd name="connsiteY903" fmla="*/ 711334 h 1839213"/>
              <a:gd name="connsiteX904" fmla="*/ 9199273 w 12192000"/>
              <a:gd name="connsiteY904" fmla="*/ 711334 h 1839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</a:cxnLst>
            <a:rect l="l" t="t" r="r" b="b"/>
            <a:pathLst>
              <a:path w="12192000" h="1839213">
                <a:moveTo>
                  <a:pt x="12164764" y="1807973"/>
                </a:moveTo>
                <a:lnTo>
                  <a:pt x="12164764" y="1776732"/>
                </a:lnTo>
                <a:lnTo>
                  <a:pt x="12141533" y="1776732"/>
                </a:lnTo>
                <a:lnTo>
                  <a:pt x="12141533" y="1765517"/>
                </a:lnTo>
                <a:lnTo>
                  <a:pt x="12119105" y="1754302"/>
                </a:lnTo>
                <a:lnTo>
                  <a:pt x="12020575" y="1754302"/>
                </a:lnTo>
                <a:lnTo>
                  <a:pt x="12020575" y="1711847"/>
                </a:lnTo>
                <a:lnTo>
                  <a:pt x="12022178" y="1709443"/>
                </a:lnTo>
                <a:lnTo>
                  <a:pt x="12022178" y="1697428"/>
                </a:lnTo>
                <a:cubicBezTo>
                  <a:pt x="12022178" y="1697428"/>
                  <a:pt x="12044606" y="1695826"/>
                  <a:pt x="12048612" y="1690218"/>
                </a:cubicBezTo>
                <a:cubicBezTo>
                  <a:pt x="12049412" y="1689417"/>
                  <a:pt x="12048612" y="1687014"/>
                  <a:pt x="12048612" y="1685412"/>
                </a:cubicBezTo>
                <a:cubicBezTo>
                  <a:pt x="12048612" y="1683009"/>
                  <a:pt x="12038999" y="1677401"/>
                  <a:pt x="12027784" y="1672595"/>
                </a:cubicBezTo>
                <a:cubicBezTo>
                  <a:pt x="12016570" y="1668590"/>
                  <a:pt x="12001349" y="1661380"/>
                  <a:pt x="12001349" y="1661380"/>
                </a:cubicBezTo>
                <a:lnTo>
                  <a:pt x="12001349" y="1654171"/>
                </a:lnTo>
                <a:lnTo>
                  <a:pt x="11998146" y="1651768"/>
                </a:lnTo>
                <a:lnTo>
                  <a:pt x="11998146" y="1642956"/>
                </a:lnTo>
                <a:cubicBezTo>
                  <a:pt x="11998146" y="1642956"/>
                  <a:pt x="12018172" y="1633344"/>
                  <a:pt x="12022978" y="1629338"/>
                </a:cubicBezTo>
                <a:cubicBezTo>
                  <a:pt x="12028585" y="1625333"/>
                  <a:pt x="12026984" y="1620527"/>
                  <a:pt x="12024580" y="1618124"/>
                </a:cubicBezTo>
                <a:cubicBezTo>
                  <a:pt x="12019774" y="1612516"/>
                  <a:pt x="12013365" y="1610113"/>
                  <a:pt x="11997344" y="1605307"/>
                </a:cubicBezTo>
                <a:cubicBezTo>
                  <a:pt x="11982125" y="1600501"/>
                  <a:pt x="11965302" y="1591689"/>
                  <a:pt x="11965302" y="1591689"/>
                </a:cubicBezTo>
                <a:lnTo>
                  <a:pt x="11965302" y="1584480"/>
                </a:lnTo>
                <a:lnTo>
                  <a:pt x="11963700" y="1581275"/>
                </a:lnTo>
                <a:lnTo>
                  <a:pt x="11963700" y="1561249"/>
                </a:lnTo>
                <a:lnTo>
                  <a:pt x="11990936" y="1554040"/>
                </a:lnTo>
                <a:cubicBezTo>
                  <a:pt x="11990936" y="1554040"/>
                  <a:pt x="11991737" y="1550034"/>
                  <a:pt x="11990936" y="1542024"/>
                </a:cubicBezTo>
                <a:cubicBezTo>
                  <a:pt x="11990135" y="1534013"/>
                  <a:pt x="11957292" y="1521196"/>
                  <a:pt x="11933260" y="1507579"/>
                </a:cubicBezTo>
                <a:cubicBezTo>
                  <a:pt x="11910030" y="1493961"/>
                  <a:pt x="11899616" y="1477139"/>
                  <a:pt x="11899616" y="1477139"/>
                </a:cubicBezTo>
                <a:lnTo>
                  <a:pt x="11899616" y="1474736"/>
                </a:lnTo>
                <a:lnTo>
                  <a:pt x="11901218" y="1474736"/>
                </a:lnTo>
                <a:lnTo>
                  <a:pt x="11901218" y="1464322"/>
                </a:lnTo>
                <a:cubicBezTo>
                  <a:pt x="11894810" y="1459516"/>
                  <a:pt x="11894810" y="1453107"/>
                  <a:pt x="11894810" y="1453107"/>
                </a:cubicBezTo>
                <a:lnTo>
                  <a:pt x="11896412" y="1453107"/>
                </a:lnTo>
                <a:lnTo>
                  <a:pt x="11898015" y="1451505"/>
                </a:lnTo>
                <a:lnTo>
                  <a:pt x="11898015" y="1447500"/>
                </a:lnTo>
                <a:lnTo>
                  <a:pt x="11895611" y="1447500"/>
                </a:lnTo>
                <a:cubicBezTo>
                  <a:pt x="11895611" y="1447500"/>
                  <a:pt x="11898815" y="1444296"/>
                  <a:pt x="11898815" y="1435484"/>
                </a:cubicBezTo>
                <a:cubicBezTo>
                  <a:pt x="11898815" y="1426672"/>
                  <a:pt x="11887601" y="1425871"/>
                  <a:pt x="11887601" y="1425871"/>
                </a:cubicBezTo>
                <a:cubicBezTo>
                  <a:pt x="11887601" y="1425871"/>
                  <a:pt x="11876386" y="1425871"/>
                  <a:pt x="11876386" y="1435484"/>
                </a:cubicBezTo>
                <a:cubicBezTo>
                  <a:pt x="11876386" y="1444296"/>
                  <a:pt x="11879590" y="1447500"/>
                  <a:pt x="11879590" y="1447500"/>
                </a:cubicBezTo>
                <a:lnTo>
                  <a:pt x="11877186" y="1447500"/>
                </a:lnTo>
                <a:lnTo>
                  <a:pt x="11877186" y="1451505"/>
                </a:lnTo>
                <a:lnTo>
                  <a:pt x="11878789" y="1453107"/>
                </a:lnTo>
                <a:lnTo>
                  <a:pt x="11880391" y="1453107"/>
                </a:lnTo>
                <a:cubicBezTo>
                  <a:pt x="11880391" y="1453107"/>
                  <a:pt x="11881192" y="1459516"/>
                  <a:pt x="11873983" y="1464322"/>
                </a:cubicBezTo>
                <a:lnTo>
                  <a:pt x="11873983" y="1474736"/>
                </a:lnTo>
                <a:lnTo>
                  <a:pt x="11875585" y="1474736"/>
                </a:lnTo>
                <a:lnTo>
                  <a:pt x="11875585" y="1477139"/>
                </a:lnTo>
                <a:cubicBezTo>
                  <a:pt x="11875585" y="1477139"/>
                  <a:pt x="11865171" y="1493961"/>
                  <a:pt x="11841941" y="1507579"/>
                </a:cubicBezTo>
                <a:cubicBezTo>
                  <a:pt x="11818710" y="1521196"/>
                  <a:pt x="11785066" y="1534013"/>
                  <a:pt x="11784265" y="1542024"/>
                </a:cubicBezTo>
                <a:cubicBezTo>
                  <a:pt x="11783464" y="1550034"/>
                  <a:pt x="11784265" y="1554040"/>
                  <a:pt x="11784265" y="1554040"/>
                </a:cubicBezTo>
                <a:lnTo>
                  <a:pt x="11811501" y="1561249"/>
                </a:lnTo>
                <a:lnTo>
                  <a:pt x="11811501" y="1581275"/>
                </a:lnTo>
                <a:lnTo>
                  <a:pt x="11809899" y="1584480"/>
                </a:lnTo>
                <a:lnTo>
                  <a:pt x="11809899" y="1591689"/>
                </a:lnTo>
                <a:cubicBezTo>
                  <a:pt x="11809899" y="1591689"/>
                  <a:pt x="11793878" y="1600501"/>
                  <a:pt x="11777857" y="1605307"/>
                </a:cubicBezTo>
                <a:cubicBezTo>
                  <a:pt x="11762637" y="1610113"/>
                  <a:pt x="11756228" y="1612516"/>
                  <a:pt x="11750621" y="1618124"/>
                </a:cubicBezTo>
                <a:cubicBezTo>
                  <a:pt x="11749018" y="1620527"/>
                  <a:pt x="11747417" y="1625333"/>
                  <a:pt x="11752223" y="1629338"/>
                </a:cubicBezTo>
                <a:cubicBezTo>
                  <a:pt x="11757831" y="1633344"/>
                  <a:pt x="11777055" y="1642956"/>
                  <a:pt x="11777055" y="1642956"/>
                </a:cubicBezTo>
                <a:lnTo>
                  <a:pt x="11777055" y="1651768"/>
                </a:lnTo>
                <a:lnTo>
                  <a:pt x="11773852" y="1654171"/>
                </a:lnTo>
                <a:lnTo>
                  <a:pt x="11773852" y="1661380"/>
                </a:lnTo>
                <a:cubicBezTo>
                  <a:pt x="11773852" y="1661380"/>
                  <a:pt x="11758631" y="1668590"/>
                  <a:pt x="11747417" y="1672595"/>
                </a:cubicBezTo>
                <a:cubicBezTo>
                  <a:pt x="11736202" y="1676600"/>
                  <a:pt x="11726589" y="1683009"/>
                  <a:pt x="11726589" y="1685412"/>
                </a:cubicBezTo>
                <a:cubicBezTo>
                  <a:pt x="11726589" y="1687014"/>
                  <a:pt x="11725789" y="1689417"/>
                  <a:pt x="11726589" y="1690218"/>
                </a:cubicBezTo>
                <a:cubicBezTo>
                  <a:pt x="11730595" y="1695826"/>
                  <a:pt x="11753825" y="1697428"/>
                  <a:pt x="11753825" y="1697428"/>
                </a:cubicBezTo>
                <a:lnTo>
                  <a:pt x="11753825" y="1709443"/>
                </a:lnTo>
                <a:lnTo>
                  <a:pt x="11755427" y="1711847"/>
                </a:lnTo>
                <a:lnTo>
                  <a:pt x="11755427" y="1754302"/>
                </a:lnTo>
                <a:lnTo>
                  <a:pt x="11708165" y="1754302"/>
                </a:lnTo>
                <a:lnTo>
                  <a:pt x="11672118" y="1738281"/>
                </a:lnTo>
                <a:lnTo>
                  <a:pt x="11670516" y="1713449"/>
                </a:lnTo>
                <a:lnTo>
                  <a:pt x="11692945" y="1698229"/>
                </a:lnTo>
                <a:lnTo>
                  <a:pt x="11700154" y="1688616"/>
                </a:lnTo>
                <a:lnTo>
                  <a:pt x="11669715" y="1681407"/>
                </a:lnTo>
                <a:lnTo>
                  <a:pt x="11668112" y="1657375"/>
                </a:lnTo>
                <a:lnTo>
                  <a:pt x="11692144" y="1644558"/>
                </a:lnTo>
                <a:lnTo>
                  <a:pt x="11696149" y="1635747"/>
                </a:lnTo>
                <a:lnTo>
                  <a:pt x="11667311" y="1626935"/>
                </a:lnTo>
                <a:lnTo>
                  <a:pt x="11665710" y="1601302"/>
                </a:lnTo>
                <a:lnTo>
                  <a:pt x="11691343" y="1586082"/>
                </a:lnTo>
                <a:lnTo>
                  <a:pt x="11695348" y="1580474"/>
                </a:lnTo>
                <a:lnTo>
                  <a:pt x="11663306" y="1570061"/>
                </a:lnTo>
                <a:lnTo>
                  <a:pt x="11663306" y="1544427"/>
                </a:lnTo>
                <a:lnTo>
                  <a:pt x="11688139" y="1533212"/>
                </a:lnTo>
                <a:lnTo>
                  <a:pt x="11692144" y="1527605"/>
                </a:lnTo>
                <a:lnTo>
                  <a:pt x="11660903" y="1515589"/>
                </a:lnTo>
                <a:lnTo>
                  <a:pt x="11662505" y="1492359"/>
                </a:lnTo>
                <a:lnTo>
                  <a:pt x="11682532" y="1481144"/>
                </a:lnTo>
                <a:lnTo>
                  <a:pt x="11686537" y="1472332"/>
                </a:lnTo>
                <a:lnTo>
                  <a:pt x="11660102" y="1459516"/>
                </a:lnTo>
                <a:lnTo>
                  <a:pt x="11660102" y="1435484"/>
                </a:lnTo>
                <a:lnTo>
                  <a:pt x="11682532" y="1430678"/>
                </a:lnTo>
                <a:lnTo>
                  <a:pt x="11686537" y="1422667"/>
                </a:lnTo>
                <a:lnTo>
                  <a:pt x="11659301" y="1409850"/>
                </a:lnTo>
                <a:lnTo>
                  <a:pt x="11659301" y="1387421"/>
                </a:lnTo>
                <a:lnTo>
                  <a:pt x="11680128" y="1378609"/>
                </a:lnTo>
                <a:lnTo>
                  <a:pt x="11684133" y="1369798"/>
                </a:lnTo>
                <a:lnTo>
                  <a:pt x="11653694" y="1357782"/>
                </a:lnTo>
                <a:lnTo>
                  <a:pt x="11653694" y="1340960"/>
                </a:lnTo>
                <a:lnTo>
                  <a:pt x="11678526" y="1323337"/>
                </a:lnTo>
                <a:lnTo>
                  <a:pt x="11684133" y="1306515"/>
                </a:lnTo>
                <a:lnTo>
                  <a:pt x="11582400" y="1256049"/>
                </a:lnTo>
                <a:lnTo>
                  <a:pt x="11582400" y="1253645"/>
                </a:lnTo>
                <a:lnTo>
                  <a:pt x="11584803" y="1251242"/>
                </a:lnTo>
                <a:lnTo>
                  <a:pt x="11584803" y="1249640"/>
                </a:lnTo>
                <a:lnTo>
                  <a:pt x="11581599" y="1248038"/>
                </a:lnTo>
                <a:lnTo>
                  <a:pt x="11581599" y="1236022"/>
                </a:lnTo>
                <a:lnTo>
                  <a:pt x="11593615" y="1232818"/>
                </a:lnTo>
                <a:lnTo>
                  <a:pt x="11593615" y="1225609"/>
                </a:lnTo>
                <a:lnTo>
                  <a:pt x="11574390" y="1209588"/>
                </a:lnTo>
                <a:lnTo>
                  <a:pt x="11574390" y="1204781"/>
                </a:lnTo>
                <a:lnTo>
                  <a:pt x="11581599" y="1199975"/>
                </a:lnTo>
                <a:lnTo>
                  <a:pt x="11581599" y="1195970"/>
                </a:lnTo>
                <a:lnTo>
                  <a:pt x="11574390" y="1189561"/>
                </a:lnTo>
                <a:lnTo>
                  <a:pt x="11563175" y="1177545"/>
                </a:lnTo>
                <a:cubicBezTo>
                  <a:pt x="11563175" y="1177545"/>
                  <a:pt x="11570384" y="1177545"/>
                  <a:pt x="11570384" y="1164729"/>
                </a:cubicBezTo>
                <a:cubicBezTo>
                  <a:pt x="11570384" y="1152713"/>
                  <a:pt x="11555965" y="1152713"/>
                  <a:pt x="11555965" y="1152713"/>
                </a:cubicBezTo>
                <a:cubicBezTo>
                  <a:pt x="11555965" y="1152713"/>
                  <a:pt x="11542348" y="1152713"/>
                  <a:pt x="11541547" y="1164729"/>
                </a:cubicBezTo>
                <a:cubicBezTo>
                  <a:pt x="11540745" y="1176744"/>
                  <a:pt x="11548755" y="1177545"/>
                  <a:pt x="11548755" y="1177545"/>
                </a:cubicBezTo>
                <a:lnTo>
                  <a:pt x="11537542" y="1189561"/>
                </a:lnTo>
                <a:lnTo>
                  <a:pt x="11530332" y="1195970"/>
                </a:lnTo>
                <a:lnTo>
                  <a:pt x="11530332" y="1199975"/>
                </a:lnTo>
                <a:lnTo>
                  <a:pt x="11537542" y="1204781"/>
                </a:lnTo>
                <a:lnTo>
                  <a:pt x="11537542" y="1209588"/>
                </a:lnTo>
                <a:lnTo>
                  <a:pt x="11517515" y="1225609"/>
                </a:lnTo>
                <a:lnTo>
                  <a:pt x="11517515" y="1232017"/>
                </a:lnTo>
                <a:lnTo>
                  <a:pt x="11530332" y="1235221"/>
                </a:lnTo>
                <a:lnTo>
                  <a:pt x="11530332" y="1247237"/>
                </a:lnTo>
                <a:lnTo>
                  <a:pt x="11527127" y="1248839"/>
                </a:lnTo>
                <a:lnTo>
                  <a:pt x="11527127" y="1252043"/>
                </a:lnTo>
                <a:lnTo>
                  <a:pt x="11528729" y="1254446"/>
                </a:lnTo>
                <a:lnTo>
                  <a:pt x="11528729" y="1256850"/>
                </a:lnTo>
                <a:lnTo>
                  <a:pt x="11426996" y="1307316"/>
                </a:lnTo>
                <a:lnTo>
                  <a:pt x="11432603" y="1324138"/>
                </a:lnTo>
                <a:lnTo>
                  <a:pt x="11457436" y="1341761"/>
                </a:lnTo>
                <a:lnTo>
                  <a:pt x="11457436" y="1358583"/>
                </a:lnTo>
                <a:lnTo>
                  <a:pt x="11426996" y="1370599"/>
                </a:lnTo>
                <a:lnTo>
                  <a:pt x="11431001" y="1379410"/>
                </a:lnTo>
                <a:lnTo>
                  <a:pt x="11451828" y="1388222"/>
                </a:lnTo>
                <a:lnTo>
                  <a:pt x="11451828" y="1410651"/>
                </a:lnTo>
                <a:lnTo>
                  <a:pt x="11424593" y="1423468"/>
                </a:lnTo>
                <a:lnTo>
                  <a:pt x="11428598" y="1431479"/>
                </a:lnTo>
                <a:lnTo>
                  <a:pt x="11451028" y="1436285"/>
                </a:lnTo>
                <a:lnTo>
                  <a:pt x="11451028" y="1460317"/>
                </a:lnTo>
                <a:lnTo>
                  <a:pt x="11424593" y="1473133"/>
                </a:lnTo>
                <a:lnTo>
                  <a:pt x="11428598" y="1481945"/>
                </a:lnTo>
                <a:lnTo>
                  <a:pt x="11449426" y="1493160"/>
                </a:lnTo>
                <a:lnTo>
                  <a:pt x="11450227" y="1509181"/>
                </a:lnTo>
                <a:lnTo>
                  <a:pt x="11442216" y="1509181"/>
                </a:lnTo>
                <a:lnTo>
                  <a:pt x="11442216" y="1502772"/>
                </a:lnTo>
                <a:lnTo>
                  <a:pt x="11387744" y="1502772"/>
                </a:lnTo>
                <a:lnTo>
                  <a:pt x="11387744" y="1420264"/>
                </a:lnTo>
                <a:lnTo>
                  <a:pt x="11378933" y="1420264"/>
                </a:lnTo>
                <a:lnTo>
                  <a:pt x="11378933" y="1393829"/>
                </a:lnTo>
                <a:lnTo>
                  <a:pt x="11370122" y="1393829"/>
                </a:lnTo>
                <a:lnTo>
                  <a:pt x="11370122" y="1399437"/>
                </a:lnTo>
                <a:lnTo>
                  <a:pt x="11364514" y="1399437"/>
                </a:lnTo>
                <a:lnTo>
                  <a:pt x="11364514" y="1388222"/>
                </a:lnTo>
                <a:cubicBezTo>
                  <a:pt x="11364514" y="1388222"/>
                  <a:pt x="11367718" y="1387421"/>
                  <a:pt x="11374127" y="1377808"/>
                </a:cubicBezTo>
                <a:cubicBezTo>
                  <a:pt x="11379734" y="1368196"/>
                  <a:pt x="11382137" y="1360185"/>
                  <a:pt x="11382137" y="1360185"/>
                </a:cubicBezTo>
                <a:lnTo>
                  <a:pt x="11359708" y="1360185"/>
                </a:lnTo>
                <a:lnTo>
                  <a:pt x="11359708" y="1352976"/>
                </a:lnTo>
                <a:lnTo>
                  <a:pt x="11308440" y="1352976"/>
                </a:lnTo>
                <a:lnTo>
                  <a:pt x="11308440" y="1357782"/>
                </a:lnTo>
                <a:cubicBezTo>
                  <a:pt x="11308440" y="1357782"/>
                  <a:pt x="11291618" y="1359384"/>
                  <a:pt x="11291618" y="1357782"/>
                </a:cubicBezTo>
                <a:cubicBezTo>
                  <a:pt x="11291618" y="1356180"/>
                  <a:pt x="11291618" y="1320133"/>
                  <a:pt x="11291618" y="1320133"/>
                </a:cubicBezTo>
                <a:lnTo>
                  <a:pt x="11244356" y="1320133"/>
                </a:lnTo>
                <a:lnTo>
                  <a:pt x="11244356" y="1324138"/>
                </a:lnTo>
                <a:lnTo>
                  <a:pt x="11239550" y="1324138"/>
                </a:lnTo>
                <a:lnTo>
                  <a:pt x="11239550" y="1356180"/>
                </a:lnTo>
                <a:lnTo>
                  <a:pt x="11235545" y="1356180"/>
                </a:lnTo>
                <a:lnTo>
                  <a:pt x="11235545" y="1225609"/>
                </a:lnTo>
                <a:lnTo>
                  <a:pt x="11210712" y="1225609"/>
                </a:lnTo>
                <a:lnTo>
                  <a:pt x="11210712" y="1195970"/>
                </a:lnTo>
                <a:lnTo>
                  <a:pt x="11205906" y="1195970"/>
                </a:lnTo>
                <a:lnTo>
                  <a:pt x="11205906" y="1199174"/>
                </a:lnTo>
                <a:lnTo>
                  <a:pt x="11186681" y="1199174"/>
                </a:lnTo>
                <a:lnTo>
                  <a:pt x="11141822" y="1147907"/>
                </a:lnTo>
                <a:lnTo>
                  <a:pt x="11141822" y="1067000"/>
                </a:lnTo>
                <a:lnTo>
                  <a:pt x="11137016" y="1067000"/>
                </a:lnTo>
                <a:lnTo>
                  <a:pt x="11137016" y="1145503"/>
                </a:lnTo>
                <a:lnTo>
                  <a:pt x="11100167" y="1103849"/>
                </a:lnTo>
                <a:lnTo>
                  <a:pt x="11100167" y="1095838"/>
                </a:lnTo>
                <a:lnTo>
                  <a:pt x="11094560" y="1095838"/>
                </a:lnTo>
                <a:lnTo>
                  <a:pt x="11094560" y="1120671"/>
                </a:lnTo>
                <a:lnTo>
                  <a:pt x="11046497" y="1203179"/>
                </a:lnTo>
                <a:lnTo>
                  <a:pt x="11046497" y="1041367"/>
                </a:lnTo>
                <a:lnTo>
                  <a:pt x="11042491" y="1041367"/>
                </a:lnTo>
                <a:lnTo>
                  <a:pt x="11042491" y="1221603"/>
                </a:lnTo>
                <a:lnTo>
                  <a:pt x="11035282" y="1221603"/>
                </a:lnTo>
                <a:lnTo>
                  <a:pt x="11035282" y="1210389"/>
                </a:lnTo>
                <a:lnTo>
                  <a:pt x="11028072" y="1210389"/>
                </a:lnTo>
                <a:lnTo>
                  <a:pt x="11028072" y="1220001"/>
                </a:lnTo>
                <a:lnTo>
                  <a:pt x="11021664" y="1220001"/>
                </a:lnTo>
                <a:lnTo>
                  <a:pt x="11021664" y="1208786"/>
                </a:lnTo>
                <a:lnTo>
                  <a:pt x="11016056" y="1208786"/>
                </a:lnTo>
                <a:lnTo>
                  <a:pt x="11016056" y="1242431"/>
                </a:lnTo>
                <a:lnTo>
                  <a:pt x="11002439" y="1242431"/>
                </a:lnTo>
                <a:lnTo>
                  <a:pt x="11002439" y="1353777"/>
                </a:lnTo>
                <a:lnTo>
                  <a:pt x="10997633" y="1353777"/>
                </a:lnTo>
                <a:lnTo>
                  <a:pt x="10997633" y="1358583"/>
                </a:lnTo>
                <a:lnTo>
                  <a:pt x="11001638" y="1358583"/>
                </a:lnTo>
                <a:lnTo>
                  <a:pt x="11001638" y="1368997"/>
                </a:lnTo>
                <a:lnTo>
                  <a:pt x="10971198" y="1368997"/>
                </a:lnTo>
                <a:lnTo>
                  <a:pt x="10971198" y="1364190"/>
                </a:lnTo>
                <a:lnTo>
                  <a:pt x="10963187" y="1364190"/>
                </a:lnTo>
                <a:lnTo>
                  <a:pt x="10963187" y="1370599"/>
                </a:lnTo>
                <a:lnTo>
                  <a:pt x="10937554" y="1370599"/>
                </a:lnTo>
                <a:lnTo>
                  <a:pt x="10937554" y="1405845"/>
                </a:lnTo>
                <a:lnTo>
                  <a:pt x="10923935" y="1405845"/>
                </a:lnTo>
                <a:lnTo>
                  <a:pt x="10923935" y="1397835"/>
                </a:lnTo>
                <a:lnTo>
                  <a:pt x="10883082" y="1397835"/>
                </a:lnTo>
                <a:lnTo>
                  <a:pt x="10883082" y="1323337"/>
                </a:lnTo>
                <a:lnTo>
                  <a:pt x="10871066" y="1323337"/>
                </a:lnTo>
                <a:lnTo>
                  <a:pt x="10871066" y="1345766"/>
                </a:lnTo>
                <a:lnTo>
                  <a:pt x="10857449" y="1345766"/>
                </a:lnTo>
                <a:lnTo>
                  <a:pt x="10857449" y="1337756"/>
                </a:lnTo>
                <a:lnTo>
                  <a:pt x="10849438" y="1337756"/>
                </a:lnTo>
                <a:lnTo>
                  <a:pt x="10849438" y="1344965"/>
                </a:lnTo>
                <a:lnTo>
                  <a:pt x="10826208" y="1344965"/>
                </a:lnTo>
                <a:lnTo>
                  <a:pt x="10826208" y="1018937"/>
                </a:lnTo>
                <a:lnTo>
                  <a:pt x="10818197" y="1018937"/>
                </a:lnTo>
                <a:lnTo>
                  <a:pt x="10818197" y="1099844"/>
                </a:lnTo>
                <a:lnTo>
                  <a:pt x="10756517" y="1099844"/>
                </a:lnTo>
                <a:lnTo>
                  <a:pt x="10756517" y="1018937"/>
                </a:lnTo>
                <a:lnTo>
                  <a:pt x="10750909" y="1018937"/>
                </a:lnTo>
                <a:lnTo>
                  <a:pt x="10750909" y="1083021"/>
                </a:lnTo>
                <a:lnTo>
                  <a:pt x="10730081" y="1083021"/>
                </a:lnTo>
                <a:lnTo>
                  <a:pt x="10730081" y="1099844"/>
                </a:lnTo>
                <a:lnTo>
                  <a:pt x="10661191" y="1099844"/>
                </a:lnTo>
                <a:lnTo>
                  <a:pt x="10661191" y="1062995"/>
                </a:lnTo>
                <a:lnTo>
                  <a:pt x="10581887" y="1062995"/>
                </a:lnTo>
                <a:lnTo>
                  <a:pt x="10581887" y="1054985"/>
                </a:lnTo>
                <a:lnTo>
                  <a:pt x="10558656" y="1054985"/>
                </a:lnTo>
                <a:lnTo>
                  <a:pt x="10541834" y="1067000"/>
                </a:lnTo>
                <a:lnTo>
                  <a:pt x="10526614" y="1067000"/>
                </a:lnTo>
                <a:lnTo>
                  <a:pt x="10526614" y="1056587"/>
                </a:lnTo>
                <a:lnTo>
                  <a:pt x="10471342" y="1056587"/>
                </a:lnTo>
                <a:lnTo>
                  <a:pt x="10471342" y="1062995"/>
                </a:lnTo>
                <a:lnTo>
                  <a:pt x="10457724" y="1062995"/>
                </a:lnTo>
                <a:lnTo>
                  <a:pt x="10457724" y="1054985"/>
                </a:lnTo>
                <a:lnTo>
                  <a:pt x="10376017" y="1054985"/>
                </a:lnTo>
                <a:lnTo>
                  <a:pt x="10354388" y="1071006"/>
                </a:lnTo>
                <a:lnTo>
                  <a:pt x="10263870" y="1071006"/>
                </a:lnTo>
                <a:lnTo>
                  <a:pt x="10263870" y="1085425"/>
                </a:lnTo>
                <a:lnTo>
                  <a:pt x="10207796" y="1085425"/>
                </a:lnTo>
                <a:lnTo>
                  <a:pt x="10207796" y="1018937"/>
                </a:lnTo>
                <a:lnTo>
                  <a:pt x="10202189" y="1018937"/>
                </a:lnTo>
                <a:lnTo>
                  <a:pt x="10202189" y="1077414"/>
                </a:lnTo>
                <a:lnTo>
                  <a:pt x="10186167" y="1077414"/>
                </a:lnTo>
                <a:lnTo>
                  <a:pt x="10186167" y="1103849"/>
                </a:lnTo>
                <a:lnTo>
                  <a:pt x="10162937" y="1103849"/>
                </a:lnTo>
                <a:lnTo>
                  <a:pt x="10162937" y="1133488"/>
                </a:lnTo>
                <a:lnTo>
                  <a:pt x="10131697" y="1133488"/>
                </a:lnTo>
                <a:lnTo>
                  <a:pt x="10131697" y="1125477"/>
                </a:lnTo>
                <a:lnTo>
                  <a:pt x="10108466" y="1125477"/>
                </a:lnTo>
                <a:lnTo>
                  <a:pt x="10108466" y="1147907"/>
                </a:lnTo>
                <a:lnTo>
                  <a:pt x="10089240" y="1166331"/>
                </a:lnTo>
                <a:lnTo>
                  <a:pt x="10089240" y="1339358"/>
                </a:lnTo>
                <a:lnTo>
                  <a:pt x="10082031" y="1347368"/>
                </a:lnTo>
                <a:lnTo>
                  <a:pt x="10082031" y="1377808"/>
                </a:lnTo>
                <a:lnTo>
                  <a:pt x="10074821" y="1377808"/>
                </a:lnTo>
                <a:lnTo>
                  <a:pt x="10074821" y="1385819"/>
                </a:lnTo>
                <a:lnTo>
                  <a:pt x="10052392" y="1385819"/>
                </a:lnTo>
                <a:lnTo>
                  <a:pt x="10052392" y="785831"/>
                </a:lnTo>
                <a:lnTo>
                  <a:pt x="10016345" y="785831"/>
                </a:lnTo>
                <a:lnTo>
                  <a:pt x="10016345" y="777020"/>
                </a:lnTo>
                <a:lnTo>
                  <a:pt x="10001926" y="777020"/>
                </a:lnTo>
                <a:lnTo>
                  <a:pt x="10001926" y="785030"/>
                </a:lnTo>
                <a:lnTo>
                  <a:pt x="9967481" y="785030"/>
                </a:lnTo>
                <a:lnTo>
                  <a:pt x="9967481" y="563940"/>
                </a:lnTo>
                <a:lnTo>
                  <a:pt x="9917014" y="563940"/>
                </a:lnTo>
                <a:lnTo>
                  <a:pt x="9917014" y="504662"/>
                </a:lnTo>
                <a:lnTo>
                  <a:pt x="9909805" y="504662"/>
                </a:lnTo>
                <a:lnTo>
                  <a:pt x="9909805" y="541511"/>
                </a:lnTo>
                <a:lnTo>
                  <a:pt x="9868951" y="541511"/>
                </a:lnTo>
                <a:lnTo>
                  <a:pt x="9868951" y="528694"/>
                </a:lnTo>
                <a:lnTo>
                  <a:pt x="9863344" y="528694"/>
                </a:lnTo>
                <a:lnTo>
                  <a:pt x="9863344" y="539108"/>
                </a:lnTo>
                <a:lnTo>
                  <a:pt x="9775229" y="539108"/>
                </a:lnTo>
                <a:lnTo>
                  <a:pt x="9775229" y="504662"/>
                </a:lnTo>
                <a:lnTo>
                  <a:pt x="9769621" y="504662"/>
                </a:lnTo>
                <a:lnTo>
                  <a:pt x="9769621" y="552725"/>
                </a:lnTo>
                <a:lnTo>
                  <a:pt x="9756804" y="552725"/>
                </a:lnTo>
                <a:lnTo>
                  <a:pt x="9756804" y="546317"/>
                </a:lnTo>
                <a:lnTo>
                  <a:pt x="9747192" y="546317"/>
                </a:lnTo>
                <a:lnTo>
                  <a:pt x="9747192" y="573553"/>
                </a:lnTo>
                <a:lnTo>
                  <a:pt x="9699129" y="573553"/>
                </a:lnTo>
                <a:lnTo>
                  <a:pt x="9682306" y="585569"/>
                </a:lnTo>
                <a:lnTo>
                  <a:pt x="9682306" y="863533"/>
                </a:lnTo>
                <a:lnTo>
                  <a:pt x="9685510" y="863533"/>
                </a:lnTo>
                <a:lnTo>
                  <a:pt x="9685510" y="877952"/>
                </a:lnTo>
                <a:lnTo>
                  <a:pt x="9682306" y="877952"/>
                </a:lnTo>
                <a:lnTo>
                  <a:pt x="9682306" y="1441091"/>
                </a:lnTo>
                <a:lnTo>
                  <a:pt x="9672694" y="1451505"/>
                </a:lnTo>
                <a:lnTo>
                  <a:pt x="9672694" y="1466725"/>
                </a:lnTo>
                <a:lnTo>
                  <a:pt x="9621426" y="1466725"/>
                </a:lnTo>
                <a:lnTo>
                  <a:pt x="9621426" y="1484348"/>
                </a:lnTo>
                <a:lnTo>
                  <a:pt x="9627835" y="1484348"/>
                </a:lnTo>
                <a:lnTo>
                  <a:pt x="9627835" y="1509181"/>
                </a:lnTo>
                <a:lnTo>
                  <a:pt x="9566955" y="1509181"/>
                </a:lnTo>
                <a:lnTo>
                  <a:pt x="9566955" y="1414657"/>
                </a:lnTo>
                <a:lnTo>
                  <a:pt x="9528505" y="1414657"/>
                </a:lnTo>
                <a:cubicBezTo>
                  <a:pt x="9529305" y="1365793"/>
                  <a:pt x="9528505" y="1312122"/>
                  <a:pt x="9527704" y="1256850"/>
                </a:cubicBezTo>
                <a:cubicBezTo>
                  <a:pt x="9524499" y="1085425"/>
                  <a:pt x="9494861" y="860329"/>
                  <a:pt x="9458814" y="732962"/>
                </a:cubicBezTo>
                <a:cubicBezTo>
                  <a:pt x="9413954" y="571150"/>
                  <a:pt x="9344263" y="485437"/>
                  <a:pt x="9299404" y="485437"/>
                </a:cubicBezTo>
                <a:cubicBezTo>
                  <a:pt x="9254545" y="485437"/>
                  <a:pt x="9184853" y="571150"/>
                  <a:pt x="9139995" y="732962"/>
                </a:cubicBezTo>
                <a:cubicBezTo>
                  <a:pt x="9107953" y="848313"/>
                  <a:pt x="9080717" y="1042969"/>
                  <a:pt x="9072706" y="1205582"/>
                </a:cubicBezTo>
                <a:lnTo>
                  <a:pt x="9024643" y="1205582"/>
                </a:lnTo>
                <a:lnTo>
                  <a:pt x="9024643" y="1191163"/>
                </a:lnTo>
                <a:lnTo>
                  <a:pt x="9003816" y="1191163"/>
                </a:lnTo>
                <a:lnTo>
                  <a:pt x="9003816" y="1202378"/>
                </a:lnTo>
                <a:lnTo>
                  <a:pt x="8988596" y="1202378"/>
                </a:lnTo>
                <a:lnTo>
                  <a:pt x="8988596" y="1199174"/>
                </a:lnTo>
                <a:lnTo>
                  <a:pt x="8974978" y="1199174"/>
                </a:lnTo>
                <a:lnTo>
                  <a:pt x="8974978" y="1210389"/>
                </a:lnTo>
                <a:lnTo>
                  <a:pt x="8914099" y="1210389"/>
                </a:lnTo>
                <a:lnTo>
                  <a:pt x="8914099" y="1238425"/>
                </a:lnTo>
                <a:lnTo>
                  <a:pt x="8878852" y="1238425"/>
                </a:lnTo>
                <a:lnTo>
                  <a:pt x="8878852" y="1372201"/>
                </a:lnTo>
                <a:lnTo>
                  <a:pt x="8866036" y="1372201"/>
                </a:lnTo>
                <a:lnTo>
                  <a:pt x="8866036" y="1423468"/>
                </a:lnTo>
                <a:lnTo>
                  <a:pt x="8843606" y="1423468"/>
                </a:lnTo>
                <a:lnTo>
                  <a:pt x="8843606" y="1306515"/>
                </a:lnTo>
                <a:lnTo>
                  <a:pt x="8835595" y="1306515"/>
                </a:lnTo>
                <a:lnTo>
                  <a:pt x="8835595" y="1335353"/>
                </a:lnTo>
                <a:lnTo>
                  <a:pt x="8797144" y="1335353"/>
                </a:lnTo>
                <a:lnTo>
                  <a:pt x="8797144" y="1223205"/>
                </a:lnTo>
                <a:lnTo>
                  <a:pt x="8753888" y="1223205"/>
                </a:lnTo>
                <a:lnTo>
                  <a:pt x="8753888" y="1204781"/>
                </a:lnTo>
                <a:lnTo>
                  <a:pt x="8685799" y="1204781"/>
                </a:lnTo>
                <a:lnTo>
                  <a:pt x="8685799" y="1155917"/>
                </a:lnTo>
                <a:lnTo>
                  <a:pt x="8673783" y="1155917"/>
                </a:lnTo>
                <a:lnTo>
                  <a:pt x="8673783" y="1201577"/>
                </a:lnTo>
                <a:lnTo>
                  <a:pt x="8659364" y="1201577"/>
                </a:lnTo>
                <a:lnTo>
                  <a:pt x="8659364" y="1215996"/>
                </a:lnTo>
                <a:lnTo>
                  <a:pt x="8646547" y="1215996"/>
                </a:lnTo>
                <a:lnTo>
                  <a:pt x="8646547" y="1244033"/>
                </a:lnTo>
                <a:lnTo>
                  <a:pt x="8604091" y="1244033"/>
                </a:lnTo>
                <a:lnTo>
                  <a:pt x="8604091" y="1393028"/>
                </a:lnTo>
                <a:lnTo>
                  <a:pt x="8569647" y="1393028"/>
                </a:lnTo>
                <a:lnTo>
                  <a:pt x="8569647" y="672082"/>
                </a:lnTo>
                <a:lnTo>
                  <a:pt x="8516776" y="672082"/>
                </a:lnTo>
                <a:lnTo>
                  <a:pt x="8516776" y="647250"/>
                </a:lnTo>
                <a:lnTo>
                  <a:pt x="8522384" y="647250"/>
                </a:lnTo>
                <a:lnTo>
                  <a:pt x="8522384" y="292384"/>
                </a:lnTo>
                <a:lnTo>
                  <a:pt x="8512771" y="292384"/>
                </a:lnTo>
                <a:lnTo>
                  <a:pt x="8512771" y="284373"/>
                </a:lnTo>
                <a:lnTo>
                  <a:pt x="8485536" y="284373"/>
                </a:lnTo>
                <a:lnTo>
                  <a:pt x="8485536" y="289981"/>
                </a:lnTo>
                <a:lnTo>
                  <a:pt x="8262043" y="289981"/>
                </a:lnTo>
                <a:lnTo>
                  <a:pt x="8262043" y="297991"/>
                </a:lnTo>
                <a:lnTo>
                  <a:pt x="8213179" y="297991"/>
                </a:lnTo>
                <a:lnTo>
                  <a:pt x="8213179" y="285174"/>
                </a:lnTo>
                <a:lnTo>
                  <a:pt x="8195555" y="285174"/>
                </a:lnTo>
                <a:lnTo>
                  <a:pt x="8195555" y="1401039"/>
                </a:lnTo>
                <a:lnTo>
                  <a:pt x="8138681" y="1401039"/>
                </a:lnTo>
                <a:lnTo>
                  <a:pt x="8138681" y="1415458"/>
                </a:lnTo>
                <a:lnTo>
                  <a:pt x="8123461" y="1415458"/>
                </a:lnTo>
                <a:lnTo>
                  <a:pt x="8123461" y="1409049"/>
                </a:lnTo>
                <a:lnTo>
                  <a:pt x="8067387" y="1409049"/>
                </a:lnTo>
                <a:lnTo>
                  <a:pt x="8067387" y="1354578"/>
                </a:lnTo>
                <a:lnTo>
                  <a:pt x="8060979" y="1354578"/>
                </a:lnTo>
                <a:lnTo>
                  <a:pt x="8060979" y="1438688"/>
                </a:lnTo>
                <a:lnTo>
                  <a:pt x="8000099" y="1438688"/>
                </a:lnTo>
                <a:lnTo>
                  <a:pt x="8000099" y="1563652"/>
                </a:lnTo>
                <a:lnTo>
                  <a:pt x="7994492" y="1563652"/>
                </a:lnTo>
                <a:lnTo>
                  <a:pt x="7965654" y="1303311"/>
                </a:lnTo>
                <a:lnTo>
                  <a:pt x="7965654" y="805057"/>
                </a:lnTo>
                <a:lnTo>
                  <a:pt x="7626809" y="805057"/>
                </a:lnTo>
                <a:lnTo>
                  <a:pt x="7626809" y="1364190"/>
                </a:lnTo>
                <a:lnTo>
                  <a:pt x="7586756" y="1364190"/>
                </a:lnTo>
                <a:lnTo>
                  <a:pt x="7586756" y="1374604"/>
                </a:lnTo>
                <a:lnTo>
                  <a:pt x="7564327" y="1374604"/>
                </a:lnTo>
                <a:lnTo>
                  <a:pt x="7564327" y="1031754"/>
                </a:lnTo>
                <a:lnTo>
                  <a:pt x="7555516" y="1031754"/>
                </a:lnTo>
                <a:lnTo>
                  <a:pt x="7555516" y="867539"/>
                </a:lnTo>
                <a:lnTo>
                  <a:pt x="7502646" y="867539"/>
                </a:lnTo>
                <a:lnTo>
                  <a:pt x="7502646" y="809863"/>
                </a:lnTo>
                <a:lnTo>
                  <a:pt x="7481819" y="809863"/>
                </a:lnTo>
                <a:lnTo>
                  <a:pt x="7481819" y="821078"/>
                </a:lnTo>
                <a:lnTo>
                  <a:pt x="7435358" y="821078"/>
                </a:lnTo>
                <a:lnTo>
                  <a:pt x="7435358" y="809062"/>
                </a:lnTo>
                <a:lnTo>
                  <a:pt x="7381688" y="809062"/>
                </a:lnTo>
                <a:lnTo>
                  <a:pt x="7381688" y="820277"/>
                </a:lnTo>
                <a:lnTo>
                  <a:pt x="7356855" y="820277"/>
                </a:lnTo>
                <a:lnTo>
                  <a:pt x="7356855" y="935628"/>
                </a:lnTo>
                <a:lnTo>
                  <a:pt x="7297577" y="935628"/>
                </a:lnTo>
                <a:lnTo>
                  <a:pt x="7297577" y="1091833"/>
                </a:lnTo>
                <a:lnTo>
                  <a:pt x="7282357" y="1091833"/>
                </a:lnTo>
                <a:lnTo>
                  <a:pt x="7273546" y="1101446"/>
                </a:lnTo>
                <a:lnTo>
                  <a:pt x="7273546" y="1331347"/>
                </a:lnTo>
                <a:lnTo>
                  <a:pt x="7254320" y="1331347"/>
                </a:lnTo>
                <a:lnTo>
                  <a:pt x="7254320" y="1422667"/>
                </a:lnTo>
                <a:lnTo>
                  <a:pt x="7187032" y="1422667"/>
                </a:lnTo>
                <a:lnTo>
                  <a:pt x="7062869" y="416547"/>
                </a:lnTo>
                <a:lnTo>
                  <a:pt x="6476500" y="525490"/>
                </a:lnTo>
                <a:lnTo>
                  <a:pt x="6337918" y="631228"/>
                </a:lnTo>
                <a:lnTo>
                  <a:pt x="6250603" y="1228012"/>
                </a:lnTo>
                <a:lnTo>
                  <a:pt x="6224168" y="1228012"/>
                </a:lnTo>
                <a:lnTo>
                  <a:pt x="6224168" y="1199174"/>
                </a:lnTo>
                <a:lnTo>
                  <a:pt x="6214556" y="1199174"/>
                </a:lnTo>
                <a:lnTo>
                  <a:pt x="6214556" y="1124676"/>
                </a:lnTo>
                <a:lnTo>
                  <a:pt x="6197734" y="1124676"/>
                </a:lnTo>
                <a:lnTo>
                  <a:pt x="6197734" y="1135090"/>
                </a:lnTo>
                <a:lnTo>
                  <a:pt x="6134451" y="1135090"/>
                </a:lnTo>
                <a:lnTo>
                  <a:pt x="6134451" y="1212792"/>
                </a:lnTo>
                <a:lnTo>
                  <a:pt x="6059152" y="1212792"/>
                </a:lnTo>
                <a:lnTo>
                  <a:pt x="6059152" y="1232017"/>
                </a:lnTo>
                <a:lnTo>
                  <a:pt x="6064759" y="1232017"/>
                </a:lnTo>
                <a:lnTo>
                  <a:pt x="6064759" y="1318531"/>
                </a:lnTo>
                <a:lnTo>
                  <a:pt x="6042330" y="1318531"/>
                </a:lnTo>
                <a:lnTo>
                  <a:pt x="6042330" y="1562050"/>
                </a:lnTo>
                <a:lnTo>
                  <a:pt x="6003879" y="1562050"/>
                </a:lnTo>
                <a:lnTo>
                  <a:pt x="6003879" y="1539621"/>
                </a:lnTo>
                <a:lnTo>
                  <a:pt x="5962225" y="1539621"/>
                </a:lnTo>
                <a:lnTo>
                  <a:pt x="5962225" y="1489955"/>
                </a:lnTo>
                <a:lnTo>
                  <a:pt x="5954214" y="1489955"/>
                </a:lnTo>
                <a:lnTo>
                  <a:pt x="5954214" y="1283284"/>
                </a:lnTo>
                <a:lnTo>
                  <a:pt x="5898140" y="1283284"/>
                </a:lnTo>
                <a:cubicBezTo>
                  <a:pt x="5898140" y="1283284"/>
                  <a:pt x="5874910" y="841104"/>
                  <a:pt x="5860491" y="620815"/>
                </a:cubicBezTo>
                <a:cubicBezTo>
                  <a:pt x="5846072" y="400526"/>
                  <a:pt x="5818837" y="28838"/>
                  <a:pt x="5818837" y="28838"/>
                </a:cubicBezTo>
                <a:lnTo>
                  <a:pt x="5782789" y="16021"/>
                </a:lnTo>
                <a:lnTo>
                  <a:pt x="5777182" y="16021"/>
                </a:lnTo>
                <a:lnTo>
                  <a:pt x="5777182" y="20026"/>
                </a:lnTo>
                <a:lnTo>
                  <a:pt x="5659427" y="20026"/>
                </a:lnTo>
                <a:lnTo>
                  <a:pt x="5659427" y="0"/>
                </a:lnTo>
                <a:lnTo>
                  <a:pt x="5647412" y="0"/>
                </a:lnTo>
                <a:lnTo>
                  <a:pt x="5647412" y="16021"/>
                </a:lnTo>
                <a:lnTo>
                  <a:pt x="5598548" y="16021"/>
                </a:lnTo>
                <a:cubicBezTo>
                  <a:pt x="5598548" y="16021"/>
                  <a:pt x="5582527" y="549521"/>
                  <a:pt x="5580123" y="686501"/>
                </a:cubicBezTo>
                <a:cubicBezTo>
                  <a:pt x="5577720" y="822680"/>
                  <a:pt x="5580123" y="1188760"/>
                  <a:pt x="5580123" y="1188760"/>
                </a:cubicBezTo>
                <a:lnTo>
                  <a:pt x="5557694" y="1188760"/>
                </a:lnTo>
                <a:lnTo>
                  <a:pt x="5557694" y="1272871"/>
                </a:lnTo>
                <a:lnTo>
                  <a:pt x="5543275" y="1272871"/>
                </a:lnTo>
                <a:lnTo>
                  <a:pt x="5543275" y="1292897"/>
                </a:lnTo>
                <a:lnTo>
                  <a:pt x="5496814" y="1292897"/>
                </a:lnTo>
                <a:lnTo>
                  <a:pt x="5496814" y="1256850"/>
                </a:lnTo>
                <a:lnTo>
                  <a:pt x="5475186" y="1256850"/>
                </a:lnTo>
                <a:lnTo>
                  <a:pt x="5475186" y="1273672"/>
                </a:lnTo>
                <a:lnTo>
                  <a:pt x="5368646" y="1273672"/>
                </a:lnTo>
                <a:lnTo>
                  <a:pt x="5368646" y="948445"/>
                </a:lnTo>
                <a:lnTo>
                  <a:pt x="5282132" y="948445"/>
                </a:lnTo>
                <a:lnTo>
                  <a:pt x="5282132" y="930021"/>
                </a:lnTo>
                <a:lnTo>
                  <a:pt x="5246085" y="930021"/>
                </a:lnTo>
                <a:lnTo>
                  <a:pt x="5242080" y="938832"/>
                </a:lnTo>
                <a:lnTo>
                  <a:pt x="5143550" y="938832"/>
                </a:lnTo>
                <a:lnTo>
                  <a:pt x="5143550" y="961262"/>
                </a:lnTo>
                <a:lnTo>
                  <a:pt x="5109105" y="961262"/>
                </a:lnTo>
                <a:lnTo>
                  <a:pt x="5109105" y="1134289"/>
                </a:lnTo>
                <a:lnTo>
                  <a:pt x="5089079" y="1153514"/>
                </a:lnTo>
                <a:lnTo>
                  <a:pt x="5089079" y="1202378"/>
                </a:lnTo>
                <a:lnTo>
                  <a:pt x="5076262" y="1202378"/>
                </a:lnTo>
                <a:lnTo>
                  <a:pt x="5076262" y="1262457"/>
                </a:lnTo>
                <a:lnTo>
                  <a:pt x="4999361" y="1262457"/>
                </a:lnTo>
                <a:lnTo>
                  <a:pt x="4999361" y="1314525"/>
                </a:lnTo>
                <a:lnTo>
                  <a:pt x="4974529" y="1314525"/>
                </a:lnTo>
                <a:lnTo>
                  <a:pt x="4974529" y="1568459"/>
                </a:lnTo>
                <a:lnTo>
                  <a:pt x="4953701" y="1568459"/>
                </a:lnTo>
                <a:lnTo>
                  <a:pt x="4953701" y="904387"/>
                </a:lnTo>
                <a:lnTo>
                  <a:pt x="4898429" y="904387"/>
                </a:lnTo>
                <a:lnTo>
                  <a:pt x="4898429" y="890769"/>
                </a:lnTo>
                <a:lnTo>
                  <a:pt x="4743024" y="890769"/>
                </a:lnTo>
                <a:lnTo>
                  <a:pt x="4743024" y="901984"/>
                </a:lnTo>
                <a:lnTo>
                  <a:pt x="4705375" y="901984"/>
                </a:lnTo>
                <a:lnTo>
                  <a:pt x="4705375" y="1249640"/>
                </a:lnTo>
                <a:lnTo>
                  <a:pt x="4694161" y="1249640"/>
                </a:lnTo>
                <a:lnTo>
                  <a:pt x="4694161" y="1229614"/>
                </a:lnTo>
                <a:lnTo>
                  <a:pt x="4678140" y="1229614"/>
                </a:lnTo>
                <a:lnTo>
                  <a:pt x="4678140" y="1207184"/>
                </a:lnTo>
                <a:lnTo>
                  <a:pt x="4578809" y="1207184"/>
                </a:lnTo>
                <a:lnTo>
                  <a:pt x="4578809" y="1147106"/>
                </a:lnTo>
                <a:lnTo>
                  <a:pt x="4571600" y="1147106"/>
                </a:lnTo>
                <a:lnTo>
                  <a:pt x="4571600" y="1259253"/>
                </a:lnTo>
                <a:lnTo>
                  <a:pt x="4537155" y="1256850"/>
                </a:lnTo>
                <a:lnTo>
                  <a:pt x="4537155" y="986895"/>
                </a:lnTo>
                <a:lnTo>
                  <a:pt x="4532348" y="979686"/>
                </a:lnTo>
                <a:lnTo>
                  <a:pt x="4516327" y="979686"/>
                </a:lnTo>
                <a:lnTo>
                  <a:pt x="4516327" y="967670"/>
                </a:lnTo>
                <a:lnTo>
                  <a:pt x="4470667" y="967670"/>
                </a:lnTo>
                <a:lnTo>
                  <a:pt x="4470667" y="950047"/>
                </a:lnTo>
                <a:lnTo>
                  <a:pt x="4367332" y="950047"/>
                </a:lnTo>
                <a:lnTo>
                  <a:pt x="4367332" y="954052"/>
                </a:lnTo>
                <a:lnTo>
                  <a:pt x="4361724" y="954052"/>
                </a:lnTo>
                <a:lnTo>
                  <a:pt x="4361724" y="942837"/>
                </a:lnTo>
                <a:lnTo>
                  <a:pt x="4346504" y="942837"/>
                </a:lnTo>
                <a:lnTo>
                  <a:pt x="4346504" y="971675"/>
                </a:lnTo>
                <a:lnTo>
                  <a:pt x="4296038" y="971675"/>
                </a:lnTo>
                <a:lnTo>
                  <a:pt x="4296038" y="983691"/>
                </a:lnTo>
                <a:lnTo>
                  <a:pt x="4158257" y="983691"/>
                </a:lnTo>
                <a:lnTo>
                  <a:pt x="4158257" y="997309"/>
                </a:lnTo>
                <a:lnTo>
                  <a:pt x="4098979" y="997309"/>
                </a:lnTo>
                <a:lnTo>
                  <a:pt x="4098979" y="1199174"/>
                </a:lnTo>
                <a:lnTo>
                  <a:pt x="4050115" y="1199174"/>
                </a:lnTo>
                <a:lnTo>
                  <a:pt x="4050115" y="1181551"/>
                </a:lnTo>
                <a:lnTo>
                  <a:pt x="3981225" y="1181551"/>
                </a:lnTo>
                <a:lnTo>
                  <a:pt x="3981225" y="1189561"/>
                </a:lnTo>
                <a:lnTo>
                  <a:pt x="3965204" y="1189561"/>
                </a:lnTo>
                <a:lnTo>
                  <a:pt x="3965204" y="1173540"/>
                </a:lnTo>
                <a:lnTo>
                  <a:pt x="3933162" y="1173540"/>
                </a:lnTo>
                <a:lnTo>
                  <a:pt x="3933162" y="1191964"/>
                </a:lnTo>
                <a:lnTo>
                  <a:pt x="3903523" y="1191964"/>
                </a:lnTo>
                <a:lnTo>
                  <a:pt x="3903523" y="1058189"/>
                </a:lnTo>
                <a:lnTo>
                  <a:pt x="3896313" y="1058189"/>
                </a:lnTo>
                <a:lnTo>
                  <a:pt x="3896313" y="1067801"/>
                </a:lnTo>
                <a:lnTo>
                  <a:pt x="3873884" y="1067801"/>
                </a:lnTo>
                <a:lnTo>
                  <a:pt x="3873884" y="945241"/>
                </a:lnTo>
                <a:lnTo>
                  <a:pt x="3856261" y="945241"/>
                </a:lnTo>
                <a:lnTo>
                  <a:pt x="3856261" y="953251"/>
                </a:lnTo>
                <a:lnTo>
                  <a:pt x="3839439" y="953251"/>
                </a:lnTo>
                <a:lnTo>
                  <a:pt x="3839439" y="949246"/>
                </a:lnTo>
                <a:lnTo>
                  <a:pt x="3821816" y="949246"/>
                </a:lnTo>
                <a:lnTo>
                  <a:pt x="3821816" y="952450"/>
                </a:lnTo>
                <a:lnTo>
                  <a:pt x="3771349" y="952450"/>
                </a:lnTo>
                <a:lnTo>
                  <a:pt x="3771349" y="966068"/>
                </a:lnTo>
                <a:lnTo>
                  <a:pt x="3717679" y="966068"/>
                </a:lnTo>
                <a:lnTo>
                  <a:pt x="3717679" y="913199"/>
                </a:lnTo>
                <a:lnTo>
                  <a:pt x="3714475" y="913199"/>
                </a:lnTo>
                <a:lnTo>
                  <a:pt x="3714475" y="966869"/>
                </a:lnTo>
                <a:lnTo>
                  <a:pt x="3687239" y="966869"/>
                </a:lnTo>
                <a:lnTo>
                  <a:pt x="3687239" y="986895"/>
                </a:lnTo>
                <a:lnTo>
                  <a:pt x="3657600" y="986895"/>
                </a:lnTo>
                <a:lnTo>
                  <a:pt x="3602328" y="1003717"/>
                </a:lnTo>
                <a:lnTo>
                  <a:pt x="3602328" y="1022141"/>
                </a:lnTo>
                <a:lnTo>
                  <a:pt x="3594317" y="1022141"/>
                </a:lnTo>
                <a:lnTo>
                  <a:pt x="3594317" y="1012529"/>
                </a:lnTo>
                <a:lnTo>
                  <a:pt x="3545453" y="1012529"/>
                </a:lnTo>
                <a:lnTo>
                  <a:pt x="3545453" y="461406"/>
                </a:lnTo>
                <a:lnTo>
                  <a:pt x="3402866" y="461406"/>
                </a:lnTo>
                <a:lnTo>
                  <a:pt x="3402866" y="437374"/>
                </a:lnTo>
                <a:lnTo>
                  <a:pt x="3394855" y="437374"/>
                </a:lnTo>
                <a:lnTo>
                  <a:pt x="3394855" y="449390"/>
                </a:lnTo>
                <a:lnTo>
                  <a:pt x="3281106" y="449390"/>
                </a:lnTo>
                <a:lnTo>
                  <a:pt x="3281106" y="781826"/>
                </a:lnTo>
                <a:lnTo>
                  <a:pt x="3208210" y="781826"/>
                </a:lnTo>
                <a:lnTo>
                  <a:pt x="3208210" y="1120671"/>
                </a:lnTo>
                <a:lnTo>
                  <a:pt x="3172163" y="1120671"/>
                </a:lnTo>
                <a:lnTo>
                  <a:pt x="3172163" y="759397"/>
                </a:lnTo>
                <a:lnTo>
                  <a:pt x="2893397" y="759397"/>
                </a:lnTo>
                <a:lnTo>
                  <a:pt x="2893397" y="1132687"/>
                </a:lnTo>
                <a:lnTo>
                  <a:pt x="2881382" y="1132687"/>
                </a:lnTo>
                <a:lnTo>
                  <a:pt x="2881382" y="1173540"/>
                </a:lnTo>
                <a:lnTo>
                  <a:pt x="2840528" y="1173540"/>
                </a:lnTo>
                <a:lnTo>
                  <a:pt x="2840528" y="1115063"/>
                </a:lnTo>
                <a:lnTo>
                  <a:pt x="2830915" y="1115063"/>
                </a:lnTo>
                <a:lnTo>
                  <a:pt x="2830915" y="1275274"/>
                </a:lnTo>
                <a:lnTo>
                  <a:pt x="2806083" y="1275274"/>
                </a:lnTo>
                <a:lnTo>
                  <a:pt x="2806083" y="1452306"/>
                </a:lnTo>
                <a:lnTo>
                  <a:pt x="2783653" y="1452306"/>
                </a:lnTo>
                <a:lnTo>
                  <a:pt x="2783653" y="1422667"/>
                </a:lnTo>
                <a:lnTo>
                  <a:pt x="2754014" y="1422667"/>
                </a:lnTo>
                <a:lnTo>
                  <a:pt x="2754014" y="1161524"/>
                </a:lnTo>
                <a:lnTo>
                  <a:pt x="2726779" y="1161524"/>
                </a:lnTo>
                <a:lnTo>
                  <a:pt x="2726779" y="990099"/>
                </a:lnTo>
                <a:lnTo>
                  <a:pt x="2701946" y="990099"/>
                </a:lnTo>
                <a:lnTo>
                  <a:pt x="2701946" y="903586"/>
                </a:lnTo>
                <a:lnTo>
                  <a:pt x="2698742" y="903586"/>
                </a:lnTo>
                <a:lnTo>
                  <a:pt x="2698742" y="955654"/>
                </a:lnTo>
                <a:lnTo>
                  <a:pt x="2673108" y="938832"/>
                </a:lnTo>
                <a:lnTo>
                  <a:pt x="2673108" y="909193"/>
                </a:lnTo>
                <a:lnTo>
                  <a:pt x="2659490" y="893172"/>
                </a:lnTo>
                <a:lnTo>
                  <a:pt x="2659490" y="873146"/>
                </a:lnTo>
                <a:lnTo>
                  <a:pt x="2651480" y="873146"/>
                </a:lnTo>
                <a:lnTo>
                  <a:pt x="2557757" y="961262"/>
                </a:lnTo>
                <a:lnTo>
                  <a:pt x="2557757" y="968471"/>
                </a:lnTo>
                <a:lnTo>
                  <a:pt x="2545741" y="978885"/>
                </a:lnTo>
                <a:lnTo>
                  <a:pt x="2545741" y="991702"/>
                </a:lnTo>
                <a:lnTo>
                  <a:pt x="2515301" y="991702"/>
                </a:lnTo>
                <a:lnTo>
                  <a:pt x="2515301" y="1124676"/>
                </a:lnTo>
                <a:lnTo>
                  <a:pt x="2503285" y="1124676"/>
                </a:lnTo>
                <a:lnTo>
                  <a:pt x="2503285" y="1271268"/>
                </a:lnTo>
                <a:lnTo>
                  <a:pt x="2496076" y="1271268"/>
                </a:lnTo>
                <a:lnTo>
                  <a:pt x="2496076" y="1284085"/>
                </a:lnTo>
                <a:lnTo>
                  <a:pt x="2475248" y="1306515"/>
                </a:lnTo>
                <a:lnTo>
                  <a:pt x="2475248" y="1322536"/>
                </a:lnTo>
                <a:lnTo>
                  <a:pt x="2448013" y="1322536"/>
                </a:lnTo>
                <a:lnTo>
                  <a:pt x="2448013" y="1340159"/>
                </a:lnTo>
                <a:lnTo>
                  <a:pt x="2453620" y="1340159"/>
                </a:lnTo>
                <a:lnTo>
                  <a:pt x="2453620" y="1390625"/>
                </a:lnTo>
                <a:lnTo>
                  <a:pt x="2413567" y="1390625"/>
                </a:lnTo>
                <a:lnTo>
                  <a:pt x="2413567" y="1419463"/>
                </a:lnTo>
                <a:lnTo>
                  <a:pt x="2410363" y="1416259"/>
                </a:lnTo>
                <a:lnTo>
                  <a:pt x="2403955" y="1407447"/>
                </a:lnTo>
                <a:lnTo>
                  <a:pt x="2382326" y="1407447"/>
                </a:lnTo>
                <a:lnTo>
                  <a:pt x="2382326" y="1398636"/>
                </a:lnTo>
                <a:lnTo>
                  <a:pt x="2363902" y="1398636"/>
                </a:lnTo>
                <a:lnTo>
                  <a:pt x="2363902" y="1391426"/>
                </a:lnTo>
                <a:lnTo>
                  <a:pt x="2348682" y="1391426"/>
                </a:lnTo>
                <a:lnTo>
                  <a:pt x="2340672" y="1384217"/>
                </a:lnTo>
                <a:lnTo>
                  <a:pt x="2340672" y="1374604"/>
                </a:lnTo>
                <a:lnTo>
                  <a:pt x="2312635" y="1374604"/>
                </a:lnTo>
                <a:lnTo>
                  <a:pt x="2312635" y="1368997"/>
                </a:lnTo>
                <a:lnTo>
                  <a:pt x="2303824" y="1368997"/>
                </a:lnTo>
                <a:lnTo>
                  <a:pt x="2303824" y="1374604"/>
                </a:lnTo>
                <a:lnTo>
                  <a:pt x="2265373" y="1374604"/>
                </a:lnTo>
                <a:lnTo>
                  <a:pt x="2265373" y="1408248"/>
                </a:lnTo>
                <a:lnTo>
                  <a:pt x="2238137" y="1408248"/>
                </a:lnTo>
                <a:lnTo>
                  <a:pt x="2238137" y="1429076"/>
                </a:lnTo>
                <a:lnTo>
                  <a:pt x="2227724" y="1429076"/>
                </a:lnTo>
                <a:lnTo>
                  <a:pt x="2227724" y="1437887"/>
                </a:lnTo>
                <a:lnTo>
                  <a:pt x="2181263" y="1437887"/>
                </a:lnTo>
                <a:lnTo>
                  <a:pt x="2181263" y="1335353"/>
                </a:lnTo>
                <a:lnTo>
                  <a:pt x="2178860" y="1335353"/>
                </a:lnTo>
                <a:lnTo>
                  <a:pt x="2178860" y="1254446"/>
                </a:lnTo>
                <a:lnTo>
                  <a:pt x="2182865" y="1254446"/>
                </a:lnTo>
                <a:lnTo>
                  <a:pt x="2182865" y="1236022"/>
                </a:lnTo>
                <a:cubicBezTo>
                  <a:pt x="2182865" y="1236022"/>
                  <a:pt x="2183666" y="1210389"/>
                  <a:pt x="2174854" y="1210389"/>
                </a:cubicBezTo>
                <a:lnTo>
                  <a:pt x="2162838" y="1210389"/>
                </a:lnTo>
                <a:lnTo>
                  <a:pt x="2162838" y="1195169"/>
                </a:lnTo>
                <a:cubicBezTo>
                  <a:pt x="2162838" y="1195169"/>
                  <a:pt x="2132399" y="1169535"/>
                  <a:pt x="2084336" y="1159922"/>
                </a:cubicBezTo>
                <a:cubicBezTo>
                  <a:pt x="2036272" y="1150310"/>
                  <a:pt x="2008236" y="1151111"/>
                  <a:pt x="2008236" y="1151111"/>
                </a:cubicBezTo>
                <a:lnTo>
                  <a:pt x="2004230" y="1157519"/>
                </a:lnTo>
                <a:lnTo>
                  <a:pt x="1994618" y="1157519"/>
                </a:lnTo>
                <a:lnTo>
                  <a:pt x="1994618" y="1114262"/>
                </a:lnTo>
                <a:lnTo>
                  <a:pt x="1990612" y="1114262"/>
                </a:lnTo>
                <a:lnTo>
                  <a:pt x="1990612" y="1157519"/>
                </a:lnTo>
                <a:lnTo>
                  <a:pt x="1973790" y="1157519"/>
                </a:lnTo>
                <a:lnTo>
                  <a:pt x="1973790" y="1121472"/>
                </a:lnTo>
                <a:lnTo>
                  <a:pt x="1968183" y="1121472"/>
                </a:lnTo>
                <a:lnTo>
                  <a:pt x="1956167" y="1109456"/>
                </a:lnTo>
                <a:lnTo>
                  <a:pt x="1952963" y="1109456"/>
                </a:lnTo>
                <a:lnTo>
                  <a:pt x="1952963" y="1134289"/>
                </a:lnTo>
                <a:lnTo>
                  <a:pt x="1933738" y="1134289"/>
                </a:lnTo>
                <a:lnTo>
                  <a:pt x="1933738" y="1142299"/>
                </a:lnTo>
                <a:lnTo>
                  <a:pt x="1938544" y="1145503"/>
                </a:lnTo>
                <a:lnTo>
                  <a:pt x="1938544" y="1150310"/>
                </a:lnTo>
                <a:lnTo>
                  <a:pt x="1866449" y="1150310"/>
                </a:lnTo>
                <a:lnTo>
                  <a:pt x="1866449" y="1157519"/>
                </a:lnTo>
                <a:cubicBezTo>
                  <a:pt x="1866449" y="1157519"/>
                  <a:pt x="1820790" y="1164729"/>
                  <a:pt x="1794355" y="1171137"/>
                </a:cubicBezTo>
                <a:cubicBezTo>
                  <a:pt x="1767920" y="1178347"/>
                  <a:pt x="1736679" y="1192765"/>
                  <a:pt x="1736679" y="1192765"/>
                </a:cubicBezTo>
                <a:lnTo>
                  <a:pt x="1729470" y="1192765"/>
                </a:lnTo>
                <a:lnTo>
                  <a:pt x="1729470" y="1207184"/>
                </a:lnTo>
                <a:lnTo>
                  <a:pt x="1721459" y="1207184"/>
                </a:lnTo>
                <a:lnTo>
                  <a:pt x="1721459" y="1203179"/>
                </a:lnTo>
                <a:lnTo>
                  <a:pt x="1703836" y="1203179"/>
                </a:lnTo>
                <a:lnTo>
                  <a:pt x="1703836" y="1207184"/>
                </a:lnTo>
                <a:lnTo>
                  <a:pt x="1698229" y="1207184"/>
                </a:lnTo>
                <a:cubicBezTo>
                  <a:pt x="1698229" y="1207184"/>
                  <a:pt x="1682208" y="1215996"/>
                  <a:pt x="1668590" y="1227211"/>
                </a:cubicBezTo>
                <a:cubicBezTo>
                  <a:pt x="1654972" y="1237624"/>
                  <a:pt x="1647762" y="1246436"/>
                  <a:pt x="1647762" y="1246436"/>
                </a:cubicBezTo>
                <a:lnTo>
                  <a:pt x="1647762" y="1331347"/>
                </a:lnTo>
                <a:lnTo>
                  <a:pt x="1642956" y="1331347"/>
                </a:lnTo>
                <a:lnTo>
                  <a:pt x="1642956" y="1406646"/>
                </a:lnTo>
                <a:lnTo>
                  <a:pt x="1590087" y="1406646"/>
                </a:lnTo>
                <a:lnTo>
                  <a:pt x="1590087" y="1416259"/>
                </a:lnTo>
                <a:lnTo>
                  <a:pt x="1582877" y="1416259"/>
                </a:lnTo>
                <a:lnTo>
                  <a:pt x="1582877" y="1421065"/>
                </a:lnTo>
                <a:lnTo>
                  <a:pt x="1556443" y="1421065"/>
                </a:lnTo>
                <a:lnTo>
                  <a:pt x="1556443" y="1426672"/>
                </a:lnTo>
                <a:lnTo>
                  <a:pt x="1546830" y="1426672"/>
                </a:lnTo>
                <a:lnTo>
                  <a:pt x="1546830" y="1429877"/>
                </a:lnTo>
                <a:lnTo>
                  <a:pt x="1543626" y="1429877"/>
                </a:lnTo>
                <a:lnTo>
                  <a:pt x="1543626" y="1420264"/>
                </a:lnTo>
                <a:lnTo>
                  <a:pt x="1517992" y="1420264"/>
                </a:lnTo>
                <a:lnTo>
                  <a:pt x="1517992" y="1441091"/>
                </a:lnTo>
                <a:lnTo>
                  <a:pt x="1522799" y="1441091"/>
                </a:lnTo>
                <a:lnTo>
                  <a:pt x="1522799" y="1457913"/>
                </a:lnTo>
                <a:lnTo>
                  <a:pt x="1493160" y="1457913"/>
                </a:lnTo>
                <a:lnTo>
                  <a:pt x="1493160" y="1527605"/>
                </a:lnTo>
                <a:lnTo>
                  <a:pt x="1458714" y="1527605"/>
                </a:lnTo>
                <a:lnTo>
                  <a:pt x="1435484" y="1010927"/>
                </a:lnTo>
                <a:lnTo>
                  <a:pt x="1449903" y="1006120"/>
                </a:lnTo>
                <a:lnTo>
                  <a:pt x="1449903" y="962864"/>
                </a:lnTo>
                <a:lnTo>
                  <a:pt x="1455510" y="955654"/>
                </a:lnTo>
                <a:lnTo>
                  <a:pt x="1455510" y="929220"/>
                </a:lnTo>
                <a:lnTo>
                  <a:pt x="1470730" y="920408"/>
                </a:lnTo>
                <a:lnTo>
                  <a:pt x="1478741" y="914000"/>
                </a:lnTo>
                <a:lnTo>
                  <a:pt x="1492359" y="883560"/>
                </a:lnTo>
                <a:lnTo>
                  <a:pt x="1492359" y="858727"/>
                </a:lnTo>
                <a:lnTo>
                  <a:pt x="1488353" y="857125"/>
                </a:lnTo>
                <a:lnTo>
                  <a:pt x="1488353" y="850716"/>
                </a:lnTo>
                <a:lnTo>
                  <a:pt x="1485950" y="849114"/>
                </a:lnTo>
                <a:lnTo>
                  <a:pt x="1485950" y="846711"/>
                </a:lnTo>
                <a:lnTo>
                  <a:pt x="1483547" y="845109"/>
                </a:lnTo>
                <a:lnTo>
                  <a:pt x="1483547" y="841104"/>
                </a:lnTo>
                <a:lnTo>
                  <a:pt x="1454709" y="834695"/>
                </a:lnTo>
                <a:lnTo>
                  <a:pt x="1457112" y="831491"/>
                </a:lnTo>
                <a:lnTo>
                  <a:pt x="1463521" y="806659"/>
                </a:lnTo>
                <a:lnTo>
                  <a:pt x="1463521" y="802653"/>
                </a:lnTo>
                <a:lnTo>
                  <a:pt x="1461117" y="802653"/>
                </a:lnTo>
                <a:lnTo>
                  <a:pt x="1461117" y="805057"/>
                </a:lnTo>
                <a:lnTo>
                  <a:pt x="1438688" y="791439"/>
                </a:lnTo>
                <a:lnTo>
                  <a:pt x="1438688" y="771412"/>
                </a:lnTo>
                <a:lnTo>
                  <a:pt x="1433882" y="771412"/>
                </a:lnTo>
                <a:lnTo>
                  <a:pt x="1433882" y="765805"/>
                </a:lnTo>
                <a:lnTo>
                  <a:pt x="1425070" y="764203"/>
                </a:lnTo>
                <a:lnTo>
                  <a:pt x="1423468" y="641642"/>
                </a:lnTo>
                <a:lnTo>
                  <a:pt x="1425070" y="639239"/>
                </a:lnTo>
                <a:lnTo>
                  <a:pt x="1425070" y="635234"/>
                </a:lnTo>
                <a:lnTo>
                  <a:pt x="1421065" y="633632"/>
                </a:lnTo>
                <a:lnTo>
                  <a:pt x="1423468" y="535102"/>
                </a:lnTo>
                <a:lnTo>
                  <a:pt x="1425871" y="528694"/>
                </a:lnTo>
                <a:lnTo>
                  <a:pt x="1421866" y="526291"/>
                </a:lnTo>
                <a:lnTo>
                  <a:pt x="1421866" y="521484"/>
                </a:lnTo>
                <a:lnTo>
                  <a:pt x="1418662" y="519081"/>
                </a:lnTo>
                <a:lnTo>
                  <a:pt x="1417861" y="417348"/>
                </a:lnTo>
                <a:lnTo>
                  <a:pt x="1423468" y="417348"/>
                </a:lnTo>
                <a:lnTo>
                  <a:pt x="1423468" y="412541"/>
                </a:lnTo>
                <a:lnTo>
                  <a:pt x="1417060" y="412541"/>
                </a:lnTo>
                <a:lnTo>
                  <a:pt x="1417060" y="410138"/>
                </a:lnTo>
                <a:lnTo>
                  <a:pt x="1420264" y="408536"/>
                </a:lnTo>
                <a:lnTo>
                  <a:pt x="1420264" y="406133"/>
                </a:lnTo>
                <a:lnTo>
                  <a:pt x="1421065" y="404531"/>
                </a:lnTo>
                <a:lnTo>
                  <a:pt x="1421065" y="401327"/>
                </a:lnTo>
                <a:lnTo>
                  <a:pt x="1416259" y="400526"/>
                </a:lnTo>
                <a:lnTo>
                  <a:pt x="1416259" y="286776"/>
                </a:lnTo>
                <a:lnTo>
                  <a:pt x="1417060" y="286776"/>
                </a:lnTo>
                <a:lnTo>
                  <a:pt x="1417060" y="284373"/>
                </a:lnTo>
                <a:lnTo>
                  <a:pt x="1414657" y="284373"/>
                </a:lnTo>
                <a:lnTo>
                  <a:pt x="1414657" y="266750"/>
                </a:lnTo>
                <a:lnTo>
                  <a:pt x="1412253" y="265148"/>
                </a:lnTo>
                <a:lnTo>
                  <a:pt x="1409850" y="266750"/>
                </a:lnTo>
                <a:lnTo>
                  <a:pt x="1409850" y="284373"/>
                </a:lnTo>
                <a:lnTo>
                  <a:pt x="1407447" y="284373"/>
                </a:lnTo>
                <a:lnTo>
                  <a:pt x="1407447" y="286776"/>
                </a:lnTo>
                <a:lnTo>
                  <a:pt x="1408248" y="286776"/>
                </a:lnTo>
                <a:lnTo>
                  <a:pt x="1408248" y="401327"/>
                </a:lnTo>
                <a:lnTo>
                  <a:pt x="1402641" y="402128"/>
                </a:lnTo>
                <a:lnTo>
                  <a:pt x="1402641" y="405332"/>
                </a:lnTo>
                <a:lnTo>
                  <a:pt x="1403442" y="406934"/>
                </a:lnTo>
                <a:lnTo>
                  <a:pt x="1403442" y="408536"/>
                </a:lnTo>
                <a:lnTo>
                  <a:pt x="1406646" y="410138"/>
                </a:lnTo>
                <a:lnTo>
                  <a:pt x="1406646" y="412541"/>
                </a:lnTo>
                <a:lnTo>
                  <a:pt x="1401840" y="412541"/>
                </a:lnTo>
                <a:lnTo>
                  <a:pt x="1401840" y="417348"/>
                </a:lnTo>
                <a:lnTo>
                  <a:pt x="1407447" y="417348"/>
                </a:lnTo>
                <a:lnTo>
                  <a:pt x="1406646" y="519882"/>
                </a:lnTo>
                <a:lnTo>
                  <a:pt x="1403442" y="522285"/>
                </a:lnTo>
                <a:lnTo>
                  <a:pt x="1403442" y="527092"/>
                </a:lnTo>
                <a:lnTo>
                  <a:pt x="1399437" y="529495"/>
                </a:lnTo>
                <a:lnTo>
                  <a:pt x="1401840" y="535903"/>
                </a:lnTo>
                <a:lnTo>
                  <a:pt x="1404243" y="634433"/>
                </a:lnTo>
                <a:lnTo>
                  <a:pt x="1400238" y="636035"/>
                </a:lnTo>
                <a:lnTo>
                  <a:pt x="1400238" y="640040"/>
                </a:lnTo>
                <a:lnTo>
                  <a:pt x="1401840" y="642443"/>
                </a:lnTo>
                <a:lnTo>
                  <a:pt x="1400238" y="765004"/>
                </a:lnTo>
                <a:lnTo>
                  <a:pt x="1391426" y="766606"/>
                </a:lnTo>
                <a:lnTo>
                  <a:pt x="1391426" y="772214"/>
                </a:lnTo>
                <a:lnTo>
                  <a:pt x="1387421" y="772214"/>
                </a:lnTo>
                <a:lnTo>
                  <a:pt x="1387421" y="793041"/>
                </a:lnTo>
                <a:lnTo>
                  <a:pt x="1364991" y="806659"/>
                </a:lnTo>
                <a:lnTo>
                  <a:pt x="1364991" y="804256"/>
                </a:lnTo>
                <a:lnTo>
                  <a:pt x="1362588" y="804256"/>
                </a:lnTo>
                <a:lnTo>
                  <a:pt x="1362588" y="808261"/>
                </a:lnTo>
                <a:lnTo>
                  <a:pt x="1368997" y="833093"/>
                </a:lnTo>
                <a:lnTo>
                  <a:pt x="1370599" y="836298"/>
                </a:lnTo>
                <a:lnTo>
                  <a:pt x="1341761" y="842706"/>
                </a:lnTo>
                <a:lnTo>
                  <a:pt x="1341761" y="846711"/>
                </a:lnTo>
                <a:lnTo>
                  <a:pt x="1339358" y="848313"/>
                </a:lnTo>
                <a:lnTo>
                  <a:pt x="1339358" y="850716"/>
                </a:lnTo>
                <a:lnTo>
                  <a:pt x="1336955" y="852319"/>
                </a:lnTo>
                <a:lnTo>
                  <a:pt x="1336955" y="858727"/>
                </a:lnTo>
                <a:lnTo>
                  <a:pt x="1332949" y="860329"/>
                </a:lnTo>
                <a:lnTo>
                  <a:pt x="1332949" y="885162"/>
                </a:lnTo>
                <a:lnTo>
                  <a:pt x="1346567" y="915602"/>
                </a:lnTo>
                <a:lnTo>
                  <a:pt x="1354578" y="922010"/>
                </a:lnTo>
                <a:lnTo>
                  <a:pt x="1369798" y="930822"/>
                </a:lnTo>
                <a:lnTo>
                  <a:pt x="1369798" y="958858"/>
                </a:lnTo>
                <a:lnTo>
                  <a:pt x="1375405" y="966068"/>
                </a:lnTo>
                <a:lnTo>
                  <a:pt x="1375405" y="1009325"/>
                </a:lnTo>
                <a:lnTo>
                  <a:pt x="1389824" y="1014131"/>
                </a:lnTo>
                <a:lnTo>
                  <a:pt x="1363389" y="1604506"/>
                </a:lnTo>
                <a:lnTo>
                  <a:pt x="1350573" y="1604506"/>
                </a:lnTo>
                <a:lnTo>
                  <a:pt x="1350573" y="1650967"/>
                </a:lnTo>
                <a:lnTo>
                  <a:pt x="1332949" y="1650967"/>
                </a:lnTo>
                <a:lnTo>
                  <a:pt x="1332949" y="1659778"/>
                </a:lnTo>
                <a:lnTo>
                  <a:pt x="1280881" y="1659778"/>
                </a:lnTo>
                <a:lnTo>
                  <a:pt x="1276876" y="1655773"/>
                </a:lnTo>
                <a:lnTo>
                  <a:pt x="1276876" y="1642956"/>
                </a:lnTo>
                <a:lnTo>
                  <a:pt x="1272870" y="1642956"/>
                </a:lnTo>
                <a:lnTo>
                  <a:pt x="1272870" y="1630139"/>
                </a:lnTo>
                <a:lnTo>
                  <a:pt x="1319331" y="1620527"/>
                </a:lnTo>
                <a:lnTo>
                  <a:pt x="1319331" y="1602103"/>
                </a:lnTo>
                <a:cubicBezTo>
                  <a:pt x="1256849" y="1594893"/>
                  <a:pt x="1236823" y="1580474"/>
                  <a:pt x="1236823" y="1580474"/>
                </a:cubicBezTo>
                <a:lnTo>
                  <a:pt x="1236823" y="1575668"/>
                </a:lnTo>
                <a:lnTo>
                  <a:pt x="1229614" y="1575668"/>
                </a:lnTo>
                <a:lnTo>
                  <a:pt x="1229614" y="1555642"/>
                </a:lnTo>
                <a:lnTo>
                  <a:pt x="1256048" y="1555642"/>
                </a:lnTo>
                <a:lnTo>
                  <a:pt x="1260054" y="1548432"/>
                </a:lnTo>
                <a:lnTo>
                  <a:pt x="1272870" y="1548432"/>
                </a:lnTo>
                <a:lnTo>
                  <a:pt x="1272870" y="1544427"/>
                </a:lnTo>
                <a:lnTo>
                  <a:pt x="1270467" y="1544427"/>
                </a:lnTo>
                <a:lnTo>
                  <a:pt x="1270467" y="1530008"/>
                </a:lnTo>
                <a:lnTo>
                  <a:pt x="1234420" y="1530008"/>
                </a:lnTo>
                <a:lnTo>
                  <a:pt x="1234420" y="1521196"/>
                </a:lnTo>
                <a:lnTo>
                  <a:pt x="1231216" y="1516390"/>
                </a:lnTo>
                <a:lnTo>
                  <a:pt x="1220802" y="1516390"/>
                </a:lnTo>
                <a:lnTo>
                  <a:pt x="1220802" y="1523600"/>
                </a:lnTo>
                <a:cubicBezTo>
                  <a:pt x="1220802" y="1523600"/>
                  <a:pt x="1183153" y="1516390"/>
                  <a:pt x="1146304" y="1496364"/>
                </a:cubicBezTo>
                <a:cubicBezTo>
                  <a:pt x="1109456" y="1477139"/>
                  <a:pt x="1084623" y="1440290"/>
                  <a:pt x="1084623" y="1440290"/>
                </a:cubicBezTo>
                <a:lnTo>
                  <a:pt x="1084623" y="1431479"/>
                </a:lnTo>
                <a:lnTo>
                  <a:pt x="1089430" y="1431479"/>
                </a:lnTo>
                <a:lnTo>
                  <a:pt x="1089430" y="1426672"/>
                </a:lnTo>
                <a:lnTo>
                  <a:pt x="1084623" y="1426672"/>
                </a:lnTo>
                <a:lnTo>
                  <a:pt x="1084623" y="1419463"/>
                </a:lnTo>
                <a:lnTo>
                  <a:pt x="1082220" y="1417861"/>
                </a:lnTo>
                <a:lnTo>
                  <a:pt x="1076613" y="1417861"/>
                </a:lnTo>
                <a:lnTo>
                  <a:pt x="1076613" y="1405845"/>
                </a:lnTo>
                <a:lnTo>
                  <a:pt x="1071006" y="1405845"/>
                </a:lnTo>
                <a:lnTo>
                  <a:pt x="1071006" y="1417060"/>
                </a:lnTo>
                <a:lnTo>
                  <a:pt x="1063796" y="1417060"/>
                </a:lnTo>
                <a:lnTo>
                  <a:pt x="1063796" y="1405845"/>
                </a:lnTo>
                <a:lnTo>
                  <a:pt x="1058990" y="1405845"/>
                </a:lnTo>
                <a:lnTo>
                  <a:pt x="1058990" y="1428275"/>
                </a:lnTo>
                <a:lnTo>
                  <a:pt x="1053382" y="1428275"/>
                </a:lnTo>
                <a:lnTo>
                  <a:pt x="1053382" y="1433081"/>
                </a:lnTo>
                <a:lnTo>
                  <a:pt x="902785" y="1433081"/>
                </a:lnTo>
                <a:lnTo>
                  <a:pt x="748983" y="1433081"/>
                </a:lnTo>
                <a:lnTo>
                  <a:pt x="748983" y="1428275"/>
                </a:lnTo>
                <a:lnTo>
                  <a:pt x="743376" y="1428275"/>
                </a:lnTo>
                <a:lnTo>
                  <a:pt x="743376" y="1405845"/>
                </a:lnTo>
                <a:lnTo>
                  <a:pt x="738569" y="1405845"/>
                </a:lnTo>
                <a:lnTo>
                  <a:pt x="738569" y="1417060"/>
                </a:lnTo>
                <a:lnTo>
                  <a:pt x="731360" y="1417060"/>
                </a:lnTo>
                <a:lnTo>
                  <a:pt x="731360" y="1405845"/>
                </a:lnTo>
                <a:lnTo>
                  <a:pt x="725752" y="1405845"/>
                </a:lnTo>
                <a:lnTo>
                  <a:pt x="725752" y="1417861"/>
                </a:lnTo>
                <a:lnTo>
                  <a:pt x="720145" y="1417861"/>
                </a:lnTo>
                <a:lnTo>
                  <a:pt x="717742" y="1419463"/>
                </a:lnTo>
                <a:lnTo>
                  <a:pt x="717742" y="1426672"/>
                </a:lnTo>
                <a:lnTo>
                  <a:pt x="712936" y="1426672"/>
                </a:lnTo>
                <a:lnTo>
                  <a:pt x="712936" y="1431479"/>
                </a:lnTo>
                <a:lnTo>
                  <a:pt x="717742" y="1431479"/>
                </a:lnTo>
                <a:lnTo>
                  <a:pt x="717742" y="1440290"/>
                </a:lnTo>
                <a:cubicBezTo>
                  <a:pt x="717742" y="1440290"/>
                  <a:pt x="692909" y="1476338"/>
                  <a:pt x="656061" y="1496364"/>
                </a:cubicBezTo>
                <a:cubicBezTo>
                  <a:pt x="618412" y="1516390"/>
                  <a:pt x="581563" y="1523600"/>
                  <a:pt x="581563" y="1523600"/>
                </a:cubicBezTo>
                <a:lnTo>
                  <a:pt x="581563" y="1516390"/>
                </a:lnTo>
                <a:lnTo>
                  <a:pt x="571150" y="1516390"/>
                </a:lnTo>
                <a:lnTo>
                  <a:pt x="567945" y="1521196"/>
                </a:lnTo>
                <a:lnTo>
                  <a:pt x="567945" y="1530008"/>
                </a:lnTo>
                <a:lnTo>
                  <a:pt x="531898" y="1530008"/>
                </a:lnTo>
                <a:lnTo>
                  <a:pt x="531898" y="1544427"/>
                </a:lnTo>
                <a:lnTo>
                  <a:pt x="528694" y="1544427"/>
                </a:lnTo>
                <a:lnTo>
                  <a:pt x="528694" y="1548432"/>
                </a:lnTo>
                <a:lnTo>
                  <a:pt x="541511" y="1548432"/>
                </a:lnTo>
                <a:lnTo>
                  <a:pt x="545516" y="1555642"/>
                </a:lnTo>
                <a:lnTo>
                  <a:pt x="571951" y="1555642"/>
                </a:lnTo>
                <a:lnTo>
                  <a:pt x="571951" y="1575668"/>
                </a:lnTo>
                <a:lnTo>
                  <a:pt x="564741" y="1575668"/>
                </a:lnTo>
                <a:lnTo>
                  <a:pt x="564741" y="1580474"/>
                </a:lnTo>
                <a:cubicBezTo>
                  <a:pt x="564741" y="1580474"/>
                  <a:pt x="544715" y="1594893"/>
                  <a:pt x="482233" y="1602103"/>
                </a:cubicBezTo>
                <a:lnTo>
                  <a:pt x="482233" y="1619726"/>
                </a:lnTo>
                <a:lnTo>
                  <a:pt x="528694" y="1629338"/>
                </a:lnTo>
                <a:lnTo>
                  <a:pt x="528694" y="1642155"/>
                </a:lnTo>
                <a:lnTo>
                  <a:pt x="524689" y="1642155"/>
                </a:lnTo>
                <a:lnTo>
                  <a:pt x="524689" y="1654972"/>
                </a:lnTo>
                <a:lnTo>
                  <a:pt x="520683" y="1658977"/>
                </a:lnTo>
                <a:lnTo>
                  <a:pt x="266750" y="1658977"/>
                </a:lnTo>
                <a:lnTo>
                  <a:pt x="266750" y="1654972"/>
                </a:lnTo>
                <a:lnTo>
                  <a:pt x="261143" y="1654972"/>
                </a:lnTo>
                <a:lnTo>
                  <a:pt x="261143" y="1662182"/>
                </a:lnTo>
                <a:lnTo>
                  <a:pt x="256336" y="1662182"/>
                </a:lnTo>
                <a:lnTo>
                  <a:pt x="256336" y="1670993"/>
                </a:lnTo>
                <a:lnTo>
                  <a:pt x="260342" y="1670993"/>
                </a:lnTo>
                <a:lnTo>
                  <a:pt x="260342" y="1683810"/>
                </a:lnTo>
                <a:lnTo>
                  <a:pt x="251530" y="1683810"/>
                </a:lnTo>
                <a:lnTo>
                  <a:pt x="251530" y="1689417"/>
                </a:lnTo>
                <a:lnTo>
                  <a:pt x="251530" y="1725465"/>
                </a:lnTo>
                <a:lnTo>
                  <a:pt x="202666" y="1725465"/>
                </a:lnTo>
                <a:lnTo>
                  <a:pt x="202666" y="1747894"/>
                </a:lnTo>
                <a:lnTo>
                  <a:pt x="120158" y="1747894"/>
                </a:lnTo>
                <a:lnTo>
                  <a:pt x="120158" y="1758308"/>
                </a:lnTo>
                <a:lnTo>
                  <a:pt x="106540" y="1758308"/>
                </a:lnTo>
                <a:lnTo>
                  <a:pt x="106540" y="1766318"/>
                </a:lnTo>
                <a:lnTo>
                  <a:pt x="112147" y="1766318"/>
                </a:lnTo>
                <a:lnTo>
                  <a:pt x="112147" y="1777533"/>
                </a:lnTo>
                <a:lnTo>
                  <a:pt x="20827" y="1777533"/>
                </a:lnTo>
                <a:lnTo>
                  <a:pt x="20827" y="1793554"/>
                </a:lnTo>
                <a:lnTo>
                  <a:pt x="12817" y="1793554"/>
                </a:lnTo>
                <a:lnTo>
                  <a:pt x="12817" y="1788748"/>
                </a:lnTo>
                <a:lnTo>
                  <a:pt x="0" y="1788748"/>
                </a:lnTo>
                <a:lnTo>
                  <a:pt x="0" y="1839214"/>
                </a:lnTo>
                <a:lnTo>
                  <a:pt x="12192000" y="1839214"/>
                </a:lnTo>
                <a:lnTo>
                  <a:pt x="12192000" y="1807172"/>
                </a:lnTo>
                <a:lnTo>
                  <a:pt x="12164764" y="1807172"/>
                </a:lnTo>
                <a:close/>
                <a:moveTo>
                  <a:pt x="2412767" y="1433081"/>
                </a:moveTo>
                <a:lnTo>
                  <a:pt x="2412767" y="1420264"/>
                </a:lnTo>
                <a:lnTo>
                  <a:pt x="2415170" y="1420264"/>
                </a:lnTo>
                <a:lnTo>
                  <a:pt x="2415170" y="1433081"/>
                </a:lnTo>
                <a:lnTo>
                  <a:pt x="2412767" y="1433081"/>
                </a:lnTo>
                <a:close/>
                <a:moveTo>
                  <a:pt x="6799323" y="1419463"/>
                </a:moveTo>
                <a:lnTo>
                  <a:pt x="6799323" y="1430678"/>
                </a:lnTo>
                <a:lnTo>
                  <a:pt x="6785705" y="1443494"/>
                </a:lnTo>
                <a:lnTo>
                  <a:pt x="6743250" y="1443494"/>
                </a:lnTo>
                <a:lnTo>
                  <a:pt x="6743250" y="1408248"/>
                </a:lnTo>
                <a:lnTo>
                  <a:pt x="6702396" y="1408248"/>
                </a:lnTo>
                <a:lnTo>
                  <a:pt x="6702396" y="1417861"/>
                </a:lnTo>
                <a:lnTo>
                  <a:pt x="6716815" y="1417861"/>
                </a:lnTo>
                <a:lnTo>
                  <a:pt x="6716815" y="1438688"/>
                </a:lnTo>
                <a:lnTo>
                  <a:pt x="6603066" y="1438688"/>
                </a:lnTo>
                <a:lnTo>
                  <a:pt x="6603066" y="1231216"/>
                </a:lnTo>
                <a:lnTo>
                  <a:pt x="6587045" y="1231216"/>
                </a:lnTo>
                <a:lnTo>
                  <a:pt x="6587045" y="1195169"/>
                </a:lnTo>
                <a:lnTo>
                  <a:pt x="6561411" y="1195169"/>
                </a:lnTo>
                <a:lnTo>
                  <a:pt x="6561411" y="1179949"/>
                </a:lnTo>
                <a:lnTo>
                  <a:pt x="6550997" y="1179949"/>
                </a:lnTo>
                <a:lnTo>
                  <a:pt x="6550997" y="1188760"/>
                </a:lnTo>
                <a:lnTo>
                  <a:pt x="6542987" y="1188760"/>
                </a:lnTo>
                <a:lnTo>
                  <a:pt x="6594254" y="808261"/>
                </a:lnTo>
                <a:lnTo>
                  <a:pt x="6771286" y="808261"/>
                </a:lnTo>
                <a:lnTo>
                  <a:pt x="6831365" y="1419463"/>
                </a:lnTo>
                <a:lnTo>
                  <a:pt x="6799323" y="1419463"/>
                </a:lnTo>
                <a:close/>
                <a:moveTo>
                  <a:pt x="9199273" y="711334"/>
                </a:moveTo>
                <a:cubicBezTo>
                  <a:pt x="9199273" y="711334"/>
                  <a:pt x="9238524" y="535903"/>
                  <a:pt x="9292194" y="535903"/>
                </a:cubicBezTo>
                <a:cubicBezTo>
                  <a:pt x="9345064" y="535903"/>
                  <a:pt x="9365090" y="711334"/>
                  <a:pt x="9365090" y="711334"/>
                </a:cubicBezTo>
                <a:lnTo>
                  <a:pt x="9199273" y="711334"/>
                </a:lnTo>
                <a:close/>
              </a:path>
            </a:pathLst>
          </a:custGeom>
          <a:gradFill>
            <a:gsLst>
              <a:gs pos="0">
                <a:srgbClr val="BDC8DD">
                  <a:alpha val="0"/>
                </a:srgbClr>
              </a:gs>
              <a:gs pos="100000">
                <a:srgbClr val="91A3C7">
                  <a:alpha val="44000"/>
                </a:srgb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 dirty="0">
              <a:cs typeface="+mn-ea"/>
            </a:endParaRPr>
          </a:p>
        </p:txBody>
      </p:sp>
      <p:sp>
        <p:nvSpPr>
          <p:cNvPr id="278" name="Freeform 7">
            <a:extLst>
              <a:ext uri="{FF2B5EF4-FFF2-40B4-BE49-F238E27FC236}">
                <a16:creationId xmlns:a16="http://schemas.microsoft.com/office/drawing/2014/main" id="{9C2BD7BA-13D2-80F6-5130-3A304B0B50C3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-584201" y="4485897"/>
            <a:ext cx="4994405" cy="1384048"/>
          </a:xfrm>
          <a:custGeom>
            <a:avLst/>
            <a:gdLst>
              <a:gd name="T0" fmla="*/ 15500 w 16792"/>
              <a:gd name="T1" fmla="*/ 3324 h 4654"/>
              <a:gd name="T2" fmla="*/ 14617 w 16792"/>
              <a:gd name="T3" fmla="*/ 3660 h 4654"/>
              <a:gd name="T4" fmla="*/ 14480 w 16792"/>
              <a:gd name="T5" fmla="*/ 3428 h 4654"/>
              <a:gd name="T6" fmla="*/ 14456 w 16792"/>
              <a:gd name="T7" fmla="*/ 3336 h 4654"/>
              <a:gd name="T8" fmla="*/ 14433 w 16792"/>
              <a:gd name="T9" fmla="*/ 3411 h 4654"/>
              <a:gd name="T10" fmla="*/ 14286 w 16792"/>
              <a:gd name="T11" fmla="*/ 3584 h 4654"/>
              <a:gd name="T12" fmla="*/ 13542 w 16792"/>
              <a:gd name="T13" fmla="*/ 2209 h 4654"/>
              <a:gd name="T14" fmla="*/ 13374 w 16792"/>
              <a:gd name="T15" fmla="*/ 2948 h 4654"/>
              <a:gd name="T16" fmla="*/ 12611 w 16792"/>
              <a:gd name="T17" fmla="*/ 2939 h 4654"/>
              <a:gd name="T18" fmla="*/ 11834 w 16792"/>
              <a:gd name="T19" fmla="*/ 1548 h 4654"/>
              <a:gd name="T20" fmla="*/ 10627 w 16792"/>
              <a:gd name="T21" fmla="*/ 1257 h 4654"/>
              <a:gd name="T22" fmla="*/ 10549 w 16792"/>
              <a:gd name="T23" fmla="*/ 834 h 4654"/>
              <a:gd name="T24" fmla="*/ 10455 w 16792"/>
              <a:gd name="T25" fmla="*/ 681 h 4654"/>
              <a:gd name="T26" fmla="*/ 10363 w 16792"/>
              <a:gd name="T27" fmla="*/ 607 h 4654"/>
              <a:gd name="T28" fmla="*/ 10174 w 16792"/>
              <a:gd name="T29" fmla="*/ 1184 h 4654"/>
              <a:gd name="T30" fmla="*/ 10155 w 16792"/>
              <a:gd name="T31" fmla="*/ 1822 h 4654"/>
              <a:gd name="T32" fmla="*/ 9968 w 16792"/>
              <a:gd name="T33" fmla="*/ 2079 h 4654"/>
              <a:gd name="T34" fmla="*/ 9869 w 16792"/>
              <a:gd name="T35" fmla="*/ 2030 h 4654"/>
              <a:gd name="T36" fmla="*/ 9545 w 16792"/>
              <a:gd name="T37" fmla="*/ 1982 h 4654"/>
              <a:gd name="T38" fmla="*/ 9470 w 16792"/>
              <a:gd name="T39" fmla="*/ 1857 h 4654"/>
              <a:gd name="T40" fmla="*/ 9075 w 16792"/>
              <a:gd name="T41" fmla="*/ 1850 h 4654"/>
              <a:gd name="T42" fmla="*/ 8374 w 16792"/>
              <a:gd name="T43" fmla="*/ 2209 h 4654"/>
              <a:gd name="T44" fmla="*/ 7889 w 16792"/>
              <a:gd name="T45" fmla="*/ 2419 h 4654"/>
              <a:gd name="T46" fmla="*/ 7885 w 16792"/>
              <a:gd name="T47" fmla="*/ 2119 h 4654"/>
              <a:gd name="T48" fmla="*/ 7870 w 16792"/>
              <a:gd name="T49" fmla="*/ 2417 h 4654"/>
              <a:gd name="T50" fmla="*/ 7724 w 16792"/>
              <a:gd name="T51" fmla="*/ 2417 h 4654"/>
              <a:gd name="T52" fmla="*/ 7715 w 16792"/>
              <a:gd name="T53" fmla="*/ 2115 h 4654"/>
              <a:gd name="T54" fmla="*/ 7705 w 16792"/>
              <a:gd name="T55" fmla="*/ 2415 h 4654"/>
              <a:gd name="T56" fmla="*/ 7604 w 16792"/>
              <a:gd name="T57" fmla="*/ 2474 h 4654"/>
              <a:gd name="T58" fmla="*/ 7228 w 16792"/>
              <a:gd name="T59" fmla="*/ 2417 h 4654"/>
              <a:gd name="T60" fmla="*/ 6985 w 16792"/>
              <a:gd name="T61" fmla="*/ 2488 h 4654"/>
              <a:gd name="T62" fmla="*/ 6708 w 16792"/>
              <a:gd name="T63" fmla="*/ 2405 h 4654"/>
              <a:gd name="T64" fmla="*/ 6673 w 16792"/>
              <a:gd name="T65" fmla="*/ 2698 h 4654"/>
              <a:gd name="T66" fmla="*/ 6359 w 16792"/>
              <a:gd name="T67" fmla="*/ 1264 h 4654"/>
              <a:gd name="T68" fmla="*/ 5615 w 16792"/>
              <a:gd name="T69" fmla="*/ 2034 h 4654"/>
              <a:gd name="T70" fmla="*/ 5104 w 16792"/>
              <a:gd name="T71" fmla="*/ 3929 h 4654"/>
              <a:gd name="T72" fmla="*/ 4216 w 16792"/>
              <a:gd name="T73" fmla="*/ 2757 h 4654"/>
              <a:gd name="T74" fmla="*/ 4058 w 16792"/>
              <a:gd name="T75" fmla="*/ 2528 h 4654"/>
              <a:gd name="T76" fmla="*/ 3819 w 16792"/>
              <a:gd name="T77" fmla="*/ 2459 h 4654"/>
              <a:gd name="T78" fmla="*/ 2981 w 16792"/>
              <a:gd name="T79" fmla="*/ 3525 h 4654"/>
              <a:gd name="T80" fmla="*/ 1549 w 16792"/>
              <a:gd name="T81" fmla="*/ 3752 h 4654"/>
              <a:gd name="T82" fmla="*/ 1185 w 16792"/>
              <a:gd name="T83" fmla="*/ 3123 h 4654"/>
              <a:gd name="T84" fmla="*/ 1025 w 16792"/>
              <a:gd name="T85" fmla="*/ 1285 h 4654"/>
              <a:gd name="T86" fmla="*/ 1032 w 16792"/>
              <a:gd name="T87" fmla="*/ 945 h 4654"/>
              <a:gd name="T88" fmla="*/ 999 w 16792"/>
              <a:gd name="T89" fmla="*/ 428 h 4654"/>
              <a:gd name="T90" fmla="*/ 937 w 16792"/>
              <a:gd name="T91" fmla="*/ 426 h 4654"/>
              <a:gd name="T92" fmla="*/ 911 w 16792"/>
              <a:gd name="T93" fmla="*/ 933 h 4654"/>
              <a:gd name="T94" fmla="*/ 916 w 16792"/>
              <a:gd name="T95" fmla="*/ 1288 h 4654"/>
              <a:gd name="T96" fmla="*/ 708 w 16792"/>
              <a:gd name="T97" fmla="*/ 3251 h 4654"/>
              <a:gd name="T98" fmla="*/ 666 w 16792"/>
              <a:gd name="T99" fmla="*/ 3889 h 4654"/>
              <a:gd name="T100" fmla="*/ 621 w 16792"/>
              <a:gd name="T101" fmla="*/ 3943 h 4654"/>
              <a:gd name="T102" fmla="*/ 19 w 16792"/>
              <a:gd name="T103" fmla="*/ 3952 h 4654"/>
              <a:gd name="T104" fmla="*/ 11078 w 16792"/>
              <a:gd name="T105" fmla="*/ 437 h 4654"/>
              <a:gd name="T106" fmla="*/ 6694 w 16792"/>
              <a:gd name="T107" fmla="*/ 2658 h 4654"/>
              <a:gd name="T108" fmla="*/ 6675 w 16792"/>
              <a:gd name="T109" fmla="*/ 2500 h 4654"/>
              <a:gd name="T110" fmla="*/ 956 w 16792"/>
              <a:gd name="T111" fmla="*/ 1937 h 4654"/>
              <a:gd name="T112" fmla="*/ 959 w 16792"/>
              <a:gd name="T113" fmla="*/ 2048 h 4654"/>
              <a:gd name="T114" fmla="*/ 933 w 16792"/>
              <a:gd name="T115" fmla="*/ 2226 h 4654"/>
              <a:gd name="T116" fmla="*/ 911 w 16792"/>
              <a:gd name="T117" fmla="*/ 2405 h 4654"/>
              <a:gd name="T118" fmla="*/ 940 w 16792"/>
              <a:gd name="T119" fmla="*/ 2530 h 4654"/>
              <a:gd name="T120" fmla="*/ 961 w 16792"/>
              <a:gd name="T121" fmla="*/ 2639 h 4654"/>
              <a:gd name="T122" fmla="*/ 952 w 16792"/>
              <a:gd name="T123" fmla="*/ 2868 h 4654"/>
              <a:gd name="T124" fmla="*/ 1067 w 16792"/>
              <a:gd name="T125" fmla="*/ 3938 h 4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792" h="4654">
                <a:moveTo>
                  <a:pt x="16360" y="3823"/>
                </a:moveTo>
                <a:lnTo>
                  <a:pt x="16400" y="3823"/>
                </a:lnTo>
                <a:lnTo>
                  <a:pt x="16400" y="3466"/>
                </a:lnTo>
                <a:lnTo>
                  <a:pt x="16436" y="3454"/>
                </a:lnTo>
                <a:lnTo>
                  <a:pt x="16542" y="3409"/>
                </a:lnTo>
                <a:lnTo>
                  <a:pt x="16792" y="3279"/>
                </a:lnTo>
                <a:lnTo>
                  <a:pt x="16719" y="3279"/>
                </a:lnTo>
                <a:lnTo>
                  <a:pt x="16580" y="3334"/>
                </a:lnTo>
                <a:lnTo>
                  <a:pt x="16549" y="3343"/>
                </a:lnTo>
                <a:lnTo>
                  <a:pt x="16400" y="3343"/>
                </a:lnTo>
                <a:lnTo>
                  <a:pt x="16400" y="3322"/>
                </a:lnTo>
                <a:lnTo>
                  <a:pt x="16107" y="3324"/>
                </a:lnTo>
                <a:lnTo>
                  <a:pt x="16105" y="3331"/>
                </a:lnTo>
                <a:lnTo>
                  <a:pt x="16105" y="3334"/>
                </a:lnTo>
                <a:lnTo>
                  <a:pt x="15892" y="3334"/>
                </a:lnTo>
                <a:lnTo>
                  <a:pt x="15892" y="3343"/>
                </a:lnTo>
                <a:lnTo>
                  <a:pt x="15701" y="3343"/>
                </a:lnTo>
                <a:lnTo>
                  <a:pt x="15699" y="3334"/>
                </a:lnTo>
                <a:lnTo>
                  <a:pt x="15675" y="3334"/>
                </a:lnTo>
                <a:lnTo>
                  <a:pt x="15510" y="3334"/>
                </a:lnTo>
                <a:lnTo>
                  <a:pt x="15510" y="3334"/>
                </a:lnTo>
                <a:lnTo>
                  <a:pt x="15500" y="3324"/>
                </a:lnTo>
                <a:lnTo>
                  <a:pt x="15210" y="3324"/>
                </a:lnTo>
                <a:lnTo>
                  <a:pt x="15210" y="3345"/>
                </a:lnTo>
                <a:lnTo>
                  <a:pt x="15049" y="3345"/>
                </a:lnTo>
                <a:lnTo>
                  <a:pt x="15018" y="3336"/>
                </a:lnTo>
                <a:lnTo>
                  <a:pt x="14881" y="3284"/>
                </a:lnTo>
                <a:lnTo>
                  <a:pt x="14792" y="3284"/>
                </a:lnTo>
                <a:lnTo>
                  <a:pt x="15092" y="3411"/>
                </a:lnTo>
                <a:lnTo>
                  <a:pt x="15198" y="3456"/>
                </a:lnTo>
                <a:lnTo>
                  <a:pt x="15210" y="3459"/>
                </a:lnTo>
                <a:lnTo>
                  <a:pt x="15210" y="3823"/>
                </a:lnTo>
                <a:lnTo>
                  <a:pt x="15238" y="3823"/>
                </a:lnTo>
                <a:lnTo>
                  <a:pt x="15070" y="3912"/>
                </a:lnTo>
                <a:lnTo>
                  <a:pt x="15070" y="3728"/>
                </a:lnTo>
                <a:lnTo>
                  <a:pt x="14610" y="3728"/>
                </a:lnTo>
                <a:lnTo>
                  <a:pt x="14610" y="3685"/>
                </a:lnTo>
                <a:lnTo>
                  <a:pt x="14614" y="3685"/>
                </a:lnTo>
                <a:lnTo>
                  <a:pt x="14614" y="3685"/>
                </a:lnTo>
                <a:lnTo>
                  <a:pt x="14614" y="3683"/>
                </a:lnTo>
                <a:lnTo>
                  <a:pt x="14617" y="3678"/>
                </a:lnTo>
                <a:lnTo>
                  <a:pt x="14617" y="3678"/>
                </a:lnTo>
                <a:lnTo>
                  <a:pt x="14617" y="3678"/>
                </a:lnTo>
                <a:lnTo>
                  <a:pt x="14617" y="3660"/>
                </a:lnTo>
                <a:lnTo>
                  <a:pt x="14610" y="3660"/>
                </a:lnTo>
                <a:lnTo>
                  <a:pt x="14612" y="3608"/>
                </a:lnTo>
                <a:lnTo>
                  <a:pt x="14614" y="3608"/>
                </a:lnTo>
                <a:lnTo>
                  <a:pt x="14614" y="3603"/>
                </a:lnTo>
                <a:lnTo>
                  <a:pt x="14614" y="3598"/>
                </a:lnTo>
                <a:lnTo>
                  <a:pt x="14614" y="3598"/>
                </a:lnTo>
                <a:lnTo>
                  <a:pt x="14614" y="3596"/>
                </a:lnTo>
                <a:lnTo>
                  <a:pt x="14614" y="3586"/>
                </a:lnTo>
                <a:lnTo>
                  <a:pt x="14612" y="3586"/>
                </a:lnTo>
                <a:lnTo>
                  <a:pt x="14612" y="3560"/>
                </a:lnTo>
                <a:lnTo>
                  <a:pt x="14589" y="3560"/>
                </a:lnTo>
                <a:lnTo>
                  <a:pt x="14567" y="3558"/>
                </a:lnTo>
                <a:lnTo>
                  <a:pt x="14567" y="3525"/>
                </a:lnTo>
                <a:lnTo>
                  <a:pt x="14560" y="3525"/>
                </a:lnTo>
                <a:lnTo>
                  <a:pt x="14560" y="3508"/>
                </a:lnTo>
                <a:lnTo>
                  <a:pt x="14558" y="3508"/>
                </a:lnTo>
                <a:lnTo>
                  <a:pt x="14555" y="3504"/>
                </a:lnTo>
                <a:lnTo>
                  <a:pt x="14546" y="3478"/>
                </a:lnTo>
                <a:lnTo>
                  <a:pt x="14529" y="3456"/>
                </a:lnTo>
                <a:lnTo>
                  <a:pt x="14527" y="3454"/>
                </a:lnTo>
                <a:lnTo>
                  <a:pt x="14506" y="3437"/>
                </a:lnTo>
                <a:lnTo>
                  <a:pt x="14480" y="3428"/>
                </a:lnTo>
                <a:lnTo>
                  <a:pt x="14477" y="3428"/>
                </a:lnTo>
                <a:lnTo>
                  <a:pt x="14473" y="3426"/>
                </a:lnTo>
                <a:lnTo>
                  <a:pt x="14473" y="3419"/>
                </a:lnTo>
                <a:lnTo>
                  <a:pt x="14475" y="3419"/>
                </a:lnTo>
                <a:lnTo>
                  <a:pt x="14477" y="3416"/>
                </a:lnTo>
                <a:lnTo>
                  <a:pt x="14477" y="3416"/>
                </a:lnTo>
                <a:lnTo>
                  <a:pt x="14475" y="3414"/>
                </a:lnTo>
                <a:lnTo>
                  <a:pt x="14473" y="3414"/>
                </a:lnTo>
                <a:lnTo>
                  <a:pt x="14468" y="3411"/>
                </a:lnTo>
                <a:lnTo>
                  <a:pt x="14466" y="3411"/>
                </a:lnTo>
                <a:lnTo>
                  <a:pt x="14463" y="3409"/>
                </a:lnTo>
                <a:lnTo>
                  <a:pt x="14461" y="3409"/>
                </a:lnTo>
                <a:lnTo>
                  <a:pt x="14461" y="3409"/>
                </a:lnTo>
                <a:lnTo>
                  <a:pt x="14461" y="3385"/>
                </a:lnTo>
                <a:lnTo>
                  <a:pt x="14461" y="3385"/>
                </a:lnTo>
                <a:lnTo>
                  <a:pt x="14459" y="3385"/>
                </a:lnTo>
                <a:lnTo>
                  <a:pt x="14459" y="3385"/>
                </a:lnTo>
                <a:lnTo>
                  <a:pt x="14456" y="3385"/>
                </a:lnTo>
                <a:lnTo>
                  <a:pt x="14456" y="3385"/>
                </a:lnTo>
                <a:lnTo>
                  <a:pt x="14456" y="3336"/>
                </a:lnTo>
                <a:lnTo>
                  <a:pt x="14456" y="3336"/>
                </a:lnTo>
                <a:lnTo>
                  <a:pt x="14456" y="3336"/>
                </a:lnTo>
                <a:lnTo>
                  <a:pt x="14454" y="3336"/>
                </a:lnTo>
                <a:lnTo>
                  <a:pt x="14454" y="3336"/>
                </a:lnTo>
                <a:lnTo>
                  <a:pt x="14454" y="3336"/>
                </a:lnTo>
                <a:lnTo>
                  <a:pt x="14454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85"/>
                </a:lnTo>
                <a:lnTo>
                  <a:pt x="14449" y="3385"/>
                </a:lnTo>
                <a:lnTo>
                  <a:pt x="14447" y="3385"/>
                </a:lnTo>
                <a:lnTo>
                  <a:pt x="14447" y="3385"/>
                </a:lnTo>
                <a:lnTo>
                  <a:pt x="14447" y="3385"/>
                </a:lnTo>
                <a:lnTo>
                  <a:pt x="14444" y="3385"/>
                </a:lnTo>
                <a:lnTo>
                  <a:pt x="14447" y="3409"/>
                </a:lnTo>
                <a:lnTo>
                  <a:pt x="14444" y="3409"/>
                </a:lnTo>
                <a:lnTo>
                  <a:pt x="14442" y="3409"/>
                </a:lnTo>
                <a:lnTo>
                  <a:pt x="14440" y="3409"/>
                </a:lnTo>
                <a:lnTo>
                  <a:pt x="14437" y="3411"/>
                </a:lnTo>
                <a:lnTo>
                  <a:pt x="14433" y="3411"/>
                </a:lnTo>
                <a:lnTo>
                  <a:pt x="14430" y="3414"/>
                </a:lnTo>
                <a:lnTo>
                  <a:pt x="14428" y="3414"/>
                </a:lnTo>
                <a:lnTo>
                  <a:pt x="14426" y="3416"/>
                </a:lnTo>
                <a:lnTo>
                  <a:pt x="14428" y="3416"/>
                </a:lnTo>
                <a:lnTo>
                  <a:pt x="14430" y="3419"/>
                </a:lnTo>
                <a:lnTo>
                  <a:pt x="14433" y="3419"/>
                </a:lnTo>
                <a:lnTo>
                  <a:pt x="14433" y="3426"/>
                </a:lnTo>
                <a:lnTo>
                  <a:pt x="14430" y="3428"/>
                </a:lnTo>
                <a:lnTo>
                  <a:pt x="14407" y="3435"/>
                </a:lnTo>
                <a:lnTo>
                  <a:pt x="14402" y="3437"/>
                </a:lnTo>
                <a:lnTo>
                  <a:pt x="14381" y="3454"/>
                </a:lnTo>
                <a:lnTo>
                  <a:pt x="14364" y="3475"/>
                </a:lnTo>
                <a:lnTo>
                  <a:pt x="14352" y="3501"/>
                </a:lnTo>
                <a:lnTo>
                  <a:pt x="14352" y="3504"/>
                </a:lnTo>
                <a:lnTo>
                  <a:pt x="14352" y="3508"/>
                </a:lnTo>
                <a:lnTo>
                  <a:pt x="14345" y="3508"/>
                </a:lnTo>
                <a:lnTo>
                  <a:pt x="14345" y="3556"/>
                </a:lnTo>
                <a:lnTo>
                  <a:pt x="14314" y="3560"/>
                </a:lnTo>
                <a:lnTo>
                  <a:pt x="14312" y="3558"/>
                </a:lnTo>
                <a:lnTo>
                  <a:pt x="14289" y="3558"/>
                </a:lnTo>
                <a:lnTo>
                  <a:pt x="14289" y="3584"/>
                </a:lnTo>
                <a:lnTo>
                  <a:pt x="14286" y="3584"/>
                </a:lnTo>
                <a:lnTo>
                  <a:pt x="14284" y="3593"/>
                </a:lnTo>
                <a:lnTo>
                  <a:pt x="14289" y="3596"/>
                </a:lnTo>
                <a:lnTo>
                  <a:pt x="14289" y="3662"/>
                </a:lnTo>
                <a:lnTo>
                  <a:pt x="14281" y="3674"/>
                </a:lnTo>
                <a:lnTo>
                  <a:pt x="14281" y="3676"/>
                </a:lnTo>
                <a:lnTo>
                  <a:pt x="14286" y="3676"/>
                </a:lnTo>
                <a:lnTo>
                  <a:pt x="14289" y="3678"/>
                </a:lnTo>
                <a:lnTo>
                  <a:pt x="14289" y="3728"/>
                </a:lnTo>
                <a:lnTo>
                  <a:pt x="14076" y="3728"/>
                </a:lnTo>
                <a:lnTo>
                  <a:pt x="14090" y="3348"/>
                </a:lnTo>
                <a:lnTo>
                  <a:pt x="14092" y="2868"/>
                </a:lnTo>
                <a:lnTo>
                  <a:pt x="14095" y="2202"/>
                </a:lnTo>
                <a:lnTo>
                  <a:pt x="14052" y="1623"/>
                </a:lnTo>
                <a:lnTo>
                  <a:pt x="14043" y="1491"/>
                </a:lnTo>
                <a:lnTo>
                  <a:pt x="14019" y="1458"/>
                </a:lnTo>
                <a:lnTo>
                  <a:pt x="13759" y="1522"/>
                </a:lnTo>
                <a:lnTo>
                  <a:pt x="13759" y="1557"/>
                </a:lnTo>
                <a:lnTo>
                  <a:pt x="13722" y="1559"/>
                </a:lnTo>
                <a:lnTo>
                  <a:pt x="13722" y="1522"/>
                </a:lnTo>
                <a:lnTo>
                  <a:pt x="13577" y="1481"/>
                </a:lnTo>
                <a:lnTo>
                  <a:pt x="13570" y="1623"/>
                </a:lnTo>
                <a:lnTo>
                  <a:pt x="13542" y="2209"/>
                </a:lnTo>
                <a:lnTo>
                  <a:pt x="13549" y="2854"/>
                </a:lnTo>
                <a:lnTo>
                  <a:pt x="13552" y="3319"/>
                </a:lnTo>
                <a:lnTo>
                  <a:pt x="13552" y="3322"/>
                </a:lnTo>
                <a:lnTo>
                  <a:pt x="13533" y="3322"/>
                </a:lnTo>
                <a:lnTo>
                  <a:pt x="13533" y="3161"/>
                </a:lnTo>
                <a:lnTo>
                  <a:pt x="13495" y="3159"/>
                </a:lnTo>
                <a:lnTo>
                  <a:pt x="13495" y="3097"/>
                </a:lnTo>
                <a:lnTo>
                  <a:pt x="13457" y="3093"/>
                </a:lnTo>
                <a:lnTo>
                  <a:pt x="13457" y="3093"/>
                </a:lnTo>
                <a:lnTo>
                  <a:pt x="13457" y="2948"/>
                </a:lnTo>
                <a:lnTo>
                  <a:pt x="13455" y="2946"/>
                </a:lnTo>
                <a:lnTo>
                  <a:pt x="13452" y="2946"/>
                </a:lnTo>
                <a:lnTo>
                  <a:pt x="13445" y="2944"/>
                </a:lnTo>
                <a:lnTo>
                  <a:pt x="13436" y="2944"/>
                </a:lnTo>
                <a:lnTo>
                  <a:pt x="13426" y="2941"/>
                </a:lnTo>
                <a:lnTo>
                  <a:pt x="13417" y="2941"/>
                </a:lnTo>
                <a:lnTo>
                  <a:pt x="13405" y="2941"/>
                </a:lnTo>
                <a:lnTo>
                  <a:pt x="13396" y="2944"/>
                </a:lnTo>
                <a:lnTo>
                  <a:pt x="13386" y="2944"/>
                </a:lnTo>
                <a:lnTo>
                  <a:pt x="13381" y="2946"/>
                </a:lnTo>
                <a:lnTo>
                  <a:pt x="13377" y="2946"/>
                </a:lnTo>
                <a:lnTo>
                  <a:pt x="13374" y="2948"/>
                </a:lnTo>
                <a:lnTo>
                  <a:pt x="13374" y="2972"/>
                </a:lnTo>
                <a:lnTo>
                  <a:pt x="13261" y="2970"/>
                </a:lnTo>
                <a:lnTo>
                  <a:pt x="13259" y="2958"/>
                </a:lnTo>
                <a:lnTo>
                  <a:pt x="13138" y="2958"/>
                </a:lnTo>
                <a:lnTo>
                  <a:pt x="13138" y="2861"/>
                </a:lnTo>
                <a:lnTo>
                  <a:pt x="13126" y="2821"/>
                </a:lnTo>
                <a:lnTo>
                  <a:pt x="13119" y="2823"/>
                </a:lnTo>
                <a:lnTo>
                  <a:pt x="12900" y="2823"/>
                </a:lnTo>
                <a:lnTo>
                  <a:pt x="12890" y="2821"/>
                </a:lnTo>
                <a:lnTo>
                  <a:pt x="12890" y="2887"/>
                </a:lnTo>
                <a:lnTo>
                  <a:pt x="12890" y="2958"/>
                </a:lnTo>
                <a:lnTo>
                  <a:pt x="12758" y="2956"/>
                </a:lnTo>
                <a:lnTo>
                  <a:pt x="12758" y="2970"/>
                </a:lnTo>
                <a:lnTo>
                  <a:pt x="12659" y="2967"/>
                </a:lnTo>
                <a:lnTo>
                  <a:pt x="12659" y="2946"/>
                </a:lnTo>
                <a:lnTo>
                  <a:pt x="12659" y="2944"/>
                </a:lnTo>
                <a:lnTo>
                  <a:pt x="12656" y="2944"/>
                </a:lnTo>
                <a:lnTo>
                  <a:pt x="12649" y="2941"/>
                </a:lnTo>
                <a:lnTo>
                  <a:pt x="12642" y="2941"/>
                </a:lnTo>
                <a:lnTo>
                  <a:pt x="12633" y="2939"/>
                </a:lnTo>
                <a:lnTo>
                  <a:pt x="12621" y="2939"/>
                </a:lnTo>
                <a:lnTo>
                  <a:pt x="12611" y="2939"/>
                </a:lnTo>
                <a:lnTo>
                  <a:pt x="12600" y="2939"/>
                </a:lnTo>
                <a:lnTo>
                  <a:pt x="12590" y="2939"/>
                </a:lnTo>
                <a:lnTo>
                  <a:pt x="12583" y="2941"/>
                </a:lnTo>
                <a:lnTo>
                  <a:pt x="12578" y="2941"/>
                </a:lnTo>
                <a:lnTo>
                  <a:pt x="12576" y="2944"/>
                </a:lnTo>
                <a:lnTo>
                  <a:pt x="12576" y="3093"/>
                </a:lnTo>
                <a:lnTo>
                  <a:pt x="12552" y="3090"/>
                </a:lnTo>
                <a:lnTo>
                  <a:pt x="12522" y="3093"/>
                </a:lnTo>
                <a:lnTo>
                  <a:pt x="12522" y="3154"/>
                </a:lnTo>
                <a:lnTo>
                  <a:pt x="12489" y="3159"/>
                </a:lnTo>
                <a:lnTo>
                  <a:pt x="12489" y="3319"/>
                </a:lnTo>
                <a:lnTo>
                  <a:pt x="12479" y="3319"/>
                </a:lnTo>
                <a:lnTo>
                  <a:pt x="12451" y="3322"/>
                </a:lnTo>
                <a:lnTo>
                  <a:pt x="12451" y="3286"/>
                </a:lnTo>
                <a:lnTo>
                  <a:pt x="12451" y="1562"/>
                </a:lnTo>
                <a:lnTo>
                  <a:pt x="12418" y="1550"/>
                </a:lnTo>
                <a:lnTo>
                  <a:pt x="12411" y="1219"/>
                </a:lnTo>
                <a:lnTo>
                  <a:pt x="12231" y="1151"/>
                </a:lnTo>
                <a:lnTo>
                  <a:pt x="12118" y="1146"/>
                </a:lnTo>
                <a:lnTo>
                  <a:pt x="11907" y="1203"/>
                </a:lnTo>
                <a:lnTo>
                  <a:pt x="11900" y="1533"/>
                </a:lnTo>
                <a:lnTo>
                  <a:pt x="11834" y="1548"/>
                </a:lnTo>
                <a:lnTo>
                  <a:pt x="11832" y="2183"/>
                </a:lnTo>
                <a:lnTo>
                  <a:pt x="11553" y="2183"/>
                </a:lnTo>
                <a:lnTo>
                  <a:pt x="11548" y="92"/>
                </a:lnTo>
                <a:lnTo>
                  <a:pt x="10946" y="88"/>
                </a:lnTo>
                <a:lnTo>
                  <a:pt x="10929" y="2183"/>
                </a:lnTo>
                <a:lnTo>
                  <a:pt x="10672" y="2181"/>
                </a:lnTo>
                <a:lnTo>
                  <a:pt x="10672" y="2169"/>
                </a:lnTo>
                <a:lnTo>
                  <a:pt x="10681" y="2103"/>
                </a:lnTo>
                <a:lnTo>
                  <a:pt x="10665" y="2100"/>
                </a:lnTo>
                <a:lnTo>
                  <a:pt x="10663" y="1874"/>
                </a:lnTo>
                <a:lnTo>
                  <a:pt x="10672" y="1807"/>
                </a:lnTo>
                <a:lnTo>
                  <a:pt x="10655" y="1805"/>
                </a:lnTo>
                <a:lnTo>
                  <a:pt x="10653" y="1675"/>
                </a:lnTo>
                <a:lnTo>
                  <a:pt x="10663" y="1614"/>
                </a:lnTo>
                <a:lnTo>
                  <a:pt x="10646" y="1609"/>
                </a:lnTo>
                <a:lnTo>
                  <a:pt x="10644" y="1510"/>
                </a:lnTo>
                <a:lnTo>
                  <a:pt x="10653" y="1446"/>
                </a:lnTo>
                <a:lnTo>
                  <a:pt x="10637" y="1444"/>
                </a:lnTo>
                <a:lnTo>
                  <a:pt x="10637" y="1361"/>
                </a:lnTo>
                <a:lnTo>
                  <a:pt x="10646" y="1300"/>
                </a:lnTo>
                <a:lnTo>
                  <a:pt x="10627" y="1295"/>
                </a:lnTo>
                <a:lnTo>
                  <a:pt x="10627" y="1257"/>
                </a:lnTo>
                <a:lnTo>
                  <a:pt x="10637" y="1196"/>
                </a:lnTo>
                <a:lnTo>
                  <a:pt x="10622" y="1193"/>
                </a:lnTo>
                <a:lnTo>
                  <a:pt x="10627" y="1160"/>
                </a:lnTo>
                <a:lnTo>
                  <a:pt x="10622" y="1158"/>
                </a:lnTo>
                <a:lnTo>
                  <a:pt x="10629" y="1118"/>
                </a:lnTo>
                <a:lnTo>
                  <a:pt x="10625" y="1118"/>
                </a:lnTo>
                <a:lnTo>
                  <a:pt x="10627" y="1101"/>
                </a:lnTo>
                <a:lnTo>
                  <a:pt x="10618" y="1099"/>
                </a:lnTo>
                <a:lnTo>
                  <a:pt x="10627" y="1042"/>
                </a:lnTo>
                <a:lnTo>
                  <a:pt x="10618" y="1040"/>
                </a:lnTo>
                <a:lnTo>
                  <a:pt x="10627" y="983"/>
                </a:lnTo>
                <a:lnTo>
                  <a:pt x="10592" y="974"/>
                </a:lnTo>
                <a:lnTo>
                  <a:pt x="10596" y="938"/>
                </a:lnTo>
                <a:lnTo>
                  <a:pt x="10585" y="915"/>
                </a:lnTo>
                <a:lnTo>
                  <a:pt x="10580" y="912"/>
                </a:lnTo>
                <a:lnTo>
                  <a:pt x="10582" y="898"/>
                </a:lnTo>
                <a:lnTo>
                  <a:pt x="10573" y="896"/>
                </a:lnTo>
                <a:lnTo>
                  <a:pt x="10575" y="874"/>
                </a:lnTo>
                <a:lnTo>
                  <a:pt x="10559" y="846"/>
                </a:lnTo>
                <a:lnTo>
                  <a:pt x="10552" y="844"/>
                </a:lnTo>
                <a:lnTo>
                  <a:pt x="10554" y="834"/>
                </a:lnTo>
                <a:lnTo>
                  <a:pt x="10549" y="834"/>
                </a:lnTo>
                <a:lnTo>
                  <a:pt x="10552" y="829"/>
                </a:lnTo>
                <a:lnTo>
                  <a:pt x="10547" y="829"/>
                </a:lnTo>
                <a:lnTo>
                  <a:pt x="10549" y="825"/>
                </a:lnTo>
                <a:lnTo>
                  <a:pt x="10544" y="825"/>
                </a:lnTo>
                <a:lnTo>
                  <a:pt x="10547" y="820"/>
                </a:lnTo>
                <a:lnTo>
                  <a:pt x="10544" y="820"/>
                </a:lnTo>
                <a:lnTo>
                  <a:pt x="10544" y="811"/>
                </a:lnTo>
                <a:lnTo>
                  <a:pt x="10530" y="780"/>
                </a:lnTo>
                <a:lnTo>
                  <a:pt x="10526" y="780"/>
                </a:lnTo>
                <a:lnTo>
                  <a:pt x="10523" y="778"/>
                </a:lnTo>
                <a:lnTo>
                  <a:pt x="10526" y="770"/>
                </a:lnTo>
                <a:lnTo>
                  <a:pt x="10521" y="770"/>
                </a:lnTo>
                <a:lnTo>
                  <a:pt x="10521" y="766"/>
                </a:lnTo>
                <a:lnTo>
                  <a:pt x="10516" y="763"/>
                </a:lnTo>
                <a:lnTo>
                  <a:pt x="10516" y="754"/>
                </a:lnTo>
                <a:lnTo>
                  <a:pt x="10500" y="723"/>
                </a:lnTo>
                <a:lnTo>
                  <a:pt x="10495" y="726"/>
                </a:lnTo>
                <a:lnTo>
                  <a:pt x="10488" y="711"/>
                </a:lnTo>
                <a:lnTo>
                  <a:pt x="10488" y="711"/>
                </a:lnTo>
                <a:lnTo>
                  <a:pt x="10488" y="711"/>
                </a:lnTo>
                <a:lnTo>
                  <a:pt x="10471" y="681"/>
                </a:lnTo>
                <a:lnTo>
                  <a:pt x="10455" y="681"/>
                </a:lnTo>
                <a:lnTo>
                  <a:pt x="10452" y="671"/>
                </a:lnTo>
                <a:lnTo>
                  <a:pt x="10443" y="626"/>
                </a:lnTo>
                <a:lnTo>
                  <a:pt x="10443" y="626"/>
                </a:lnTo>
                <a:lnTo>
                  <a:pt x="10443" y="598"/>
                </a:lnTo>
                <a:lnTo>
                  <a:pt x="10438" y="598"/>
                </a:lnTo>
                <a:lnTo>
                  <a:pt x="10450" y="534"/>
                </a:lnTo>
                <a:lnTo>
                  <a:pt x="10443" y="534"/>
                </a:lnTo>
                <a:lnTo>
                  <a:pt x="10452" y="468"/>
                </a:lnTo>
                <a:lnTo>
                  <a:pt x="10415" y="480"/>
                </a:lnTo>
                <a:lnTo>
                  <a:pt x="10403" y="310"/>
                </a:lnTo>
                <a:lnTo>
                  <a:pt x="10393" y="452"/>
                </a:lnTo>
                <a:lnTo>
                  <a:pt x="10393" y="452"/>
                </a:lnTo>
                <a:lnTo>
                  <a:pt x="10386" y="470"/>
                </a:lnTo>
                <a:lnTo>
                  <a:pt x="10386" y="482"/>
                </a:lnTo>
                <a:lnTo>
                  <a:pt x="10353" y="475"/>
                </a:lnTo>
                <a:lnTo>
                  <a:pt x="10358" y="513"/>
                </a:lnTo>
                <a:lnTo>
                  <a:pt x="10355" y="511"/>
                </a:lnTo>
                <a:lnTo>
                  <a:pt x="10370" y="593"/>
                </a:lnTo>
                <a:lnTo>
                  <a:pt x="10370" y="600"/>
                </a:lnTo>
                <a:lnTo>
                  <a:pt x="10363" y="605"/>
                </a:lnTo>
                <a:lnTo>
                  <a:pt x="10363" y="607"/>
                </a:lnTo>
                <a:lnTo>
                  <a:pt x="10363" y="607"/>
                </a:lnTo>
                <a:lnTo>
                  <a:pt x="10344" y="690"/>
                </a:lnTo>
                <a:lnTo>
                  <a:pt x="10299" y="692"/>
                </a:lnTo>
                <a:lnTo>
                  <a:pt x="10306" y="740"/>
                </a:lnTo>
                <a:lnTo>
                  <a:pt x="10259" y="742"/>
                </a:lnTo>
                <a:lnTo>
                  <a:pt x="10266" y="792"/>
                </a:lnTo>
                <a:lnTo>
                  <a:pt x="10228" y="794"/>
                </a:lnTo>
                <a:lnTo>
                  <a:pt x="10235" y="846"/>
                </a:lnTo>
                <a:lnTo>
                  <a:pt x="10202" y="848"/>
                </a:lnTo>
                <a:lnTo>
                  <a:pt x="10211" y="907"/>
                </a:lnTo>
                <a:lnTo>
                  <a:pt x="10204" y="910"/>
                </a:lnTo>
                <a:lnTo>
                  <a:pt x="10176" y="926"/>
                </a:lnTo>
                <a:lnTo>
                  <a:pt x="10185" y="981"/>
                </a:lnTo>
                <a:lnTo>
                  <a:pt x="10176" y="985"/>
                </a:lnTo>
                <a:lnTo>
                  <a:pt x="10183" y="1042"/>
                </a:lnTo>
                <a:lnTo>
                  <a:pt x="10176" y="1047"/>
                </a:lnTo>
                <a:lnTo>
                  <a:pt x="10183" y="1101"/>
                </a:lnTo>
                <a:lnTo>
                  <a:pt x="10176" y="1106"/>
                </a:lnTo>
                <a:lnTo>
                  <a:pt x="10181" y="1148"/>
                </a:lnTo>
                <a:lnTo>
                  <a:pt x="10181" y="1148"/>
                </a:lnTo>
                <a:lnTo>
                  <a:pt x="10185" y="1177"/>
                </a:lnTo>
                <a:lnTo>
                  <a:pt x="10185" y="1179"/>
                </a:lnTo>
                <a:lnTo>
                  <a:pt x="10174" y="1184"/>
                </a:lnTo>
                <a:lnTo>
                  <a:pt x="10181" y="1222"/>
                </a:lnTo>
                <a:lnTo>
                  <a:pt x="10171" y="1226"/>
                </a:lnTo>
                <a:lnTo>
                  <a:pt x="10181" y="1285"/>
                </a:lnTo>
                <a:lnTo>
                  <a:pt x="10181" y="1285"/>
                </a:lnTo>
                <a:lnTo>
                  <a:pt x="10174" y="1290"/>
                </a:lnTo>
                <a:lnTo>
                  <a:pt x="10178" y="1314"/>
                </a:lnTo>
                <a:lnTo>
                  <a:pt x="10176" y="1316"/>
                </a:lnTo>
                <a:lnTo>
                  <a:pt x="10176" y="1323"/>
                </a:lnTo>
                <a:lnTo>
                  <a:pt x="10164" y="1328"/>
                </a:lnTo>
                <a:lnTo>
                  <a:pt x="10174" y="1389"/>
                </a:lnTo>
                <a:lnTo>
                  <a:pt x="10174" y="1460"/>
                </a:lnTo>
                <a:lnTo>
                  <a:pt x="10169" y="1463"/>
                </a:lnTo>
                <a:lnTo>
                  <a:pt x="10169" y="1470"/>
                </a:lnTo>
                <a:lnTo>
                  <a:pt x="10157" y="1477"/>
                </a:lnTo>
                <a:lnTo>
                  <a:pt x="10166" y="1536"/>
                </a:lnTo>
                <a:lnTo>
                  <a:pt x="10166" y="1626"/>
                </a:lnTo>
                <a:lnTo>
                  <a:pt x="10162" y="1628"/>
                </a:lnTo>
                <a:lnTo>
                  <a:pt x="10164" y="1635"/>
                </a:lnTo>
                <a:lnTo>
                  <a:pt x="10148" y="1640"/>
                </a:lnTo>
                <a:lnTo>
                  <a:pt x="10157" y="1701"/>
                </a:lnTo>
                <a:lnTo>
                  <a:pt x="10157" y="1822"/>
                </a:lnTo>
                <a:lnTo>
                  <a:pt x="10155" y="1822"/>
                </a:lnTo>
                <a:lnTo>
                  <a:pt x="10157" y="1826"/>
                </a:lnTo>
                <a:lnTo>
                  <a:pt x="10141" y="1833"/>
                </a:lnTo>
                <a:lnTo>
                  <a:pt x="10150" y="1900"/>
                </a:lnTo>
                <a:lnTo>
                  <a:pt x="10148" y="2119"/>
                </a:lnTo>
                <a:lnTo>
                  <a:pt x="10131" y="2124"/>
                </a:lnTo>
                <a:lnTo>
                  <a:pt x="10141" y="2193"/>
                </a:lnTo>
                <a:lnTo>
                  <a:pt x="10141" y="2469"/>
                </a:lnTo>
                <a:lnTo>
                  <a:pt x="10122" y="2474"/>
                </a:lnTo>
                <a:lnTo>
                  <a:pt x="10131" y="2547"/>
                </a:lnTo>
                <a:lnTo>
                  <a:pt x="10131" y="2908"/>
                </a:lnTo>
                <a:lnTo>
                  <a:pt x="10112" y="2911"/>
                </a:lnTo>
                <a:lnTo>
                  <a:pt x="10122" y="3000"/>
                </a:lnTo>
                <a:lnTo>
                  <a:pt x="10119" y="3411"/>
                </a:lnTo>
                <a:lnTo>
                  <a:pt x="10103" y="3411"/>
                </a:lnTo>
                <a:lnTo>
                  <a:pt x="10112" y="3511"/>
                </a:lnTo>
                <a:lnTo>
                  <a:pt x="10110" y="3834"/>
                </a:lnTo>
                <a:lnTo>
                  <a:pt x="10084" y="3832"/>
                </a:lnTo>
                <a:lnTo>
                  <a:pt x="10084" y="3778"/>
                </a:lnTo>
                <a:lnTo>
                  <a:pt x="10081" y="2100"/>
                </a:lnTo>
                <a:lnTo>
                  <a:pt x="10051" y="2093"/>
                </a:lnTo>
                <a:lnTo>
                  <a:pt x="10011" y="2086"/>
                </a:lnTo>
                <a:lnTo>
                  <a:pt x="9968" y="2079"/>
                </a:lnTo>
                <a:lnTo>
                  <a:pt x="9921" y="2074"/>
                </a:lnTo>
                <a:lnTo>
                  <a:pt x="9871" y="2072"/>
                </a:lnTo>
                <a:lnTo>
                  <a:pt x="9819" y="2070"/>
                </a:lnTo>
                <a:lnTo>
                  <a:pt x="9770" y="2070"/>
                </a:lnTo>
                <a:lnTo>
                  <a:pt x="9718" y="2072"/>
                </a:lnTo>
                <a:lnTo>
                  <a:pt x="9670" y="2077"/>
                </a:lnTo>
                <a:lnTo>
                  <a:pt x="9630" y="2079"/>
                </a:lnTo>
                <a:lnTo>
                  <a:pt x="9630" y="2037"/>
                </a:lnTo>
                <a:lnTo>
                  <a:pt x="9590" y="2030"/>
                </a:lnTo>
                <a:lnTo>
                  <a:pt x="9590" y="2086"/>
                </a:lnTo>
                <a:lnTo>
                  <a:pt x="9595" y="2086"/>
                </a:lnTo>
                <a:lnTo>
                  <a:pt x="9588" y="2086"/>
                </a:lnTo>
                <a:lnTo>
                  <a:pt x="9557" y="2093"/>
                </a:lnTo>
                <a:lnTo>
                  <a:pt x="9545" y="1999"/>
                </a:lnTo>
                <a:lnTo>
                  <a:pt x="9545" y="1999"/>
                </a:lnTo>
                <a:lnTo>
                  <a:pt x="9576" y="2006"/>
                </a:lnTo>
                <a:lnTo>
                  <a:pt x="9618" y="2013"/>
                </a:lnTo>
                <a:lnTo>
                  <a:pt x="9666" y="2020"/>
                </a:lnTo>
                <a:lnTo>
                  <a:pt x="9713" y="2025"/>
                </a:lnTo>
                <a:lnTo>
                  <a:pt x="9765" y="2030"/>
                </a:lnTo>
                <a:lnTo>
                  <a:pt x="9817" y="2032"/>
                </a:lnTo>
                <a:lnTo>
                  <a:pt x="9869" y="2030"/>
                </a:lnTo>
                <a:lnTo>
                  <a:pt x="9921" y="2030"/>
                </a:lnTo>
                <a:lnTo>
                  <a:pt x="9970" y="2025"/>
                </a:lnTo>
                <a:lnTo>
                  <a:pt x="10011" y="2020"/>
                </a:lnTo>
                <a:lnTo>
                  <a:pt x="10011" y="2067"/>
                </a:lnTo>
                <a:lnTo>
                  <a:pt x="10051" y="2074"/>
                </a:lnTo>
                <a:lnTo>
                  <a:pt x="10051" y="2018"/>
                </a:lnTo>
                <a:lnTo>
                  <a:pt x="10041" y="2015"/>
                </a:lnTo>
                <a:lnTo>
                  <a:pt x="10060" y="2013"/>
                </a:lnTo>
                <a:lnTo>
                  <a:pt x="10098" y="2004"/>
                </a:lnTo>
                <a:lnTo>
                  <a:pt x="10098" y="1992"/>
                </a:lnTo>
                <a:lnTo>
                  <a:pt x="10065" y="1982"/>
                </a:lnTo>
                <a:lnTo>
                  <a:pt x="10025" y="1973"/>
                </a:lnTo>
                <a:lnTo>
                  <a:pt x="9980" y="1966"/>
                </a:lnTo>
                <a:lnTo>
                  <a:pt x="9930" y="1959"/>
                </a:lnTo>
                <a:lnTo>
                  <a:pt x="9876" y="1956"/>
                </a:lnTo>
                <a:lnTo>
                  <a:pt x="9819" y="1954"/>
                </a:lnTo>
                <a:lnTo>
                  <a:pt x="9765" y="1954"/>
                </a:lnTo>
                <a:lnTo>
                  <a:pt x="9711" y="1956"/>
                </a:lnTo>
                <a:lnTo>
                  <a:pt x="9659" y="1961"/>
                </a:lnTo>
                <a:lnTo>
                  <a:pt x="9614" y="1968"/>
                </a:lnTo>
                <a:lnTo>
                  <a:pt x="9571" y="1975"/>
                </a:lnTo>
                <a:lnTo>
                  <a:pt x="9545" y="1982"/>
                </a:lnTo>
                <a:lnTo>
                  <a:pt x="9543" y="1982"/>
                </a:lnTo>
                <a:lnTo>
                  <a:pt x="9541" y="1968"/>
                </a:lnTo>
                <a:lnTo>
                  <a:pt x="9543" y="1732"/>
                </a:lnTo>
                <a:lnTo>
                  <a:pt x="9543" y="1732"/>
                </a:lnTo>
                <a:lnTo>
                  <a:pt x="9541" y="1732"/>
                </a:lnTo>
                <a:lnTo>
                  <a:pt x="9538" y="1732"/>
                </a:lnTo>
                <a:lnTo>
                  <a:pt x="9536" y="2155"/>
                </a:lnTo>
                <a:lnTo>
                  <a:pt x="9552" y="2178"/>
                </a:lnTo>
                <a:lnTo>
                  <a:pt x="9545" y="3782"/>
                </a:lnTo>
                <a:lnTo>
                  <a:pt x="9545" y="3782"/>
                </a:lnTo>
                <a:lnTo>
                  <a:pt x="9545" y="3834"/>
                </a:lnTo>
                <a:lnTo>
                  <a:pt x="9538" y="3837"/>
                </a:lnTo>
                <a:lnTo>
                  <a:pt x="9538" y="3780"/>
                </a:lnTo>
                <a:lnTo>
                  <a:pt x="9531" y="3778"/>
                </a:lnTo>
                <a:lnTo>
                  <a:pt x="9517" y="3773"/>
                </a:lnTo>
                <a:lnTo>
                  <a:pt x="9493" y="3771"/>
                </a:lnTo>
                <a:lnTo>
                  <a:pt x="9479" y="3771"/>
                </a:lnTo>
                <a:lnTo>
                  <a:pt x="9460" y="1968"/>
                </a:lnTo>
                <a:lnTo>
                  <a:pt x="9441" y="1963"/>
                </a:lnTo>
                <a:lnTo>
                  <a:pt x="9441" y="1876"/>
                </a:lnTo>
                <a:lnTo>
                  <a:pt x="9451" y="1871"/>
                </a:lnTo>
                <a:lnTo>
                  <a:pt x="9470" y="1857"/>
                </a:lnTo>
                <a:lnTo>
                  <a:pt x="9472" y="1850"/>
                </a:lnTo>
                <a:lnTo>
                  <a:pt x="9470" y="1824"/>
                </a:lnTo>
                <a:lnTo>
                  <a:pt x="9439" y="1815"/>
                </a:lnTo>
                <a:lnTo>
                  <a:pt x="9439" y="1616"/>
                </a:lnTo>
                <a:lnTo>
                  <a:pt x="9323" y="1576"/>
                </a:lnTo>
                <a:lnTo>
                  <a:pt x="9314" y="1578"/>
                </a:lnTo>
                <a:lnTo>
                  <a:pt x="9290" y="1583"/>
                </a:lnTo>
                <a:lnTo>
                  <a:pt x="9252" y="1590"/>
                </a:lnTo>
                <a:lnTo>
                  <a:pt x="9215" y="1600"/>
                </a:lnTo>
                <a:lnTo>
                  <a:pt x="9179" y="1609"/>
                </a:lnTo>
                <a:lnTo>
                  <a:pt x="9177" y="1609"/>
                </a:lnTo>
                <a:lnTo>
                  <a:pt x="9167" y="1640"/>
                </a:lnTo>
                <a:lnTo>
                  <a:pt x="9158" y="1673"/>
                </a:lnTo>
                <a:lnTo>
                  <a:pt x="9148" y="1704"/>
                </a:lnTo>
                <a:lnTo>
                  <a:pt x="9146" y="1718"/>
                </a:lnTo>
                <a:lnTo>
                  <a:pt x="9141" y="1734"/>
                </a:lnTo>
                <a:lnTo>
                  <a:pt x="9137" y="1765"/>
                </a:lnTo>
                <a:lnTo>
                  <a:pt x="9129" y="1796"/>
                </a:lnTo>
                <a:lnTo>
                  <a:pt x="9125" y="1829"/>
                </a:lnTo>
                <a:lnTo>
                  <a:pt x="9120" y="1855"/>
                </a:lnTo>
                <a:lnTo>
                  <a:pt x="9085" y="1845"/>
                </a:lnTo>
                <a:lnTo>
                  <a:pt x="9075" y="1850"/>
                </a:lnTo>
                <a:lnTo>
                  <a:pt x="9049" y="1862"/>
                </a:lnTo>
                <a:lnTo>
                  <a:pt x="9026" y="1871"/>
                </a:lnTo>
                <a:lnTo>
                  <a:pt x="9007" y="1883"/>
                </a:lnTo>
                <a:lnTo>
                  <a:pt x="8988" y="1895"/>
                </a:lnTo>
                <a:lnTo>
                  <a:pt x="8974" y="1907"/>
                </a:lnTo>
                <a:lnTo>
                  <a:pt x="8976" y="2996"/>
                </a:lnTo>
                <a:lnTo>
                  <a:pt x="8851" y="2913"/>
                </a:lnTo>
                <a:lnTo>
                  <a:pt x="8782" y="2906"/>
                </a:lnTo>
                <a:lnTo>
                  <a:pt x="8697" y="2908"/>
                </a:lnTo>
                <a:lnTo>
                  <a:pt x="8555" y="2989"/>
                </a:lnTo>
                <a:lnTo>
                  <a:pt x="8558" y="3038"/>
                </a:lnTo>
                <a:lnTo>
                  <a:pt x="8537" y="3038"/>
                </a:lnTo>
                <a:lnTo>
                  <a:pt x="8541" y="2337"/>
                </a:lnTo>
                <a:lnTo>
                  <a:pt x="8534" y="2337"/>
                </a:lnTo>
                <a:lnTo>
                  <a:pt x="8534" y="2240"/>
                </a:lnTo>
                <a:lnTo>
                  <a:pt x="8610" y="2207"/>
                </a:lnTo>
                <a:lnTo>
                  <a:pt x="8610" y="2183"/>
                </a:lnTo>
                <a:lnTo>
                  <a:pt x="8534" y="2174"/>
                </a:lnTo>
                <a:lnTo>
                  <a:pt x="8494" y="2183"/>
                </a:lnTo>
                <a:lnTo>
                  <a:pt x="8454" y="2193"/>
                </a:lnTo>
                <a:lnTo>
                  <a:pt x="8414" y="2200"/>
                </a:lnTo>
                <a:lnTo>
                  <a:pt x="8374" y="2209"/>
                </a:lnTo>
                <a:lnTo>
                  <a:pt x="8333" y="2219"/>
                </a:lnTo>
                <a:lnTo>
                  <a:pt x="8293" y="2226"/>
                </a:lnTo>
                <a:lnTo>
                  <a:pt x="8253" y="2235"/>
                </a:lnTo>
                <a:lnTo>
                  <a:pt x="8215" y="2242"/>
                </a:lnTo>
                <a:lnTo>
                  <a:pt x="8178" y="2249"/>
                </a:lnTo>
                <a:lnTo>
                  <a:pt x="8137" y="2256"/>
                </a:lnTo>
                <a:lnTo>
                  <a:pt x="8100" y="2263"/>
                </a:lnTo>
                <a:lnTo>
                  <a:pt x="8062" y="2270"/>
                </a:lnTo>
                <a:lnTo>
                  <a:pt x="7998" y="2308"/>
                </a:lnTo>
                <a:lnTo>
                  <a:pt x="7998" y="2332"/>
                </a:lnTo>
                <a:lnTo>
                  <a:pt x="8024" y="2330"/>
                </a:lnTo>
                <a:lnTo>
                  <a:pt x="8022" y="2360"/>
                </a:lnTo>
                <a:lnTo>
                  <a:pt x="7996" y="2374"/>
                </a:lnTo>
                <a:lnTo>
                  <a:pt x="7986" y="3064"/>
                </a:lnTo>
                <a:lnTo>
                  <a:pt x="7934" y="3008"/>
                </a:lnTo>
                <a:lnTo>
                  <a:pt x="7934" y="2622"/>
                </a:lnTo>
                <a:lnTo>
                  <a:pt x="7927" y="2620"/>
                </a:lnTo>
                <a:lnTo>
                  <a:pt x="7927" y="2618"/>
                </a:lnTo>
                <a:lnTo>
                  <a:pt x="7887" y="2618"/>
                </a:lnTo>
                <a:lnTo>
                  <a:pt x="7887" y="2422"/>
                </a:lnTo>
                <a:lnTo>
                  <a:pt x="7887" y="2422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2"/>
                </a:lnTo>
                <a:lnTo>
                  <a:pt x="7889" y="2412"/>
                </a:lnTo>
                <a:lnTo>
                  <a:pt x="7887" y="2412"/>
                </a:lnTo>
                <a:lnTo>
                  <a:pt x="7887" y="2410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2" y="2117"/>
                </a:lnTo>
                <a:lnTo>
                  <a:pt x="7882" y="2117"/>
                </a:lnTo>
                <a:lnTo>
                  <a:pt x="7882" y="2117"/>
                </a:lnTo>
                <a:lnTo>
                  <a:pt x="7882" y="2117"/>
                </a:lnTo>
                <a:lnTo>
                  <a:pt x="7880" y="2117"/>
                </a:lnTo>
                <a:lnTo>
                  <a:pt x="7880" y="2117"/>
                </a:lnTo>
                <a:lnTo>
                  <a:pt x="7878" y="2117"/>
                </a:lnTo>
                <a:lnTo>
                  <a:pt x="7878" y="2117"/>
                </a:lnTo>
                <a:lnTo>
                  <a:pt x="7878" y="2117"/>
                </a:lnTo>
                <a:lnTo>
                  <a:pt x="7875" y="2117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0" y="2410"/>
                </a:lnTo>
                <a:lnTo>
                  <a:pt x="7870" y="2412"/>
                </a:lnTo>
                <a:lnTo>
                  <a:pt x="7870" y="2412"/>
                </a:lnTo>
                <a:lnTo>
                  <a:pt x="7870" y="2417"/>
                </a:lnTo>
                <a:lnTo>
                  <a:pt x="7870" y="2417"/>
                </a:lnTo>
                <a:lnTo>
                  <a:pt x="7868" y="2417"/>
                </a:lnTo>
                <a:lnTo>
                  <a:pt x="7868" y="2417"/>
                </a:lnTo>
                <a:lnTo>
                  <a:pt x="7868" y="2417"/>
                </a:lnTo>
                <a:lnTo>
                  <a:pt x="7868" y="2417"/>
                </a:lnTo>
                <a:lnTo>
                  <a:pt x="7868" y="2419"/>
                </a:lnTo>
                <a:lnTo>
                  <a:pt x="7868" y="2419"/>
                </a:lnTo>
                <a:lnTo>
                  <a:pt x="7868" y="2419"/>
                </a:lnTo>
                <a:lnTo>
                  <a:pt x="7870" y="2419"/>
                </a:lnTo>
                <a:lnTo>
                  <a:pt x="7870" y="2419"/>
                </a:lnTo>
                <a:lnTo>
                  <a:pt x="7870" y="2419"/>
                </a:lnTo>
                <a:lnTo>
                  <a:pt x="7870" y="2422"/>
                </a:lnTo>
                <a:lnTo>
                  <a:pt x="7870" y="2422"/>
                </a:lnTo>
                <a:lnTo>
                  <a:pt x="7870" y="2618"/>
                </a:lnTo>
                <a:lnTo>
                  <a:pt x="7842" y="2618"/>
                </a:lnTo>
                <a:lnTo>
                  <a:pt x="7823" y="2618"/>
                </a:lnTo>
                <a:lnTo>
                  <a:pt x="7764" y="2615"/>
                </a:lnTo>
                <a:lnTo>
                  <a:pt x="7748" y="2615"/>
                </a:lnTo>
                <a:lnTo>
                  <a:pt x="7722" y="2615"/>
                </a:lnTo>
                <a:lnTo>
                  <a:pt x="7722" y="2419"/>
                </a:lnTo>
                <a:lnTo>
                  <a:pt x="7724" y="2419"/>
                </a:lnTo>
                <a:lnTo>
                  <a:pt x="7724" y="2419"/>
                </a:lnTo>
                <a:lnTo>
                  <a:pt x="7724" y="2417"/>
                </a:lnTo>
                <a:lnTo>
                  <a:pt x="7724" y="2417"/>
                </a:lnTo>
                <a:lnTo>
                  <a:pt x="7724" y="2417"/>
                </a:lnTo>
                <a:lnTo>
                  <a:pt x="7726" y="2417"/>
                </a:lnTo>
                <a:lnTo>
                  <a:pt x="7726" y="2417"/>
                </a:lnTo>
                <a:lnTo>
                  <a:pt x="7726" y="2417"/>
                </a:lnTo>
                <a:lnTo>
                  <a:pt x="7726" y="2415"/>
                </a:lnTo>
                <a:lnTo>
                  <a:pt x="7726" y="2415"/>
                </a:lnTo>
                <a:lnTo>
                  <a:pt x="7724" y="2415"/>
                </a:lnTo>
                <a:lnTo>
                  <a:pt x="7724" y="2415"/>
                </a:lnTo>
                <a:lnTo>
                  <a:pt x="7724" y="2415"/>
                </a:lnTo>
                <a:lnTo>
                  <a:pt x="7724" y="2410"/>
                </a:lnTo>
                <a:lnTo>
                  <a:pt x="7724" y="2410"/>
                </a:lnTo>
                <a:lnTo>
                  <a:pt x="7724" y="2410"/>
                </a:lnTo>
                <a:lnTo>
                  <a:pt x="7722" y="2410"/>
                </a:lnTo>
                <a:lnTo>
                  <a:pt x="7722" y="2117"/>
                </a:lnTo>
                <a:lnTo>
                  <a:pt x="7722" y="2117"/>
                </a:lnTo>
                <a:lnTo>
                  <a:pt x="7722" y="2117"/>
                </a:lnTo>
                <a:lnTo>
                  <a:pt x="7719" y="2117"/>
                </a:lnTo>
                <a:lnTo>
                  <a:pt x="7719" y="2115"/>
                </a:lnTo>
                <a:lnTo>
                  <a:pt x="7719" y="2115"/>
                </a:lnTo>
                <a:lnTo>
                  <a:pt x="7717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2" y="2115"/>
                </a:lnTo>
                <a:lnTo>
                  <a:pt x="7712" y="2115"/>
                </a:lnTo>
                <a:lnTo>
                  <a:pt x="7712" y="2115"/>
                </a:lnTo>
                <a:lnTo>
                  <a:pt x="7710" y="2117"/>
                </a:lnTo>
                <a:lnTo>
                  <a:pt x="7710" y="2117"/>
                </a:lnTo>
                <a:lnTo>
                  <a:pt x="7710" y="2117"/>
                </a:lnTo>
                <a:lnTo>
                  <a:pt x="7707" y="2408"/>
                </a:lnTo>
                <a:lnTo>
                  <a:pt x="7707" y="2408"/>
                </a:lnTo>
                <a:lnTo>
                  <a:pt x="7705" y="2410"/>
                </a:lnTo>
                <a:lnTo>
                  <a:pt x="7705" y="2410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3" y="2415"/>
                </a:lnTo>
                <a:lnTo>
                  <a:pt x="7703" y="2415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7" y="2419"/>
                </a:lnTo>
                <a:lnTo>
                  <a:pt x="7707" y="2419"/>
                </a:lnTo>
                <a:lnTo>
                  <a:pt x="7707" y="2615"/>
                </a:lnTo>
                <a:lnTo>
                  <a:pt x="7660" y="2615"/>
                </a:lnTo>
                <a:lnTo>
                  <a:pt x="7660" y="2618"/>
                </a:lnTo>
                <a:lnTo>
                  <a:pt x="7655" y="2620"/>
                </a:lnTo>
                <a:lnTo>
                  <a:pt x="7653" y="3005"/>
                </a:lnTo>
                <a:lnTo>
                  <a:pt x="7604" y="3052"/>
                </a:lnTo>
                <a:lnTo>
                  <a:pt x="7606" y="2478"/>
                </a:lnTo>
                <a:lnTo>
                  <a:pt x="7606" y="2478"/>
                </a:lnTo>
                <a:lnTo>
                  <a:pt x="7606" y="2476"/>
                </a:lnTo>
                <a:lnTo>
                  <a:pt x="7604" y="2476"/>
                </a:lnTo>
                <a:lnTo>
                  <a:pt x="7604" y="2476"/>
                </a:lnTo>
                <a:lnTo>
                  <a:pt x="7604" y="2474"/>
                </a:lnTo>
                <a:lnTo>
                  <a:pt x="7604" y="2474"/>
                </a:lnTo>
                <a:lnTo>
                  <a:pt x="7604" y="2471"/>
                </a:lnTo>
                <a:lnTo>
                  <a:pt x="7604" y="2471"/>
                </a:lnTo>
                <a:lnTo>
                  <a:pt x="7604" y="2471"/>
                </a:lnTo>
                <a:lnTo>
                  <a:pt x="7604" y="2469"/>
                </a:lnTo>
                <a:lnTo>
                  <a:pt x="7604" y="2469"/>
                </a:lnTo>
                <a:lnTo>
                  <a:pt x="7601" y="2469"/>
                </a:lnTo>
                <a:lnTo>
                  <a:pt x="7568" y="2412"/>
                </a:lnTo>
                <a:lnTo>
                  <a:pt x="7568" y="2412"/>
                </a:lnTo>
                <a:lnTo>
                  <a:pt x="7568" y="2410"/>
                </a:lnTo>
                <a:lnTo>
                  <a:pt x="7568" y="2410"/>
                </a:lnTo>
                <a:lnTo>
                  <a:pt x="7566" y="2410"/>
                </a:lnTo>
                <a:lnTo>
                  <a:pt x="7566" y="2408"/>
                </a:lnTo>
                <a:lnTo>
                  <a:pt x="7563" y="2408"/>
                </a:lnTo>
                <a:lnTo>
                  <a:pt x="7563" y="2408"/>
                </a:lnTo>
                <a:lnTo>
                  <a:pt x="7563" y="2408"/>
                </a:lnTo>
                <a:lnTo>
                  <a:pt x="7561" y="2405"/>
                </a:lnTo>
                <a:lnTo>
                  <a:pt x="7561" y="2405"/>
                </a:lnTo>
                <a:lnTo>
                  <a:pt x="7561" y="2332"/>
                </a:lnTo>
                <a:lnTo>
                  <a:pt x="7386" y="2377"/>
                </a:lnTo>
                <a:lnTo>
                  <a:pt x="7230" y="2457"/>
                </a:lnTo>
                <a:lnTo>
                  <a:pt x="7228" y="2417"/>
                </a:lnTo>
                <a:lnTo>
                  <a:pt x="7131" y="2408"/>
                </a:lnTo>
                <a:lnTo>
                  <a:pt x="7131" y="2408"/>
                </a:lnTo>
                <a:lnTo>
                  <a:pt x="7129" y="2408"/>
                </a:lnTo>
                <a:lnTo>
                  <a:pt x="7129" y="2408"/>
                </a:lnTo>
                <a:lnTo>
                  <a:pt x="7126" y="2408"/>
                </a:lnTo>
                <a:lnTo>
                  <a:pt x="7126" y="2408"/>
                </a:lnTo>
                <a:lnTo>
                  <a:pt x="7037" y="2433"/>
                </a:lnTo>
                <a:lnTo>
                  <a:pt x="7037" y="2433"/>
                </a:lnTo>
                <a:lnTo>
                  <a:pt x="7037" y="2433"/>
                </a:lnTo>
                <a:lnTo>
                  <a:pt x="7034" y="2433"/>
                </a:lnTo>
                <a:lnTo>
                  <a:pt x="7034" y="2433"/>
                </a:lnTo>
                <a:lnTo>
                  <a:pt x="7032" y="2436"/>
                </a:lnTo>
                <a:lnTo>
                  <a:pt x="7032" y="2436"/>
                </a:lnTo>
                <a:lnTo>
                  <a:pt x="7032" y="2436"/>
                </a:lnTo>
                <a:lnTo>
                  <a:pt x="6987" y="2483"/>
                </a:lnTo>
                <a:lnTo>
                  <a:pt x="6987" y="2483"/>
                </a:lnTo>
                <a:lnTo>
                  <a:pt x="6987" y="2483"/>
                </a:lnTo>
                <a:lnTo>
                  <a:pt x="6985" y="2485"/>
                </a:lnTo>
                <a:lnTo>
                  <a:pt x="6985" y="2485"/>
                </a:lnTo>
                <a:lnTo>
                  <a:pt x="6985" y="2485"/>
                </a:lnTo>
                <a:lnTo>
                  <a:pt x="6985" y="2488"/>
                </a:lnTo>
                <a:lnTo>
                  <a:pt x="6985" y="2488"/>
                </a:lnTo>
                <a:lnTo>
                  <a:pt x="6982" y="2490"/>
                </a:lnTo>
                <a:lnTo>
                  <a:pt x="6982" y="2490"/>
                </a:lnTo>
                <a:lnTo>
                  <a:pt x="6982" y="2490"/>
                </a:lnTo>
                <a:lnTo>
                  <a:pt x="6982" y="2493"/>
                </a:lnTo>
                <a:lnTo>
                  <a:pt x="6982" y="2493"/>
                </a:lnTo>
                <a:lnTo>
                  <a:pt x="6987" y="2958"/>
                </a:lnTo>
                <a:lnTo>
                  <a:pt x="6845" y="2816"/>
                </a:lnTo>
                <a:lnTo>
                  <a:pt x="6722" y="2696"/>
                </a:lnTo>
                <a:lnTo>
                  <a:pt x="6713" y="2696"/>
                </a:lnTo>
                <a:lnTo>
                  <a:pt x="6713" y="2495"/>
                </a:lnTo>
                <a:lnTo>
                  <a:pt x="6713" y="2495"/>
                </a:lnTo>
                <a:lnTo>
                  <a:pt x="6711" y="2495"/>
                </a:lnTo>
                <a:lnTo>
                  <a:pt x="6711" y="2405"/>
                </a:lnTo>
                <a:lnTo>
                  <a:pt x="6711" y="2405"/>
                </a:lnTo>
                <a:lnTo>
                  <a:pt x="6711" y="2405"/>
                </a:lnTo>
                <a:lnTo>
                  <a:pt x="6711" y="2405"/>
                </a:lnTo>
                <a:lnTo>
                  <a:pt x="6711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6" y="2405"/>
                </a:lnTo>
                <a:lnTo>
                  <a:pt x="6706" y="2405"/>
                </a:lnTo>
                <a:lnTo>
                  <a:pt x="6706" y="2405"/>
                </a:lnTo>
                <a:lnTo>
                  <a:pt x="6708" y="2495"/>
                </a:lnTo>
                <a:lnTo>
                  <a:pt x="6675" y="2497"/>
                </a:lnTo>
                <a:lnTo>
                  <a:pt x="6675" y="2408"/>
                </a:lnTo>
                <a:lnTo>
                  <a:pt x="6675" y="2408"/>
                </a:lnTo>
                <a:lnTo>
                  <a:pt x="6675" y="2408"/>
                </a:lnTo>
                <a:lnTo>
                  <a:pt x="6675" y="2408"/>
                </a:lnTo>
                <a:lnTo>
                  <a:pt x="6675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0" y="2408"/>
                </a:lnTo>
                <a:lnTo>
                  <a:pt x="6670" y="2408"/>
                </a:lnTo>
                <a:lnTo>
                  <a:pt x="6670" y="2408"/>
                </a:lnTo>
                <a:lnTo>
                  <a:pt x="6670" y="2497"/>
                </a:lnTo>
                <a:lnTo>
                  <a:pt x="6670" y="2497"/>
                </a:lnTo>
                <a:lnTo>
                  <a:pt x="6670" y="2500"/>
                </a:lnTo>
                <a:lnTo>
                  <a:pt x="6673" y="2698"/>
                </a:lnTo>
                <a:lnTo>
                  <a:pt x="6652" y="2698"/>
                </a:lnTo>
                <a:lnTo>
                  <a:pt x="6654" y="3010"/>
                </a:lnTo>
                <a:lnTo>
                  <a:pt x="6536" y="3107"/>
                </a:lnTo>
                <a:lnTo>
                  <a:pt x="6538" y="2124"/>
                </a:lnTo>
                <a:lnTo>
                  <a:pt x="6500" y="2105"/>
                </a:lnTo>
                <a:lnTo>
                  <a:pt x="6503" y="1833"/>
                </a:lnTo>
                <a:lnTo>
                  <a:pt x="6467" y="1822"/>
                </a:lnTo>
                <a:lnTo>
                  <a:pt x="6467" y="1670"/>
                </a:lnTo>
                <a:lnTo>
                  <a:pt x="6420" y="1656"/>
                </a:lnTo>
                <a:lnTo>
                  <a:pt x="6418" y="1538"/>
                </a:lnTo>
                <a:lnTo>
                  <a:pt x="6387" y="1533"/>
                </a:lnTo>
                <a:lnTo>
                  <a:pt x="6385" y="1479"/>
                </a:lnTo>
                <a:lnTo>
                  <a:pt x="6375" y="1477"/>
                </a:lnTo>
                <a:lnTo>
                  <a:pt x="6373" y="1477"/>
                </a:lnTo>
                <a:lnTo>
                  <a:pt x="6373" y="1264"/>
                </a:lnTo>
                <a:lnTo>
                  <a:pt x="6373" y="1264"/>
                </a:lnTo>
                <a:lnTo>
                  <a:pt x="6370" y="1264"/>
                </a:lnTo>
                <a:lnTo>
                  <a:pt x="6368" y="1264"/>
                </a:lnTo>
                <a:lnTo>
                  <a:pt x="6366" y="1264"/>
                </a:lnTo>
                <a:lnTo>
                  <a:pt x="6363" y="1264"/>
                </a:lnTo>
                <a:lnTo>
                  <a:pt x="6361" y="1264"/>
                </a:lnTo>
                <a:lnTo>
                  <a:pt x="6359" y="1264"/>
                </a:lnTo>
                <a:lnTo>
                  <a:pt x="6356" y="1264"/>
                </a:lnTo>
                <a:lnTo>
                  <a:pt x="6354" y="1264"/>
                </a:lnTo>
                <a:lnTo>
                  <a:pt x="6352" y="1264"/>
                </a:lnTo>
                <a:lnTo>
                  <a:pt x="6352" y="1264"/>
                </a:lnTo>
                <a:lnTo>
                  <a:pt x="6349" y="1264"/>
                </a:lnTo>
                <a:lnTo>
                  <a:pt x="6352" y="1479"/>
                </a:lnTo>
                <a:lnTo>
                  <a:pt x="6340" y="1479"/>
                </a:lnTo>
                <a:lnTo>
                  <a:pt x="6340" y="1536"/>
                </a:lnTo>
                <a:lnTo>
                  <a:pt x="6302" y="1536"/>
                </a:lnTo>
                <a:lnTo>
                  <a:pt x="6302" y="1633"/>
                </a:lnTo>
                <a:lnTo>
                  <a:pt x="6087" y="1637"/>
                </a:lnTo>
                <a:lnTo>
                  <a:pt x="5900" y="1654"/>
                </a:lnTo>
                <a:lnTo>
                  <a:pt x="5903" y="1798"/>
                </a:lnTo>
                <a:lnTo>
                  <a:pt x="5806" y="1810"/>
                </a:lnTo>
                <a:lnTo>
                  <a:pt x="5811" y="2072"/>
                </a:lnTo>
                <a:lnTo>
                  <a:pt x="5707" y="2091"/>
                </a:lnTo>
                <a:lnTo>
                  <a:pt x="5744" y="3678"/>
                </a:lnTo>
                <a:lnTo>
                  <a:pt x="5633" y="3730"/>
                </a:lnTo>
                <a:lnTo>
                  <a:pt x="5622" y="2039"/>
                </a:lnTo>
                <a:lnTo>
                  <a:pt x="5619" y="2037"/>
                </a:lnTo>
                <a:lnTo>
                  <a:pt x="5619" y="2037"/>
                </a:lnTo>
                <a:lnTo>
                  <a:pt x="5615" y="2034"/>
                </a:lnTo>
                <a:lnTo>
                  <a:pt x="5612" y="2034"/>
                </a:lnTo>
                <a:lnTo>
                  <a:pt x="5605" y="2032"/>
                </a:lnTo>
                <a:lnTo>
                  <a:pt x="5600" y="2032"/>
                </a:lnTo>
                <a:lnTo>
                  <a:pt x="5593" y="2030"/>
                </a:lnTo>
                <a:lnTo>
                  <a:pt x="5584" y="2030"/>
                </a:lnTo>
                <a:lnTo>
                  <a:pt x="5574" y="2027"/>
                </a:lnTo>
                <a:lnTo>
                  <a:pt x="5565" y="2027"/>
                </a:lnTo>
                <a:lnTo>
                  <a:pt x="5556" y="2025"/>
                </a:lnTo>
                <a:lnTo>
                  <a:pt x="5544" y="2025"/>
                </a:lnTo>
                <a:lnTo>
                  <a:pt x="5194" y="2020"/>
                </a:lnTo>
                <a:lnTo>
                  <a:pt x="5180" y="2020"/>
                </a:lnTo>
                <a:lnTo>
                  <a:pt x="5168" y="2020"/>
                </a:lnTo>
                <a:lnTo>
                  <a:pt x="5154" y="2022"/>
                </a:lnTo>
                <a:lnTo>
                  <a:pt x="5142" y="2022"/>
                </a:lnTo>
                <a:lnTo>
                  <a:pt x="5130" y="2022"/>
                </a:lnTo>
                <a:lnTo>
                  <a:pt x="5121" y="2025"/>
                </a:lnTo>
                <a:lnTo>
                  <a:pt x="5111" y="2025"/>
                </a:lnTo>
                <a:lnTo>
                  <a:pt x="5107" y="2027"/>
                </a:lnTo>
                <a:lnTo>
                  <a:pt x="5102" y="2030"/>
                </a:lnTo>
                <a:lnTo>
                  <a:pt x="5100" y="2030"/>
                </a:lnTo>
                <a:lnTo>
                  <a:pt x="5144" y="3929"/>
                </a:lnTo>
                <a:lnTo>
                  <a:pt x="5104" y="3929"/>
                </a:lnTo>
                <a:lnTo>
                  <a:pt x="5104" y="2835"/>
                </a:lnTo>
                <a:lnTo>
                  <a:pt x="5069" y="2835"/>
                </a:lnTo>
                <a:lnTo>
                  <a:pt x="5069" y="2826"/>
                </a:lnTo>
                <a:lnTo>
                  <a:pt x="5067" y="2819"/>
                </a:lnTo>
                <a:lnTo>
                  <a:pt x="5057" y="2811"/>
                </a:lnTo>
                <a:lnTo>
                  <a:pt x="5038" y="2804"/>
                </a:lnTo>
                <a:lnTo>
                  <a:pt x="5012" y="2800"/>
                </a:lnTo>
                <a:lnTo>
                  <a:pt x="4979" y="2795"/>
                </a:lnTo>
                <a:lnTo>
                  <a:pt x="4944" y="2793"/>
                </a:lnTo>
                <a:lnTo>
                  <a:pt x="4908" y="2793"/>
                </a:lnTo>
                <a:lnTo>
                  <a:pt x="4873" y="2795"/>
                </a:lnTo>
                <a:lnTo>
                  <a:pt x="4844" y="2800"/>
                </a:lnTo>
                <a:lnTo>
                  <a:pt x="4823" y="2804"/>
                </a:lnTo>
                <a:lnTo>
                  <a:pt x="4821" y="2807"/>
                </a:lnTo>
                <a:lnTo>
                  <a:pt x="4823" y="2308"/>
                </a:lnTo>
                <a:lnTo>
                  <a:pt x="4738" y="2294"/>
                </a:lnTo>
                <a:lnTo>
                  <a:pt x="4334" y="2207"/>
                </a:lnTo>
                <a:lnTo>
                  <a:pt x="4280" y="2197"/>
                </a:lnTo>
                <a:lnTo>
                  <a:pt x="4285" y="2856"/>
                </a:lnTo>
                <a:lnTo>
                  <a:pt x="4228" y="2856"/>
                </a:lnTo>
                <a:lnTo>
                  <a:pt x="4228" y="2757"/>
                </a:lnTo>
                <a:lnTo>
                  <a:pt x="4216" y="2757"/>
                </a:lnTo>
                <a:lnTo>
                  <a:pt x="4214" y="2757"/>
                </a:lnTo>
                <a:lnTo>
                  <a:pt x="4197" y="2757"/>
                </a:lnTo>
                <a:lnTo>
                  <a:pt x="4197" y="2528"/>
                </a:lnTo>
                <a:lnTo>
                  <a:pt x="4185" y="2528"/>
                </a:lnTo>
                <a:lnTo>
                  <a:pt x="4185" y="2462"/>
                </a:lnTo>
                <a:lnTo>
                  <a:pt x="4174" y="2462"/>
                </a:lnTo>
                <a:lnTo>
                  <a:pt x="4174" y="2462"/>
                </a:lnTo>
                <a:lnTo>
                  <a:pt x="4159" y="2462"/>
                </a:lnTo>
                <a:lnTo>
                  <a:pt x="4159" y="2266"/>
                </a:lnTo>
                <a:lnTo>
                  <a:pt x="4155" y="2266"/>
                </a:lnTo>
                <a:lnTo>
                  <a:pt x="4152" y="2268"/>
                </a:lnTo>
                <a:lnTo>
                  <a:pt x="4155" y="2462"/>
                </a:lnTo>
                <a:lnTo>
                  <a:pt x="4136" y="2462"/>
                </a:lnTo>
                <a:lnTo>
                  <a:pt x="4136" y="2462"/>
                </a:lnTo>
                <a:lnTo>
                  <a:pt x="4122" y="2462"/>
                </a:lnTo>
                <a:lnTo>
                  <a:pt x="4122" y="2462"/>
                </a:lnTo>
                <a:lnTo>
                  <a:pt x="4112" y="2493"/>
                </a:lnTo>
                <a:lnTo>
                  <a:pt x="4112" y="2493"/>
                </a:lnTo>
                <a:lnTo>
                  <a:pt x="4112" y="2526"/>
                </a:lnTo>
                <a:lnTo>
                  <a:pt x="4100" y="2526"/>
                </a:lnTo>
                <a:lnTo>
                  <a:pt x="4079" y="2528"/>
                </a:lnTo>
                <a:lnTo>
                  <a:pt x="4058" y="2528"/>
                </a:lnTo>
                <a:lnTo>
                  <a:pt x="4037" y="2528"/>
                </a:lnTo>
                <a:lnTo>
                  <a:pt x="4015" y="2528"/>
                </a:lnTo>
                <a:lnTo>
                  <a:pt x="3994" y="2528"/>
                </a:lnTo>
                <a:lnTo>
                  <a:pt x="3973" y="2528"/>
                </a:lnTo>
                <a:lnTo>
                  <a:pt x="3952" y="2528"/>
                </a:lnTo>
                <a:lnTo>
                  <a:pt x="3930" y="2528"/>
                </a:lnTo>
                <a:lnTo>
                  <a:pt x="3909" y="2528"/>
                </a:lnTo>
                <a:lnTo>
                  <a:pt x="3890" y="2526"/>
                </a:lnTo>
                <a:lnTo>
                  <a:pt x="3869" y="2526"/>
                </a:lnTo>
                <a:lnTo>
                  <a:pt x="3869" y="2493"/>
                </a:lnTo>
                <a:lnTo>
                  <a:pt x="3869" y="2490"/>
                </a:lnTo>
                <a:lnTo>
                  <a:pt x="3869" y="2462"/>
                </a:lnTo>
                <a:lnTo>
                  <a:pt x="3869" y="2459"/>
                </a:lnTo>
                <a:lnTo>
                  <a:pt x="3857" y="2459"/>
                </a:lnTo>
                <a:lnTo>
                  <a:pt x="3857" y="2462"/>
                </a:lnTo>
                <a:lnTo>
                  <a:pt x="3838" y="2462"/>
                </a:lnTo>
                <a:lnTo>
                  <a:pt x="3838" y="2268"/>
                </a:lnTo>
                <a:lnTo>
                  <a:pt x="3838" y="2266"/>
                </a:lnTo>
                <a:lnTo>
                  <a:pt x="3833" y="2266"/>
                </a:lnTo>
                <a:lnTo>
                  <a:pt x="3833" y="2462"/>
                </a:lnTo>
                <a:lnTo>
                  <a:pt x="3819" y="2462"/>
                </a:lnTo>
                <a:lnTo>
                  <a:pt x="3819" y="2459"/>
                </a:lnTo>
                <a:lnTo>
                  <a:pt x="3805" y="2459"/>
                </a:lnTo>
                <a:lnTo>
                  <a:pt x="3805" y="2528"/>
                </a:lnTo>
                <a:lnTo>
                  <a:pt x="3796" y="2528"/>
                </a:lnTo>
                <a:lnTo>
                  <a:pt x="3793" y="2757"/>
                </a:lnTo>
                <a:lnTo>
                  <a:pt x="3774" y="2757"/>
                </a:lnTo>
                <a:lnTo>
                  <a:pt x="3774" y="2757"/>
                </a:lnTo>
                <a:lnTo>
                  <a:pt x="3765" y="2757"/>
                </a:lnTo>
                <a:lnTo>
                  <a:pt x="3763" y="3612"/>
                </a:lnTo>
                <a:lnTo>
                  <a:pt x="3727" y="3612"/>
                </a:lnTo>
                <a:lnTo>
                  <a:pt x="3727" y="3612"/>
                </a:lnTo>
                <a:lnTo>
                  <a:pt x="3715" y="3612"/>
                </a:lnTo>
                <a:lnTo>
                  <a:pt x="3715" y="3612"/>
                </a:lnTo>
                <a:lnTo>
                  <a:pt x="3706" y="3631"/>
                </a:lnTo>
                <a:lnTo>
                  <a:pt x="3706" y="3634"/>
                </a:lnTo>
                <a:lnTo>
                  <a:pt x="3706" y="3754"/>
                </a:lnTo>
                <a:lnTo>
                  <a:pt x="3564" y="3754"/>
                </a:lnTo>
                <a:lnTo>
                  <a:pt x="3564" y="3667"/>
                </a:lnTo>
                <a:lnTo>
                  <a:pt x="3564" y="3660"/>
                </a:lnTo>
                <a:lnTo>
                  <a:pt x="3564" y="3657"/>
                </a:lnTo>
                <a:lnTo>
                  <a:pt x="3555" y="3657"/>
                </a:lnTo>
                <a:lnTo>
                  <a:pt x="2981" y="3657"/>
                </a:lnTo>
                <a:lnTo>
                  <a:pt x="2981" y="3525"/>
                </a:lnTo>
                <a:lnTo>
                  <a:pt x="3118" y="3487"/>
                </a:lnTo>
                <a:lnTo>
                  <a:pt x="3276" y="3426"/>
                </a:lnTo>
                <a:lnTo>
                  <a:pt x="3427" y="3345"/>
                </a:lnTo>
                <a:lnTo>
                  <a:pt x="3500" y="3303"/>
                </a:lnTo>
                <a:lnTo>
                  <a:pt x="3663" y="3194"/>
                </a:lnTo>
                <a:lnTo>
                  <a:pt x="3663" y="3161"/>
                </a:lnTo>
                <a:lnTo>
                  <a:pt x="3238" y="3161"/>
                </a:lnTo>
                <a:lnTo>
                  <a:pt x="3226" y="3178"/>
                </a:lnTo>
                <a:lnTo>
                  <a:pt x="1941" y="3180"/>
                </a:lnTo>
                <a:lnTo>
                  <a:pt x="1904" y="3163"/>
                </a:lnTo>
                <a:lnTo>
                  <a:pt x="1481" y="3163"/>
                </a:lnTo>
                <a:lnTo>
                  <a:pt x="1481" y="3197"/>
                </a:lnTo>
                <a:lnTo>
                  <a:pt x="1644" y="3305"/>
                </a:lnTo>
                <a:lnTo>
                  <a:pt x="1816" y="3395"/>
                </a:lnTo>
                <a:lnTo>
                  <a:pt x="1996" y="3466"/>
                </a:lnTo>
                <a:lnTo>
                  <a:pt x="2175" y="3515"/>
                </a:lnTo>
                <a:lnTo>
                  <a:pt x="2178" y="3799"/>
                </a:lnTo>
                <a:lnTo>
                  <a:pt x="1741" y="3799"/>
                </a:lnTo>
                <a:lnTo>
                  <a:pt x="1736" y="3754"/>
                </a:lnTo>
                <a:lnTo>
                  <a:pt x="1719" y="3752"/>
                </a:lnTo>
                <a:lnTo>
                  <a:pt x="1637" y="3749"/>
                </a:lnTo>
                <a:lnTo>
                  <a:pt x="1549" y="3752"/>
                </a:lnTo>
                <a:lnTo>
                  <a:pt x="1519" y="3754"/>
                </a:lnTo>
                <a:lnTo>
                  <a:pt x="1495" y="3938"/>
                </a:lnTo>
                <a:lnTo>
                  <a:pt x="1422" y="3934"/>
                </a:lnTo>
                <a:lnTo>
                  <a:pt x="1275" y="3681"/>
                </a:lnTo>
                <a:lnTo>
                  <a:pt x="1275" y="3674"/>
                </a:lnTo>
                <a:lnTo>
                  <a:pt x="1273" y="3662"/>
                </a:lnTo>
                <a:lnTo>
                  <a:pt x="1273" y="3660"/>
                </a:lnTo>
                <a:lnTo>
                  <a:pt x="1268" y="3650"/>
                </a:lnTo>
                <a:lnTo>
                  <a:pt x="1268" y="3650"/>
                </a:lnTo>
                <a:lnTo>
                  <a:pt x="1261" y="3641"/>
                </a:lnTo>
                <a:lnTo>
                  <a:pt x="1252" y="3634"/>
                </a:lnTo>
                <a:lnTo>
                  <a:pt x="1245" y="3629"/>
                </a:lnTo>
                <a:lnTo>
                  <a:pt x="1136" y="3440"/>
                </a:lnTo>
                <a:lnTo>
                  <a:pt x="1145" y="3433"/>
                </a:lnTo>
                <a:lnTo>
                  <a:pt x="1185" y="3378"/>
                </a:lnTo>
                <a:lnTo>
                  <a:pt x="1200" y="3348"/>
                </a:lnTo>
                <a:lnTo>
                  <a:pt x="1211" y="3317"/>
                </a:lnTo>
                <a:lnTo>
                  <a:pt x="1221" y="3251"/>
                </a:lnTo>
                <a:lnTo>
                  <a:pt x="1219" y="3251"/>
                </a:lnTo>
                <a:lnTo>
                  <a:pt x="1211" y="3185"/>
                </a:lnTo>
                <a:lnTo>
                  <a:pt x="1197" y="3154"/>
                </a:lnTo>
                <a:lnTo>
                  <a:pt x="1185" y="3123"/>
                </a:lnTo>
                <a:lnTo>
                  <a:pt x="1145" y="3071"/>
                </a:lnTo>
                <a:lnTo>
                  <a:pt x="1093" y="3029"/>
                </a:lnTo>
                <a:lnTo>
                  <a:pt x="1089" y="3029"/>
                </a:lnTo>
                <a:lnTo>
                  <a:pt x="1067" y="3019"/>
                </a:lnTo>
                <a:lnTo>
                  <a:pt x="1067" y="1807"/>
                </a:lnTo>
                <a:lnTo>
                  <a:pt x="1074" y="1803"/>
                </a:lnTo>
                <a:lnTo>
                  <a:pt x="1122" y="1767"/>
                </a:lnTo>
                <a:lnTo>
                  <a:pt x="1159" y="1722"/>
                </a:lnTo>
                <a:lnTo>
                  <a:pt x="1171" y="1694"/>
                </a:lnTo>
                <a:lnTo>
                  <a:pt x="1181" y="1668"/>
                </a:lnTo>
                <a:lnTo>
                  <a:pt x="1190" y="1609"/>
                </a:lnTo>
                <a:lnTo>
                  <a:pt x="1190" y="1604"/>
                </a:lnTo>
                <a:lnTo>
                  <a:pt x="1190" y="1600"/>
                </a:lnTo>
                <a:lnTo>
                  <a:pt x="1181" y="1541"/>
                </a:lnTo>
                <a:lnTo>
                  <a:pt x="1159" y="1486"/>
                </a:lnTo>
                <a:lnTo>
                  <a:pt x="1122" y="1441"/>
                </a:lnTo>
                <a:lnTo>
                  <a:pt x="1112" y="1432"/>
                </a:lnTo>
                <a:lnTo>
                  <a:pt x="1067" y="1401"/>
                </a:lnTo>
                <a:lnTo>
                  <a:pt x="1053" y="1394"/>
                </a:lnTo>
                <a:lnTo>
                  <a:pt x="1027" y="1387"/>
                </a:lnTo>
                <a:lnTo>
                  <a:pt x="1015" y="1288"/>
                </a:lnTo>
                <a:lnTo>
                  <a:pt x="1025" y="1285"/>
                </a:lnTo>
                <a:lnTo>
                  <a:pt x="1034" y="1283"/>
                </a:lnTo>
                <a:lnTo>
                  <a:pt x="1037" y="1278"/>
                </a:lnTo>
                <a:lnTo>
                  <a:pt x="1037" y="1267"/>
                </a:lnTo>
                <a:lnTo>
                  <a:pt x="1034" y="1262"/>
                </a:lnTo>
                <a:lnTo>
                  <a:pt x="1030" y="1259"/>
                </a:lnTo>
                <a:lnTo>
                  <a:pt x="1018" y="1255"/>
                </a:lnTo>
                <a:lnTo>
                  <a:pt x="1015" y="1255"/>
                </a:lnTo>
                <a:lnTo>
                  <a:pt x="1015" y="1047"/>
                </a:lnTo>
                <a:lnTo>
                  <a:pt x="1020" y="1044"/>
                </a:lnTo>
                <a:lnTo>
                  <a:pt x="1032" y="1030"/>
                </a:lnTo>
                <a:lnTo>
                  <a:pt x="1039" y="1011"/>
                </a:lnTo>
                <a:lnTo>
                  <a:pt x="1041" y="1007"/>
                </a:lnTo>
                <a:lnTo>
                  <a:pt x="1044" y="997"/>
                </a:lnTo>
                <a:lnTo>
                  <a:pt x="1044" y="990"/>
                </a:lnTo>
                <a:lnTo>
                  <a:pt x="1044" y="988"/>
                </a:lnTo>
                <a:lnTo>
                  <a:pt x="1044" y="988"/>
                </a:lnTo>
                <a:lnTo>
                  <a:pt x="1044" y="988"/>
                </a:lnTo>
                <a:lnTo>
                  <a:pt x="1044" y="985"/>
                </a:lnTo>
                <a:lnTo>
                  <a:pt x="1044" y="978"/>
                </a:lnTo>
                <a:lnTo>
                  <a:pt x="1041" y="969"/>
                </a:lnTo>
                <a:lnTo>
                  <a:pt x="1039" y="964"/>
                </a:lnTo>
                <a:lnTo>
                  <a:pt x="1032" y="945"/>
                </a:lnTo>
                <a:lnTo>
                  <a:pt x="1022" y="933"/>
                </a:lnTo>
                <a:lnTo>
                  <a:pt x="1027" y="931"/>
                </a:lnTo>
                <a:lnTo>
                  <a:pt x="1034" y="926"/>
                </a:lnTo>
                <a:lnTo>
                  <a:pt x="1037" y="922"/>
                </a:lnTo>
                <a:lnTo>
                  <a:pt x="1037" y="912"/>
                </a:lnTo>
                <a:lnTo>
                  <a:pt x="1034" y="907"/>
                </a:lnTo>
                <a:lnTo>
                  <a:pt x="1027" y="903"/>
                </a:lnTo>
                <a:lnTo>
                  <a:pt x="1015" y="898"/>
                </a:lnTo>
                <a:lnTo>
                  <a:pt x="1001" y="896"/>
                </a:lnTo>
                <a:lnTo>
                  <a:pt x="999" y="896"/>
                </a:lnTo>
                <a:lnTo>
                  <a:pt x="999" y="690"/>
                </a:lnTo>
                <a:lnTo>
                  <a:pt x="1015" y="688"/>
                </a:lnTo>
                <a:lnTo>
                  <a:pt x="1015" y="678"/>
                </a:lnTo>
                <a:lnTo>
                  <a:pt x="985" y="657"/>
                </a:lnTo>
                <a:lnTo>
                  <a:pt x="985" y="444"/>
                </a:lnTo>
                <a:lnTo>
                  <a:pt x="987" y="444"/>
                </a:lnTo>
                <a:lnTo>
                  <a:pt x="994" y="442"/>
                </a:lnTo>
                <a:lnTo>
                  <a:pt x="996" y="440"/>
                </a:lnTo>
                <a:lnTo>
                  <a:pt x="999" y="437"/>
                </a:lnTo>
                <a:lnTo>
                  <a:pt x="999" y="435"/>
                </a:lnTo>
                <a:lnTo>
                  <a:pt x="999" y="430"/>
                </a:lnTo>
                <a:lnTo>
                  <a:pt x="999" y="428"/>
                </a:lnTo>
                <a:lnTo>
                  <a:pt x="994" y="426"/>
                </a:lnTo>
                <a:lnTo>
                  <a:pt x="992" y="423"/>
                </a:lnTo>
                <a:lnTo>
                  <a:pt x="985" y="421"/>
                </a:lnTo>
                <a:lnTo>
                  <a:pt x="980" y="421"/>
                </a:lnTo>
                <a:lnTo>
                  <a:pt x="982" y="5"/>
                </a:lnTo>
                <a:lnTo>
                  <a:pt x="980" y="5"/>
                </a:lnTo>
                <a:lnTo>
                  <a:pt x="980" y="3"/>
                </a:lnTo>
                <a:lnTo>
                  <a:pt x="978" y="3"/>
                </a:lnTo>
                <a:lnTo>
                  <a:pt x="973" y="0"/>
                </a:lnTo>
                <a:lnTo>
                  <a:pt x="971" y="0"/>
                </a:lnTo>
                <a:lnTo>
                  <a:pt x="968" y="0"/>
                </a:lnTo>
                <a:lnTo>
                  <a:pt x="963" y="0"/>
                </a:lnTo>
                <a:lnTo>
                  <a:pt x="961" y="0"/>
                </a:lnTo>
                <a:lnTo>
                  <a:pt x="959" y="3"/>
                </a:lnTo>
                <a:lnTo>
                  <a:pt x="956" y="3"/>
                </a:lnTo>
                <a:lnTo>
                  <a:pt x="956" y="5"/>
                </a:lnTo>
                <a:lnTo>
                  <a:pt x="954" y="5"/>
                </a:lnTo>
                <a:lnTo>
                  <a:pt x="954" y="421"/>
                </a:lnTo>
                <a:lnTo>
                  <a:pt x="954" y="421"/>
                </a:lnTo>
                <a:lnTo>
                  <a:pt x="947" y="423"/>
                </a:lnTo>
                <a:lnTo>
                  <a:pt x="942" y="423"/>
                </a:lnTo>
                <a:lnTo>
                  <a:pt x="937" y="426"/>
                </a:lnTo>
                <a:lnTo>
                  <a:pt x="937" y="428"/>
                </a:lnTo>
                <a:lnTo>
                  <a:pt x="937" y="433"/>
                </a:lnTo>
                <a:lnTo>
                  <a:pt x="937" y="435"/>
                </a:lnTo>
                <a:lnTo>
                  <a:pt x="937" y="440"/>
                </a:lnTo>
                <a:lnTo>
                  <a:pt x="940" y="442"/>
                </a:lnTo>
                <a:lnTo>
                  <a:pt x="945" y="444"/>
                </a:lnTo>
                <a:lnTo>
                  <a:pt x="952" y="444"/>
                </a:lnTo>
                <a:lnTo>
                  <a:pt x="952" y="444"/>
                </a:lnTo>
                <a:lnTo>
                  <a:pt x="952" y="662"/>
                </a:lnTo>
                <a:lnTo>
                  <a:pt x="919" y="667"/>
                </a:lnTo>
                <a:lnTo>
                  <a:pt x="919" y="678"/>
                </a:lnTo>
                <a:lnTo>
                  <a:pt x="935" y="688"/>
                </a:lnTo>
                <a:lnTo>
                  <a:pt x="935" y="896"/>
                </a:lnTo>
                <a:lnTo>
                  <a:pt x="930" y="896"/>
                </a:lnTo>
                <a:lnTo>
                  <a:pt x="916" y="898"/>
                </a:lnTo>
                <a:lnTo>
                  <a:pt x="907" y="903"/>
                </a:lnTo>
                <a:lnTo>
                  <a:pt x="900" y="907"/>
                </a:lnTo>
                <a:lnTo>
                  <a:pt x="897" y="912"/>
                </a:lnTo>
                <a:lnTo>
                  <a:pt x="897" y="922"/>
                </a:lnTo>
                <a:lnTo>
                  <a:pt x="900" y="926"/>
                </a:lnTo>
                <a:lnTo>
                  <a:pt x="907" y="931"/>
                </a:lnTo>
                <a:lnTo>
                  <a:pt x="911" y="933"/>
                </a:lnTo>
                <a:lnTo>
                  <a:pt x="902" y="943"/>
                </a:lnTo>
                <a:lnTo>
                  <a:pt x="900" y="948"/>
                </a:lnTo>
                <a:lnTo>
                  <a:pt x="890" y="967"/>
                </a:lnTo>
                <a:lnTo>
                  <a:pt x="890" y="976"/>
                </a:lnTo>
                <a:lnTo>
                  <a:pt x="888" y="985"/>
                </a:lnTo>
                <a:lnTo>
                  <a:pt x="888" y="988"/>
                </a:lnTo>
                <a:lnTo>
                  <a:pt x="888" y="988"/>
                </a:lnTo>
                <a:lnTo>
                  <a:pt x="890" y="997"/>
                </a:lnTo>
                <a:lnTo>
                  <a:pt x="890" y="1007"/>
                </a:lnTo>
                <a:lnTo>
                  <a:pt x="900" y="1026"/>
                </a:lnTo>
                <a:lnTo>
                  <a:pt x="902" y="1030"/>
                </a:lnTo>
                <a:lnTo>
                  <a:pt x="914" y="1044"/>
                </a:lnTo>
                <a:lnTo>
                  <a:pt x="916" y="1047"/>
                </a:lnTo>
                <a:lnTo>
                  <a:pt x="916" y="1255"/>
                </a:lnTo>
                <a:lnTo>
                  <a:pt x="907" y="1257"/>
                </a:lnTo>
                <a:lnTo>
                  <a:pt x="897" y="1262"/>
                </a:lnTo>
                <a:lnTo>
                  <a:pt x="895" y="1267"/>
                </a:lnTo>
                <a:lnTo>
                  <a:pt x="895" y="1276"/>
                </a:lnTo>
                <a:lnTo>
                  <a:pt x="897" y="1281"/>
                </a:lnTo>
                <a:lnTo>
                  <a:pt x="904" y="1285"/>
                </a:lnTo>
                <a:lnTo>
                  <a:pt x="914" y="1288"/>
                </a:lnTo>
                <a:lnTo>
                  <a:pt x="916" y="1288"/>
                </a:lnTo>
                <a:lnTo>
                  <a:pt x="904" y="1382"/>
                </a:lnTo>
                <a:lnTo>
                  <a:pt x="869" y="1394"/>
                </a:lnTo>
                <a:lnTo>
                  <a:pt x="855" y="1399"/>
                </a:lnTo>
                <a:lnTo>
                  <a:pt x="810" y="1432"/>
                </a:lnTo>
                <a:lnTo>
                  <a:pt x="800" y="1441"/>
                </a:lnTo>
                <a:lnTo>
                  <a:pt x="763" y="1486"/>
                </a:lnTo>
                <a:lnTo>
                  <a:pt x="741" y="1541"/>
                </a:lnTo>
                <a:lnTo>
                  <a:pt x="732" y="1600"/>
                </a:lnTo>
                <a:lnTo>
                  <a:pt x="732" y="1600"/>
                </a:lnTo>
                <a:lnTo>
                  <a:pt x="739" y="1659"/>
                </a:lnTo>
                <a:lnTo>
                  <a:pt x="744" y="1668"/>
                </a:lnTo>
                <a:lnTo>
                  <a:pt x="753" y="1696"/>
                </a:lnTo>
                <a:lnTo>
                  <a:pt x="765" y="1722"/>
                </a:lnTo>
                <a:lnTo>
                  <a:pt x="800" y="1770"/>
                </a:lnTo>
                <a:lnTo>
                  <a:pt x="819" y="1784"/>
                </a:lnTo>
                <a:lnTo>
                  <a:pt x="817" y="3045"/>
                </a:lnTo>
                <a:lnTo>
                  <a:pt x="784" y="3069"/>
                </a:lnTo>
                <a:lnTo>
                  <a:pt x="744" y="3123"/>
                </a:lnTo>
                <a:lnTo>
                  <a:pt x="730" y="3154"/>
                </a:lnTo>
                <a:lnTo>
                  <a:pt x="718" y="3185"/>
                </a:lnTo>
                <a:lnTo>
                  <a:pt x="708" y="3251"/>
                </a:lnTo>
                <a:lnTo>
                  <a:pt x="708" y="3251"/>
                </a:lnTo>
                <a:lnTo>
                  <a:pt x="718" y="3317"/>
                </a:lnTo>
                <a:lnTo>
                  <a:pt x="730" y="3348"/>
                </a:lnTo>
                <a:lnTo>
                  <a:pt x="744" y="3378"/>
                </a:lnTo>
                <a:lnTo>
                  <a:pt x="784" y="3433"/>
                </a:lnTo>
                <a:lnTo>
                  <a:pt x="815" y="3456"/>
                </a:lnTo>
                <a:lnTo>
                  <a:pt x="815" y="3596"/>
                </a:lnTo>
                <a:lnTo>
                  <a:pt x="805" y="3629"/>
                </a:lnTo>
                <a:lnTo>
                  <a:pt x="800" y="3631"/>
                </a:lnTo>
                <a:lnTo>
                  <a:pt x="793" y="3638"/>
                </a:lnTo>
                <a:lnTo>
                  <a:pt x="791" y="3648"/>
                </a:lnTo>
                <a:lnTo>
                  <a:pt x="789" y="3648"/>
                </a:lnTo>
                <a:lnTo>
                  <a:pt x="786" y="3652"/>
                </a:lnTo>
                <a:lnTo>
                  <a:pt x="786" y="3664"/>
                </a:lnTo>
                <a:lnTo>
                  <a:pt x="786" y="3669"/>
                </a:lnTo>
                <a:lnTo>
                  <a:pt x="789" y="3681"/>
                </a:lnTo>
                <a:lnTo>
                  <a:pt x="789" y="3681"/>
                </a:lnTo>
                <a:lnTo>
                  <a:pt x="789" y="3685"/>
                </a:lnTo>
                <a:lnTo>
                  <a:pt x="789" y="3685"/>
                </a:lnTo>
                <a:lnTo>
                  <a:pt x="732" y="3886"/>
                </a:lnTo>
                <a:lnTo>
                  <a:pt x="720" y="3886"/>
                </a:lnTo>
                <a:lnTo>
                  <a:pt x="692" y="3886"/>
                </a:lnTo>
                <a:lnTo>
                  <a:pt x="666" y="3889"/>
                </a:lnTo>
                <a:lnTo>
                  <a:pt x="637" y="3889"/>
                </a:lnTo>
                <a:lnTo>
                  <a:pt x="614" y="3889"/>
                </a:lnTo>
                <a:lnTo>
                  <a:pt x="588" y="3891"/>
                </a:lnTo>
                <a:lnTo>
                  <a:pt x="564" y="3891"/>
                </a:lnTo>
                <a:lnTo>
                  <a:pt x="543" y="3893"/>
                </a:lnTo>
                <a:lnTo>
                  <a:pt x="543" y="3908"/>
                </a:lnTo>
                <a:lnTo>
                  <a:pt x="533" y="3908"/>
                </a:lnTo>
                <a:lnTo>
                  <a:pt x="510" y="3910"/>
                </a:lnTo>
                <a:lnTo>
                  <a:pt x="510" y="3919"/>
                </a:lnTo>
                <a:lnTo>
                  <a:pt x="550" y="3922"/>
                </a:lnTo>
                <a:lnTo>
                  <a:pt x="574" y="3919"/>
                </a:lnTo>
                <a:lnTo>
                  <a:pt x="597" y="3919"/>
                </a:lnTo>
                <a:lnTo>
                  <a:pt x="623" y="3917"/>
                </a:lnTo>
                <a:lnTo>
                  <a:pt x="647" y="3917"/>
                </a:lnTo>
                <a:lnTo>
                  <a:pt x="656" y="3917"/>
                </a:lnTo>
                <a:lnTo>
                  <a:pt x="708" y="3917"/>
                </a:lnTo>
                <a:lnTo>
                  <a:pt x="708" y="3952"/>
                </a:lnTo>
                <a:lnTo>
                  <a:pt x="588" y="3952"/>
                </a:lnTo>
                <a:lnTo>
                  <a:pt x="590" y="3950"/>
                </a:lnTo>
                <a:lnTo>
                  <a:pt x="600" y="3948"/>
                </a:lnTo>
                <a:lnTo>
                  <a:pt x="609" y="3945"/>
                </a:lnTo>
                <a:lnTo>
                  <a:pt x="621" y="3943"/>
                </a:lnTo>
                <a:lnTo>
                  <a:pt x="619" y="3941"/>
                </a:lnTo>
                <a:lnTo>
                  <a:pt x="611" y="3941"/>
                </a:lnTo>
                <a:lnTo>
                  <a:pt x="590" y="3938"/>
                </a:lnTo>
                <a:lnTo>
                  <a:pt x="571" y="3938"/>
                </a:lnTo>
                <a:lnTo>
                  <a:pt x="552" y="3936"/>
                </a:lnTo>
                <a:lnTo>
                  <a:pt x="538" y="3936"/>
                </a:lnTo>
                <a:lnTo>
                  <a:pt x="522" y="3934"/>
                </a:lnTo>
                <a:lnTo>
                  <a:pt x="508" y="3934"/>
                </a:lnTo>
                <a:lnTo>
                  <a:pt x="496" y="3931"/>
                </a:lnTo>
                <a:lnTo>
                  <a:pt x="486" y="3929"/>
                </a:lnTo>
                <a:lnTo>
                  <a:pt x="477" y="3929"/>
                </a:lnTo>
                <a:lnTo>
                  <a:pt x="470" y="3926"/>
                </a:lnTo>
                <a:lnTo>
                  <a:pt x="467" y="3926"/>
                </a:lnTo>
                <a:lnTo>
                  <a:pt x="453" y="3929"/>
                </a:lnTo>
                <a:lnTo>
                  <a:pt x="439" y="3931"/>
                </a:lnTo>
                <a:lnTo>
                  <a:pt x="425" y="3934"/>
                </a:lnTo>
                <a:lnTo>
                  <a:pt x="411" y="3936"/>
                </a:lnTo>
                <a:lnTo>
                  <a:pt x="396" y="3941"/>
                </a:lnTo>
                <a:lnTo>
                  <a:pt x="382" y="3945"/>
                </a:lnTo>
                <a:lnTo>
                  <a:pt x="368" y="3950"/>
                </a:lnTo>
                <a:lnTo>
                  <a:pt x="363" y="3952"/>
                </a:lnTo>
                <a:lnTo>
                  <a:pt x="19" y="3952"/>
                </a:lnTo>
                <a:lnTo>
                  <a:pt x="19" y="3986"/>
                </a:lnTo>
                <a:lnTo>
                  <a:pt x="2" y="3986"/>
                </a:lnTo>
                <a:lnTo>
                  <a:pt x="0" y="4309"/>
                </a:lnTo>
                <a:lnTo>
                  <a:pt x="7" y="4314"/>
                </a:lnTo>
                <a:lnTo>
                  <a:pt x="19" y="4319"/>
                </a:lnTo>
                <a:lnTo>
                  <a:pt x="19" y="4654"/>
                </a:lnTo>
                <a:lnTo>
                  <a:pt x="16792" y="4654"/>
                </a:lnTo>
                <a:lnTo>
                  <a:pt x="16792" y="3952"/>
                </a:lnTo>
                <a:lnTo>
                  <a:pt x="16629" y="3952"/>
                </a:lnTo>
                <a:lnTo>
                  <a:pt x="16360" y="3823"/>
                </a:lnTo>
                <a:close/>
                <a:moveTo>
                  <a:pt x="13556" y="3440"/>
                </a:moveTo>
                <a:lnTo>
                  <a:pt x="13556" y="3440"/>
                </a:lnTo>
                <a:lnTo>
                  <a:pt x="13556" y="3426"/>
                </a:lnTo>
                <a:lnTo>
                  <a:pt x="13556" y="3440"/>
                </a:lnTo>
                <a:close/>
                <a:moveTo>
                  <a:pt x="11461" y="192"/>
                </a:moveTo>
                <a:lnTo>
                  <a:pt x="11452" y="241"/>
                </a:lnTo>
                <a:lnTo>
                  <a:pt x="11449" y="258"/>
                </a:lnTo>
                <a:lnTo>
                  <a:pt x="11430" y="359"/>
                </a:lnTo>
                <a:lnTo>
                  <a:pt x="11416" y="440"/>
                </a:lnTo>
                <a:lnTo>
                  <a:pt x="11411" y="470"/>
                </a:lnTo>
                <a:lnTo>
                  <a:pt x="11083" y="468"/>
                </a:lnTo>
                <a:lnTo>
                  <a:pt x="11078" y="437"/>
                </a:lnTo>
                <a:lnTo>
                  <a:pt x="11064" y="357"/>
                </a:lnTo>
                <a:lnTo>
                  <a:pt x="11045" y="255"/>
                </a:lnTo>
                <a:lnTo>
                  <a:pt x="11043" y="239"/>
                </a:lnTo>
                <a:lnTo>
                  <a:pt x="11033" y="189"/>
                </a:lnTo>
                <a:lnTo>
                  <a:pt x="11461" y="192"/>
                </a:lnTo>
                <a:close/>
                <a:moveTo>
                  <a:pt x="6675" y="2511"/>
                </a:moveTo>
                <a:lnTo>
                  <a:pt x="6689" y="2552"/>
                </a:lnTo>
                <a:lnTo>
                  <a:pt x="6678" y="2592"/>
                </a:lnTo>
                <a:lnTo>
                  <a:pt x="6675" y="2511"/>
                </a:lnTo>
                <a:close/>
                <a:moveTo>
                  <a:pt x="6678" y="2698"/>
                </a:moveTo>
                <a:lnTo>
                  <a:pt x="6678" y="2698"/>
                </a:lnTo>
                <a:lnTo>
                  <a:pt x="6678" y="2618"/>
                </a:lnTo>
                <a:lnTo>
                  <a:pt x="6689" y="2658"/>
                </a:lnTo>
                <a:lnTo>
                  <a:pt x="6678" y="2698"/>
                </a:lnTo>
                <a:close/>
                <a:moveTo>
                  <a:pt x="6692" y="2663"/>
                </a:moveTo>
                <a:lnTo>
                  <a:pt x="6704" y="2696"/>
                </a:lnTo>
                <a:lnTo>
                  <a:pt x="6680" y="2698"/>
                </a:lnTo>
                <a:lnTo>
                  <a:pt x="6692" y="2663"/>
                </a:lnTo>
                <a:close/>
                <a:moveTo>
                  <a:pt x="6708" y="2615"/>
                </a:moveTo>
                <a:lnTo>
                  <a:pt x="6708" y="2696"/>
                </a:lnTo>
                <a:lnTo>
                  <a:pt x="6708" y="2696"/>
                </a:lnTo>
                <a:lnTo>
                  <a:pt x="6694" y="2658"/>
                </a:lnTo>
                <a:lnTo>
                  <a:pt x="6708" y="2615"/>
                </a:lnTo>
                <a:close/>
                <a:moveTo>
                  <a:pt x="6708" y="2606"/>
                </a:moveTo>
                <a:lnTo>
                  <a:pt x="6692" y="2653"/>
                </a:lnTo>
                <a:lnTo>
                  <a:pt x="6678" y="2608"/>
                </a:lnTo>
                <a:lnTo>
                  <a:pt x="6678" y="2606"/>
                </a:lnTo>
                <a:lnTo>
                  <a:pt x="6708" y="2606"/>
                </a:lnTo>
                <a:lnTo>
                  <a:pt x="6708" y="2606"/>
                </a:lnTo>
                <a:close/>
                <a:moveTo>
                  <a:pt x="6708" y="2601"/>
                </a:moveTo>
                <a:lnTo>
                  <a:pt x="6708" y="2601"/>
                </a:lnTo>
                <a:lnTo>
                  <a:pt x="6678" y="2604"/>
                </a:lnTo>
                <a:lnTo>
                  <a:pt x="6678" y="2604"/>
                </a:lnTo>
                <a:lnTo>
                  <a:pt x="6692" y="2556"/>
                </a:lnTo>
                <a:lnTo>
                  <a:pt x="6708" y="2601"/>
                </a:lnTo>
                <a:close/>
                <a:moveTo>
                  <a:pt x="6708" y="2589"/>
                </a:moveTo>
                <a:lnTo>
                  <a:pt x="6694" y="2552"/>
                </a:lnTo>
                <a:lnTo>
                  <a:pt x="6706" y="2509"/>
                </a:lnTo>
                <a:lnTo>
                  <a:pt x="6708" y="2589"/>
                </a:lnTo>
                <a:close/>
                <a:moveTo>
                  <a:pt x="6706" y="2497"/>
                </a:moveTo>
                <a:lnTo>
                  <a:pt x="6706" y="2497"/>
                </a:lnTo>
                <a:lnTo>
                  <a:pt x="6692" y="2545"/>
                </a:lnTo>
                <a:lnTo>
                  <a:pt x="6675" y="2500"/>
                </a:lnTo>
                <a:lnTo>
                  <a:pt x="6675" y="2500"/>
                </a:lnTo>
                <a:lnTo>
                  <a:pt x="6706" y="2497"/>
                </a:lnTo>
                <a:close/>
                <a:moveTo>
                  <a:pt x="1067" y="3482"/>
                </a:moveTo>
                <a:lnTo>
                  <a:pt x="1074" y="3480"/>
                </a:lnTo>
                <a:lnTo>
                  <a:pt x="1183" y="3664"/>
                </a:lnTo>
                <a:lnTo>
                  <a:pt x="1181" y="3671"/>
                </a:lnTo>
                <a:lnTo>
                  <a:pt x="1067" y="3851"/>
                </a:lnTo>
                <a:lnTo>
                  <a:pt x="1067" y="3482"/>
                </a:lnTo>
                <a:close/>
                <a:moveTo>
                  <a:pt x="971" y="2868"/>
                </a:moveTo>
                <a:lnTo>
                  <a:pt x="971" y="2868"/>
                </a:lnTo>
                <a:lnTo>
                  <a:pt x="968" y="2868"/>
                </a:lnTo>
                <a:lnTo>
                  <a:pt x="963" y="2868"/>
                </a:lnTo>
                <a:lnTo>
                  <a:pt x="971" y="2868"/>
                </a:lnTo>
                <a:close/>
                <a:moveTo>
                  <a:pt x="911" y="1829"/>
                </a:moveTo>
                <a:lnTo>
                  <a:pt x="916" y="1829"/>
                </a:lnTo>
                <a:lnTo>
                  <a:pt x="926" y="1831"/>
                </a:lnTo>
                <a:lnTo>
                  <a:pt x="940" y="1833"/>
                </a:lnTo>
                <a:lnTo>
                  <a:pt x="956" y="1833"/>
                </a:lnTo>
                <a:lnTo>
                  <a:pt x="961" y="1833"/>
                </a:lnTo>
                <a:lnTo>
                  <a:pt x="961" y="1937"/>
                </a:lnTo>
                <a:lnTo>
                  <a:pt x="961" y="1937"/>
                </a:lnTo>
                <a:lnTo>
                  <a:pt x="959" y="1937"/>
                </a:lnTo>
                <a:lnTo>
                  <a:pt x="956" y="1937"/>
                </a:lnTo>
                <a:lnTo>
                  <a:pt x="954" y="1937"/>
                </a:lnTo>
                <a:lnTo>
                  <a:pt x="945" y="1940"/>
                </a:lnTo>
                <a:lnTo>
                  <a:pt x="942" y="1940"/>
                </a:lnTo>
                <a:lnTo>
                  <a:pt x="933" y="1947"/>
                </a:lnTo>
                <a:lnTo>
                  <a:pt x="930" y="1947"/>
                </a:lnTo>
                <a:lnTo>
                  <a:pt x="923" y="1954"/>
                </a:lnTo>
                <a:lnTo>
                  <a:pt x="919" y="1963"/>
                </a:lnTo>
                <a:lnTo>
                  <a:pt x="916" y="1968"/>
                </a:lnTo>
                <a:lnTo>
                  <a:pt x="916" y="1968"/>
                </a:lnTo>
                <a:lnTo>
                  <a:pt x="911" y="1968"/>
                </a:lnTo>
                <a:lnTo>
                  <a:pt x="911" y="1829"/>
                </a:lnTo>
                <a:close/>
                <a:moveTo>
                  <a:pt x="911" y="2015"/>
                </a:moveTo>
                <a:lnTo>
                  <a:pt x="916" y="2015"/>
                </a:lnTo>
                <a:lnTo>
                  <a:pt x="919" y="2020"/>
                </a:lnTo>
                <a:lnTo>
                  <a:pt x="923" y="2030"/>
                </a:lnTo>
                <a:lnTo>
                  <a:pt x="930" y="2037"/>
                </a:lnTo>
                <a:lnTo>
                  <a:pt x="930" y="2039"/>
                </a:lnTo>
                <a:lnTo>
                  <a:pt x="940" y="2044"/>
                </a:lnTo>
                <a:lnTo>
                  <a:pt x="945" y="2044"/>
                </a:lnTo>
                <a:lnTo>
                  <a:pt x="954" y="2048"/>
                </a:lnTo>
                <a:lnTo>
                  <a:pt x="956" y="2048"/>
                </a:lnTo>
                <a:lnTo>
                  <a:pt x="959" y="2048"/>
                </a:lnTo>
                <a:lnTo>
                  <a:pt x="961" y="2048"/>
                </a:lnTo>
                <a:lnTo>
                  <a:pt x="961" y="2048"/>
                </a:lnTo>
                <a:lnTo>
                  <a:pt x="961" y="2124"/>
                </a:lnTo>
                <a:lnTo>
                  <a:pt x="959" y="2124"/>
                </a:lnTo>
                <a:lnTo>
                  <a:pt x="956" y="2124"/>
                </a:lnTo>
                <a:lnTo>
                  <a:pt x="954" y="2124"/>
                </a:lnTo>
                <a:lnTo>
                  <a:pt x="945" y="2126"/>
                </a:lnTo>
                <a:lnTo>
                  <a:pt x="942" y="2126"/>
                </a:lnTo>
                <a:lnTo>
                  <a:pt x="933" y="2133"/>
                </a:lnTo>
                <a:lnTo>
                  <a:pt x="930" y="2133"/>
                </a:lnTo>
                <a:lnTo>
                  <a:pt x="923" y="2141"/>
                </a:lnTo>
                <a:lnTo>
                  <a:pt x="919" y="2150"/>
                </a:lnTo>
                <a:lnTo>
                  <a:pt x="916" y="2155"/>
                </a:lnTo>
                <a:lnTo>
                  <a:pt x="916" y="2155"/>
                </a:lnTo>
                <a:lnTo>
                  <a:pt x="911" y="2155"/>
                </a:lnTo>
                <a:lnTo>
                  <a:pt x="911" y="2015"/>
                </a:lnTo>
                <a:close/>
                <a:moveTo>
                  <a:pt x="911" y="2202"/>
                </a:moveTo>
                <a:lnTo>
                  <a:pt x="916" y="2202"/>
                </a:lnTo>
                <a:lnTo>
                  <a:pt x="919" y="2207"/>
                </a:lnTo>
                <a:lnTo>
                  <a:pt x="923" y="2216"/>
                </a:lnTo>
                <a:lnTo>
                  <a:pt x="930" y="2223"/>
                </a:lnTo>
                <a:lnTo>
                  <a:pt x="933" y="2226"/>
                </a:lnTo>
                <a:lnTo>
                  <a:pt x="942" y="2230"/>
                </a:lnTo>
                <a:lnTo>
                  <a:pt x="952" y="2233"/>
                </a:lnTo>
                <a:lnTo>
                  <a:pt x="954" y="2235"/>
                </a:lnTo>
                <a:lnTo>
                  <a:pt x="956" y="2235"/>
                </a:lnTo>
                <a:lnTo>
                  <a:pt x="959" y="2235"/>
                </a:lnTo>
                <a:lnTo>
                  <a:pt x="961" y="2235"/>
                </a:lnTo>
                <a:lnTo>
                  <a:pt x="961" y="2325"/>
                </a:lnTo>
                <a:lnTo>
                  <a:pt x="961" y="2325"/>
                </a:lnTo>
                <a:lnTo>
                  <a:pt x="956" y="2325"/>
                </a:lnTo>
                <a:lnTo>
                  <a:pt x="954" y="2327"/>
                </a:lnTo>
                <a:lnTo>
                  <a:pt x="952" y="2327"/>
                </a:lnTo>
                <a:lnTo>
                  <a:pt x="952" y="2327"/>
                </a:lnTo>
                <a:lnTo>
                  <a:pt x="940" y="2330"/>
                </a:lnTo>
                <a:lnTo>
                  <a:pt x="930" y="2334"/>
                </a:lnTo>
                <a:lnTo>
                  <a:pt x="928" y="2337"/>
                </a:lnTo>
                <a:lnTo>
                  <a:pt x="921" y="2344"/>
                </a:lnTo>
                <a:lnTo>
                  <a:pt x="916" y="2353"/>
                </a:lnTo>
                <a:lnTo>
                  <a:pt x="916" y="2360"/>
                </a:lnTo>
                <a:lnTo>
                  <a:pt x="914" y="2360"/>
                </a:lnTo>
                <a:lnTo>
                  <a:pt x="911" y="2358"/>
                </a:lnTo>
                <a:lnTo>
                  <a:pt x="911" y="2202"/>
                </a:lnTo>
                <a:close/>
                <a:moveTo>
                  <a:pt x="911" y="2405"/>
                </a:moveTo>
                <a:lnTo>
                  <a:pt x="916" y="2405"/>
                </a:lnTo>
                <a:lnTo>
                  <a:pt x="916" y="2410"/>
                </a:lnTo>
                <a:lnTo>
                  <a:pt x="921" y="2419"/>
                </a:lnTo>
                <a:lnTo>
                  <a:pt x="928" y="2426"/>
                </a:lnTo>
                <a:lnTo>
                  <a:pt x="930" y="2429"/>
                </a:lnTo>
                <a:lnTo>
                  <a:pt x="940" y="2433"/>
                </a:lnTo>
                <a:lnTo>
                  <a:pt x="952" y="2436"/>
                </a:lnTo>
                <a:lnTo>
                  <a:pt x="952" y="2436"/>
                </a:lnTo>
                <a:lnTo>
                  <a:pt x="954" y="2438"/>
                </a:lnTo>
                <a:lnTo>
                  <a:pt x="956" y="2438"/>
                </a:lnTo>
                <a:lnTo>
                  <a:pt x="959" y="2438"/>
                </a:lnTo>
                <a:lnTo>
                  <a:pt x="961" y="2438"/>
                </a:lnTo>
                <a:lnTo>
                  <a:pt x="961" y="2526"/>
                </a:lnTo>
                <a:lnTo>
                  <a:pt x="963" y="2526"/>
                </a:lnTo>
                <a:lnTo>
                  <a:pt x="963" y="2526"/>
                </a:lnTo>
                <a:lnTo>
                  <a:pt x="961" y="2526"/>
                </a:lnTo>
                <a:lnTo>
                  <a:pt x="959" y="2526"/>
                </a:lnTo>
                <a:lnTo>
                  <a:pt x="956" y="2526"/>
                </a:lnTo>
                <a:lnTo>
                  <a:pt x="954" y="2528"/>
                </a:lnTo>
                <a:lnTo>
                  <a:pt x="952" y="2528"/>
                </a:lnTo>
                <a:lnTo>
                  <a:pt x="942" y="2530"/>
                </a:lnTo>
                <a:lnTo>
                  <a:pt x="940" y="2530"/>
                </a:lnTo>
                <a:lnTo>
                  <a:pt x="930" y="2537"/>
                </a:lnTo>
                <a:lnTo>
                  <a:pt x="923" y="2545"/>
                </a:lnTo>
                <a:lnTo>
                  <a:pt x="919" y="2554"/>
                </a:lnTo>
                <a:lnTo>
                  <a:pt x="916" y="2561"/>
                </a:lnTo>
                <a:lnTo>
                  <a:pt x="916" y="2561"/>
                </a:lnTo>
                <a:lnTo>
                  <a:pt x="911" y="2561"/>
                </a:lnTo>
                <a:lnTo>
                  <a:pt x="911" y="2405"/>
                </a:lnTo>
                <a:close/>
                <a:moveTo>
                  <a:pt x="911" y="2604"/>
                </a:moveTo>
                <a:lnTo>
                  <a:pt x="916" y="2604"/>
                </a:lnTo>
                <a:lnTo>
                  <a:pt x="919" y="2611"/>
                </a:lnTo>
                <a:lnTo>
                  <a:pt x="923" y="2620"/>
                </a:lnTo>
                <a:lnTo>
                  <a:pt x="930" y="2627"/>
                </a:lnTo>
                <a:lnTo>
                  <a:pt x="940" y="2634"/>
                </a:lnTo>
                <a:lnTo>
                  <a:pt x="942" y="2634"/>
                </a:lnTo>
                <a:lnTo>
                  <a:pt x="952" y="2637"/>
                </a:lnTo>
                <a:lnTo>
                  <a:pt x="954" y="2637"/>
                </a:lnTo>
                <a:lnTo>
                  <a:pt x="956" y="2637"/>
                </a:lnTo>
                <a:lnTo>
                  <a:pt x="959" y="2639"/>
                </a:lnTo>
                <a:lnTo>
                  <a:pt x="959" y="2639"/>
                </a:lnTo>
                <a:lnTo>
                  <a:pt x="963" y="2639"/>
                </a:lnTo>
                <a:lnTo>
                  <a:pt x="963" y="2639"/>
                </a:lnTo>
                <a:lnTo>
                  <a:pt x="961" y="2639"/>
                </a:lnTo>
                <a:lnTo>
                  <a:pt x="961" y="2755"/>
                </a:lnTo>
                <a:lnTo>
                  <a:pt x="954" y="2757"/>
                </a:lnTo>
                <a:lnTo>
                  <a:pt x="952" y="2757"/>
                </a:lnTo>
                <a:lnTo>
                  <a:pt x="949" y="2757"/>
                </a:lnTo>
                <a:lnTo>
                  <a:pt x="940" y="2759"/>
                </a:lnTo>
                <a:lnTo>
                  <a:pt x="937" y="2759"/>
                </a:lnTo>
                <a:lnTo>
                  <a:pt x="928" y="2767"/>
                </a:lnTo>
                <a:lnTo>
                  <a:pt x="921" y="2774"/>
                </a:lnTo>
                <a:lnTo>
                  <a:pt x="916" y="2783"/>
                </a:lnTo>
                <a:lnTo>
                  <a:pt x="914" y="2790"/>
                </a:lnTo>
                <a:lnTo>
                  <a:pt x="914" y="2790"/>
                </a:lnTo>
                <a:lnTo>
                  <a:pt x="911" y="2790"/>
                </a:lnTo>
                <a:lnTo>
                  <a:pt x="911" y="2604"/>
                </a:lnTo>
                <a:close/>
                <a:moveTo>
                  <a:pt x="911" y="2833"/>
                </a:moveTo>
                <a:lnTo>
                  <a:pt x="914" y="2833"/>
                </a:lnTo>
                <a:lnTo>
                  <a:pt x="916" y="2840"/>
                </a:lnTo>
                <a:lnTo>
                  <a:pt x="921" y="2849"/>
                </a:lnTo>
                <a:lnTo>
                  <a:pt x="928" y="2856"/>
                </a:lnTo>
                <a:lnTo>
                  <a:pt x="937" y="2863"/>
                </a:lnTo>
                <a:lnTo>
                  <a:pt x="940" y="2863"/>
                </a:lnTo>
                <a:lnTo>
                  <a:pt x="949" y="2868"/>
                </a:lnTo>
                <a:lnTo>
                  <a:pt x="952" y="2868"/>
                </a:lnTo>
                <a:lnTo>
                  <a:pt x="961" y="2868"/>
                </a:lnTo>
                <a:lnTo>
                  <a:pt x="961" y="2868"/>
                </a:lnTo>
                <a:lnTo>
                  <a:pt x="961" y="2951"/>
                </a:lnTo>
                <a:lnTo>
                  <a:pt x="914" y="2953"/>
                </a:lnTo>
                <a:lnTo>
                  <a:pt x="911" y="2953"/>
                </a:lnTo>
                <a:lnTo>
                  <a:pt x="911" y="2833"/>
                </a:lnTo>
                <a:close/>
                <a:moveTo>
                  <a:pt x="909" y="3558"/>
                </a:moveTo>
                <a:lnTo>
                  <a:pt x="923" y="3501"/>
                </a:lnTo>
                <a:lnTo>
                  <a:pt x="959" y="3506"/>
                </a:lnTo>
                <a:lnTo>
                  <a:pt x="959" y="3674"/>
                </a:lnTo>
                <a:lnTo>
                  <a:pt x="909" y="3674"/>
                </a:lnTo>
                <a:lnTo>
                  <a:pt x="909" y="3558"/>
                </a:lnTo>
                <a:close/>
                <a:moveTo>
                  <a:pt x="909" y="3733"/>
                </a:moveTo>
                <a:lnTo>
                  <a:pt x="959" y="3735"/>
                </a:lnTo>
                <a:lnTo>
                  <a:pt x="959" y="3943"/>
                </a:lnTo>
                <a:lnTo>
                  <a:pt x="956" y="3943"/>
                </a:lnTo>
                <a:lnTo>
                  <a:pt x="909" y="3789"/>
                </a:lnTo>
                <a:lnTo>
                  <a:pt x="909" y="3733"/>
                </a:lnTo>
                <a:close/>
                <a:moveTo>
                  <a:pt x="1169" y="3948"/>
                </a:moveTo>
                <a:lnTo>
                  <a:pt x="1117" y="3945"/>
                </a:lnTo>
                <a:lnTo>
                  <a:pt x="1067" y="3943"/>
                </a:lnTo>
                <a:lnTo>
                  <a:pt x="1067" y="3938"/>
                </a:lnTo>
                <a:lnTo>
                  <a:pt x="1211" y="3716"/>
                </a:lnTo>
                <a:lnTo>
                  <a:pt x="1211" y="3716"/>
                </a:lnTo>
                <a:lnTo>
                  <a:pt x="1334" y="3926"/>
                </a:lnTo>
                <a:lnTo>
                  <a:pt x="1237" y="3917"/>
                </a:lnTo>
                <a:lnTo>
                  <a:pt x="1237" y="3952"/>
                </a:lnTo>
                <a:lnTo>
                  <a:pt x="1207" y="3952"/>
                </a:lnTo>
                <a:lnTo>
                  <a:pt x="1169" y="3948"/>
                </a:lnTo>
                <a:close/>
              </a:path>
            </a:pathLst>
          </a:custGeom>
          <a:gradFill>
            <a:gsLst>
              <a:gs pos="60200">
                <a:srgbClr val="BDC8DD"/>
              </a:gs>
              <a:gs pos="100000">
                <a:srgbClr val="91A3C7"/>
              </a:gs>
              <a:gs pos="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51" name="任意多边形: 形状 250">
            <a:extLst>
              <a:ext uri="{FF2B5EF4-FFF2-40B4-BE49-F238E27FC236}">
                <a16:creationId xmlns:a16="http://schemas.microsoft.com/office/drawing/2014/main" id="{F8C6E36F-92FF-8F68-A9F5-B9E2574FED2F}"/>
              </a:ext>
            </a:extLst>
          </p:cNvPr>
          <p:cNvSpPr/>
          <p:nvPr/>
        </p:nvSpPr>
        <p:spPr>
          <a:xfrm>
            <a:off x="0" y="4096183"/>
            <a:ext cx="12192000" cy="2761817"/>
          </a:xfrm>
          <a:custGeom>
            <a:avLst/>
            <a:gdLst>
              <a:gd name="connsiteX0" fmla="*/ 9543317 w 12192000"/>
              <a:gd name="connsiteY0" fmla="*/ 0 h 2761817"/>
              <a:gd name="connsiteX1" fmla="*/ 8343965 w 12192000"/>
              <a:gd name="connsiteY1" fmla="*/ 439374 h 2761817"/>
              <a:gd name="connsiteX2" fmla="*/ 12024195 w 12192000"/>
              <a:gd name="connsiteY2" fmla="*/ 1165070 h 2761817"/>
              <a:gd name="connsiteX3" fmla="*/ 12192000 w 12192000"/>
              <a:gd name="connsiteY3" fmla="*/ 1216312 h 2761817"/>
              <a:gd name="connsiteX4" fmla="*/ 12192000 w 12192000"/>
              <a:gd name="connsiteY4" fmla="*/ 2761817 h 2761817"/>
              <a:gd name="connsiteX5" fmla="*/ 2 w 12192000"/>
              <a:gd name="connsiteY5" fmla="*/ 2761817 h 2761817"/>
              <a:gd name="connsiteX6" fmla="*/ 0 w 12192000"/>
              <a:gd name="connsiteY6" fmla="*/ 2761817 h 2761817"/>
              <a:gd name="connsiteX7" fmla="*/ 0 w 12192000"/>
              <a:gd name="connsiteY7" fmla="*/ 2077827 h 2761817"/>
              <a:gd name="connsiteX8" fmla="*/ 2 w 12192000"/>
              <a:gd name="connsiteY8" fmla="*/ 2077824 h 2761817"/>
              <a:gd name="connsiteX9" fmla="*/ 3737994 w 12192000"/>
              <a:gd name="connsiteY9" fmla="*/ 1537151 h 2761817"/>
              <a:gd name="connsiteX10" fmla="*/ 6093022 w 12192000"/>
              <a:gd name="connsiteY10" fmla="*/ 507192 h 2761817"/>
              <a:gd name="connsiteX11" fmla="*/ 7952079 w 12192000"/>
              <a:gd name="connsiteY11" fmla="*/ 134321 h 2761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761817">
                <a:moveTo>
                  <a:pt x="9543317" y="0"/>
                </a:moveTo>
                <a:cubicBezTo>
                  <a:pt x="8633066" y="77187"/>
                  <a:pt x="7930485" y="245196"/>
                  <a:pt x="8343965" y="439374"/>
                </a:cubicBezTo>
                <a:cubicBezTo>
                  <a:pt x="8757445" y="633552"/>
                  <a:pt x="10896081" y="851416"/>
                  <a:pt x="12024195" y="1165070"/>
                </a:cubicBezTo>
                <a:lnTo>
                  <a:pt x="12192000" y="1216312"/>
                </a:lnTo>
                <a:lnTo>
                  <a:pt x="12192000" y="2761817"/>
                </a:lnTo>
                <a:lnTo>
                  <a:pt x="2" y="2761817"/>
                </a:lnTo>
                <a:lnTo>
                  <a:pt x="0" y="2761817"/>
                </a:lnTo>
                <a:lnTo>
                  <a:pt x="0" y="2077827"/>
                </a:lnTo>
                <a:lnTo>
                  <a:pt x="2" y="2077824"/>
                </a:lnTo>
                <a:cubicBezTo>
                  <a:pt x="462227" y="2231428"/>
                  <a:pt x="2419426" y="1964117"/>
                  <a:pt x="3737994" y="1537151"/>
                </a:cubicBezTo>
                <a:cubicBezTo>
                  <a:pt x="4699868" y="1238516"/>
                  <a:pt x="5390675" y="740997"/>
                  <a:pt x="6093022" y="507192"/>
                </a:cubicBezTo>
                <a:cubicBezTo>
                  <a:pt x="6795370" y="273387"/>
                  <a:pt x="7224241" y="218368"/>
                  <a:pt x="7952079" y="134321"/>
                </a:cubicBezTo>
                <a:close/>
              </a:path>
            </a:pathLst>
          </a:custGeom>
          <a:solidFill>
            <a:srgbClr val="1D4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1" name="组合 20" descr="D:\51PPT模板网\51pptmoban.com\图片.jpg">
            <a:extLst>
              <a:ext uri="{FF2B5EF4-FFF2-40B4-BE49-F238E27FC236}">
                <a16:creationId xmlns:a16="http://schemas.microsoft.com/office/drawing/2014/main" id="{9D9F582C-6596-AA05-E8BF-81386FE46896}"/>
              </a:ext>
            </a:extLst>
          </p:cNvPr>
          <p:cNvGrpSpPr/>
          <p:nvPr/>
        </p:nvGrpSpPr>
        <p:grpSpPr>
          <a:xfrm>
            <a:off x="1911488" y="1303730"/>
            <a:ext cx="8369024" cy="1789568"/>
            <a:chOff x="959771" y="1682776"/>
            <a:chExt cx="5968039" cy="1276160"/>
          </a:xfrm>
          <a:solidFill>
            <a:srgbClr val="1D418C"/>
          </a:solidFill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76EE1E2B-7424-7122-2B13-6C1EBA9312E7}"/>
                </a:ext>
              </a:extLst>
            </p:cNvPr>
            <p:cNvSpPr/>
            <p:nvPr/>
          </p:nvSpPr>
          <p:spPr>
            <a:xfrm>
              <a:off x="3163337" y="1765069"/>
              <a:ext cx="807374" cy="877657"/>
            </a:xfrm>
            <a:custGeom>
              <a:avLst/>
              <a:gdLst>
                <a:gd name="connsiteX0" fmla="*/ 382209 w 807374"/>
                <a:gd name="connsiteY0" fmla="*/ 0 h 877657"/>
                <a:gd name="connsiteX1" fmla="*/ 464937 w 807374"/>
                <a:gd name="connsiteY1" fmla="*/ 81964 h 877657"/>
                <a:gd name="connsiteX2" fmla="*/ 562630 w 807374"/>
                <a:gd name="connsiteY2" fmla="*/ 72903 h 877657"/>
                <a:gd name="connsiteX3" fmla="*/ 630308 w 807374"/>
                <a:gd name="connsiteY3" fmla="*/ 142730 h 877657"/>
                <a:gd name="connsiteX4" fmla="*/ 680028 w 807374"/>
                <a:gd name="connsiteY4" fmla="*/ 241900 h 877657"/>
                <a:gd name="connsiteX5" fmla="*/ 503931 w 807374"/>
                <a:gd name="connsiteY5" fmla="*/ 265592 h 877657"/>
                <a:gd name="connsiteX6" fmla="*/ 497363 w 807374"/>
                <a:gd name="connsiteY6" fmla="*/ 383799 h 877657"/>
                <a:gd name="connsiteX7" fmla="*/ 585910 w 807374"/>
                <a:gd name="connsiteY7" fmla="*/ 453709 h 877657"/>
                <a:gd name="connsiteX8" fmla="*/ 634299 w 807374"/>
                <a:gd name="connsiteY8" fmla="*/ 550220 h 877657"/>
                <a:gd name="connsiteX9" fmla="*/ 595887 w 807374"/>
                <a:gd name="connsiteY9" fmla="*/ 598517 h 877657"/>
                <a:gd name="connsiteX10" fmla="*/ 690255 w 807374"/>
                <a:gd name="connsiteY10" fmla="*/ 622706 h 877657"/>
                <a:gd name="connsiteX11" fmla="*/ 782710 w 807374"/>
                <a:gd name="connsiteY11" fmla="*/ 738170 h 877657"/>
                <a:gd name="connsiteX12" fmla="*/ 807320 w 807374"/>
                <a:gd name="connsiteY12" fmla="*/ 809327 h 877657"/>
                <a:gd name="connsiteX13" fmla="*/ 696407 w 807374"/>
                <a:gd name="connsiteY13" fmla="*/ 794946 h 877657"/>
                <a:gd name="connsiteX14" fmla="*/ 415300 w 807374"/>
                <a:gd name="connsiteY14" fmla="*/ 839752 h 877657"/>
                <a:gd name="connsiteX15" fmla="*/ 441574 w 807374"/>
                <a:gd name="connsiteY15" fmla="*/ 809327 h 877657"/>
                <a:gd name="connsiteX16" fmla="*/ 129787 w 807374"/>
                <a:gd name="connsiteY16" fmla="*/ 877658 h 877657"/>
                <a:gd name="connsiteX17" fmla="*/ 58034 w 807374"/>
                <a:gd name="connsiteY17" fmla="*/ 806834 h 877657"/>
                <a:gd name="connsiteX18" fmla="*/ 0 w 807374"/>
                <a:gd name="connsiteY18" fmla="*/ 697521 h 877657"/>
                <a:gd name="connsiteX19" fmla="*/ 354606 w 807374"/>
                <a:gd name="connsiteY19" fmla="*/ 616555 h 877657"/>
                <a:gd name="connsiteX20" fmla="*/ 330494 w 807374"/>
                <a:gd name="connsiteY20" fmla="*/ 590536 h 877657"/>
                <a:gd name="connsiteX21" fmla="*/ 279444 w 807374"/>
                <a:gd name="connsiteY21" fmla="*/ 611900 h 877657"/>
                <a:gd name="connsiteX22" fmla="*/ 172689 w 807374"/>
                <a:gd name="connsiteY22" fmla="*/ 482304 h 877657"/>
                <a:gd name="connsiteX23" fmla="*/ 165538 w 807374"/>
                <a:gd name="connsiteY23" fmla="*/ 444316 h 877657"/>
                <a:gd name="connsiteX24" fmla="*/ 358513 w 807374"/>
                <a:gd name="connsiteY24" fmla="*/ 403251 h 877657"/>
                <a:gd name="connsiteX25" fmla="*/ 362588 w 807374"/>
                <a:gd name="connsiteY25" fmla="*/ 301835 h 877657"/>
                <a:gd name="connsiteX26" fmla="*/ 158305 w 807374"/>
                <a:gd name="connsiteY26" fmla="*/ 368919 h 877657"/>
                <a:gd name="connsiteX27" fmla="*/ 103098 w 807374"/>
                <a:gd name="connsiteY27" fmla="*/ 402669 h 877657"/>
                <a:gd name="connsiteX28" fmla="*/ 19539 w 807374"/>
                <a:gd name="connsiteY28" fmla="*/ 275484 h 877657"/>
                <a:gd name="connsiteX29" fmla="*/ 79069 w 807374"/>
                <a:gd name="connsiteY29" fmla="*/ 79802 h 877657"/>
                <a:gd name="connsiteX30" fmla="*/ 103264 w 807374"/>
                <a:gd name="connsiteY30" fmla="*/ 87117 h 877657"/>
                <a:gd name="connsiteX31" fmla="*/ 171691 w 807374"/>
                <a:gd name="connsiteY31" fmla="*/ 169663 h 877657"/>
                <a:gd name="connsiteX32" fmla="*/ 377969 w 807374"/>
                <a:gd name="connsiteY32" fmla="*/ 101748 h 877657"/>
                <a:gd name="connsiteX33" fmla="*/ 382209 w 807374"/>
                <a:gd name="connsiteY33" fmla="*/ 0 h 87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07374" h="877657">
                  <a:moveTo>
                    <a:pt x="382209" y="0"/>
                  </a:moveTo>
                  <a:cubicBezTo>
                    <a:pt x="420621" y="12636"/>
                    <a:pt x="442405" y="50957"/>
                    <a:pt x="464937" y="81964"/>
                  </a:cubicBezTo>
                  <a:cubicBezTo>
                    <a:pt x="497529" y="79885"/>
                    <a:pt x="529955" y="69162"/>
                    <a:pt x="562630" y="72903"/>
                  </a:cubicBezTo>
                  <a:cubicBezTo>
                    <a:pt x="590317" y="90443"/>
                    <a:pt x="610687" y="117043"/>
                    <a:pt x="630308" y="142730"/>
                  </a:cubicBezTo>
                  <a:cubicBezTo>
                    <a:pt x="651427" y="172988"/>
                    <a:pt x="674541" y="204410"/>
                    <a:pt x="680028" y="241900"/>
                  </a:cubicBezTo>
                  <a:cubicBezTo>
                    <a:pt x="620830" y="245143"/>
                    <a:pt x="561799" y="252458"/>
                    <a:pt x="503931" y="265592"/>
                  </a:cubicBezTo>
                  <a:cubicBezTo>
                    <a:pt x="502019" y="304994"/>
                    <a:pt x="499524" y="344396"/>
                    <a:pt x="497363" y="383799"/>
                  </a:cubicBezTo>
                  <a:cubicBezTo>
                    <a:pt x="537687" y="388786"/>
                    <a:pt x="562464" y="424365"/>
                    <a:pt x="585910" y="453709"/>
                  </a:cubicBezTo>
                  <a:cubicBezTo>
                    <a:pt x="606197" y="483136"/>
                    <a:pt x="629810" y="513644"/>
                    <a:pt x="634299" y="550220"/>
                  </a:cubicBezTo>
                  <a:cubicBezTo>
                    <a:pt x="635546" y="573994"/>
                    <a:pt x="614345" y="588458"/>
                    <a:pt x="595887" y="598517"/>
                  </a:cubicBezTo>
                  <a:cubicBezTo>
                    <a:pt x="627980" y="601259"/>
                    <a:pt x="664896" y="599265"/>
                    <a:pt x="690255" y="622706"/>
                  </a:cubicBezTo>
                  <a:cubicBezTo>
                    <a:pt x="727420" y="655459"/>
                    <a:pt x="757102" y="696025"/>
                    <a:pt x="782710" y="738170"/>
                  </a:cubicBezTo>
                  <a:cubicBezTo>
                    <a:pt x="795431" y="759950"/>
                    <a:pt x="808318" y="783142"/>
                    <a:pt x="807320" y="809327"/>
                  </a:cubicBezTo>
                  <a:cubicBezTo>
                    <a:pt x="769407" y="814398"/>
                    <a:pt x="734487" y="792203"/>
                    <a:pt x="696407" y="794946"/>
                  </a:cubicBezTo>
                  <a:cubicBezTo>
                    <a:pt x="601458" y="797191"/>
                    <a:pt x="505012" y="807914"/>
                    <a:pt x="415300" y="839752"/>
                  </a:cubicBezTo>
                  <a:cubicBezTo>
                    <a:pt x="394681" y="820134"/>
                    <a:pt x="429850" y="817390"/>
                    <a:pt x="441574" y="809327"/>
                  </a:cubicBezTo>
                  <a:cubicBezTo>
                    <a:pt x="334984" y="818305"/>
                    <a:pt x="233466" y="853967"/>
                    <a:pt x="129787" y="877658"/>
                  </a:cubicBezTo>
                  <a:cubicBezTo>
                    <a:pt x="100853" y="859786"/>
                    <a:pt x="78570" y="833517"/>
                    <a:pt x="58034" y="806834"/>
                  </a:cubicBezTo>
                  <a:cubicBezTo>
                    <a:pt x="33590" y="773499"/>
                    <a:pt x="9395" y="738419"/>
                    <a:pt x="0" y="697521"/>
                  </a:cubicBezTo>
                  <a:cubicBezTo>
                    <a:pt x="113989" y="655459"/>
                    <a:pt x="234131" y="631269"/>
                    <a:pt x="354606" y="616555"/>
                  </a:cubicBezTo>
                  <a:cubicBezTo>
                    <a:pt x="346624" y="607660"/>
                    <a:pt x="338559" y="599099"/>
                    <a:pt x="330494" y="590536"/>
                  </a:cubicBezTo>
                  <a:cubicBezTo>
                    <a:pt x="313117" y="596854"/>
                    <a:pt x="295990" y="603836"/>
                    <a:pt x="279444" y="611900"/>
                  </a:cubicBezTo>
                  <a:cubicBezTo>
                    <a:pt x="231803" y="580727"/>
                    <a:pt x="199377" y="531433"/>
                    <a:pt x="172689" y="482304"/>
                  </a:cubicBezTo>
                  <a:cubicBezTo>
                    <a:pt x="168864" y="470667"/>
                    <a:pt x="157390" y="455787"/>
                    <a:pt x="165538" y="444316"/>
                  </a:cubicBezTo>
                  <a:cubicBezTo>
                    <a:pt x="229143" y="427856"/>
                    <a:pt x="294161" y="416883"/>
                    <a:pt x="358513" y="403251"/>
                  </a:cubicBezTo>
                  <a:cubicBezTo>
                    <a:pt x="359594" y="369418"/>
                    <a:pt x="360758" y="335585"/>
                    <a:pt x="362588" y="301835"/>
                  </a:cubicBezTo>
                  <a:cubicBezTo>
                    <a:pt x="294327" y="323531"/>
                    <a:pt x="222741" y="336832"/>
                    <a:pt x="158305" y="368919"/>
                  </a:cubicBezTo>
                  <a:cubicBezTo>
                    <a:pt x="138683" y="378395"/>
                    <a:pt x="129205" y="422952"/>
                    <a:pt x="103098" y="402669"/>
                  </a:cubicBezTo>
                  <a:cubicBezTo>
                    <a:pt x="66348" y="368337"/>
                    <a:pt x="29516" y="325776"/>
                    <a:pt x="19539" y="275484"/>
                  </a:cubicBezTo>
                  <a:cubicBezTo>
                    <a:pt x="39327" y="210312"/>
                    <a:pt x="63023" y="146138"/>
                    <a:pt x="79069" y="79802"/>
                  </a:cubicBezTo>
                  <a:cubicBezTo>
                    <a:pt x="87966" y="71905"/>
                    <a:pt x="96031" y="82379"/>
                    <a:pt x="103264" y="87117"/>
                  </a:cubicBezTo>
                  <a:cubicBezTo>
                    <a:pt x="130784" y="110310"/>
                    <a:pt x="151487" y="140236"/>
                    <a:pt x="171691" y="169663"/>
                  </a:cubicBezTo>
                  <a:cubicBezTo>
                    <a:pt x="238288" y="140818"/>
                    <a:pt x="308046" y="120535"/>
                    <a:pt x="377969" y="101748"/>
                  </a:cubicBezTo>
                  <a:cubicBezTo>
                    <a:pt x="380214" y="67832"/>
                    <a:pt x="379964" y="33833"/>
                    <a:pt x="382209" y="0"/>
                  </a:cubicBezTo>
                  <a:close/>
                </a:path>
              </a:pathLst>
            </a:custGeom>
            <a:grpFill/>
            <a:ln w="83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38C4923B-06EB-4AFA-E7BC-C9C999C0B6FB}"/>
                </a:ext>
              </a:extLst>
            </p:cNvPr>
            <p:cNvSpPr/>
            <p:nvPr/>
          </p:nvSpPr>
          <p:spPr>
            <a:xfrm>
              <a:off x="2230364" y="1824422"/>
              <a:ext cx="926713" cy="765023"/>
            </a:xfrm>
            <a:custGeom>
              <a:avLst/>
              <a:gdLst>
                <a:gd name="connsiteX0" fmla="*/ 483810 w 926713"/>
                <a:gd name="connsiteY0" fmla="*/ 0 h 765023"/>
                <a:gd name="connsiteX1" fmla="*/ 569115 w 926713"/>
                <a:gd name="connsiteY1" fmla="*/ 86286 h 765023"/>
                <a:gd name="connsiteX2" fmla="*/ 607444 w 926713"/>
                <a:gd name="connsiteY2" fmla="*/ 174567 h 765023"/>
                <a:gd name="connsiteX3" fmla="*/ 559387 w 926713"/>
                <a:gd name="connsiteY3" fmla="*/ 450633 h 765023"/>
                <a:gd name="connsiteX4" fmla="*/ 689506 w 926713"/>
                <a:gd name="connsiteY4" fmla="*/ 311228 h 765023"/>
                <a:gd name="connsiteX5" fmla="*/ 764834 w 926713"/>
                <a:gd name="connsiteY5" fmla="*/ 274653 h 765023"/>
                <a:gd name="connsiteX6" fmla="*/ 864689 w 926713"/>
                <a:gd name="connsiteY6" fmla="*/ 382468 h 765023"/>
                <a:gd name="connsiteX7" fmla="*/ 898861 w 926713"/>
                <a:gd name="connsiteY7" fmla="*/ 466344 h 765023"/>
                <a:gd name="connsiteX8" fmla="*/ 788447 w 926713"/>
                <a:gd name="connsiteY8" fmla="*/ 489952 h 765023"/>
                <a:gd name="connsiteX9" fmla="*/ 663399 w 926713"/>
                <a:gd name="connsiteY9" fmla="*/ 511981 h 765023"/>
                <a:gd name="connsiteX10" fmla="*/ 820540 w 926713"/>
                <a:gd name="connsiteY10" fmla="*/ 540909 h 765023"/>
                <a:gd name="connsiteX11" fmla="*/ 903683 w 926713"/>
                <a:gd name="connsiteY11" fmla="*/ 649640 h 765023"/>
                <a:gd name="connsiteX12" fmla="*/ 926714 w 926713"/>
                <a:gd name="connsiteY12" fmla="*/ 712068 h 765023"/>
                <a:gd name="connsiteX13" fmla="*/ 871922 w 926713"/>
                <a:gd name="connsiteY13" fmla="*/ 702924 h 765023"/>
                <a:gd name="connsiteX14" fmla="*/ 696989 w 926713"/>
                <a:gd name="connsiteY14" fmla="*/ 706748 h 765023"/>
                <a:gd name="connsiteX15" fmla="*/ 621495 w 926713"/>
                <a:gd name="connsiteY15" fmla="*/ 715227 h 765023"/>
                <a:gd name="connsiteX16" fmla="*/ 214509 w 926713"/>
                <a:gd name="connsiteY16" fmla="*/ 764189 h 765023"/>
                <a:gd name="connsiteX17" fmla="*/ 100853 w 926713"/>
                <a:gd name="connsiteY17" fmla="*/ 738835 h 765023"/>
                <a:gd name="connsiteX18" fmla="*/ 1081 w 926713"/>
                <a:gd name="connsiteY18" fmla="*/ 597436 h 765023"/>
                <a:gd name="connsiteX19" fmla="*/ 0 w 926713"/>
                <a:gd name="connsiteY19" fmla="*/ 578566 h 765023"/>
                <a:gd name="connsiteX20" fmla="*/ 65018 w 926713"/>
                <a:gd name="connsiteY20" fmla="*/ 579647 h 765023"/>
                <a:gd name="connsiteX21" fmla="*/ 396676 w 926713"/>
                <a:gd name="connsiteY21" fmla="*/ 541906 h 765023"/>
                <a:gd name="connsiteX22" fmla="*/ 345377 w 926713"/>
                <a:gd name="connsiteY22" fmla="*/ 475987 h 765023"/>
                <a:gd name="connsiteX23" fmla="*/ 395595 w 926713"/>
                <a:gd name="connsiteY23" fmla="*/ 485796 h 765023"/>
                <a:gd name="connsiteX24" fmla="*/ 413720 w 926713"/>
                <a:gd name="connsiteY24" fmla="*/ 371912 h 765023"/>
                <a:gd name="connsiteX25" fmla="*/ 336813 w 926713"/>
                <a:gd name="connsiteY25" fmla="*/ 412145 h 765023"/>
                <a:gd name="connsiteX26" fmla="*/ 309376 w 926713"/>
                <a:gd name="connsiteY26" fmla="*/ 545980 h 765023"/>
                <a:gd name="connsiteX27" fmla="*/ 232551 w 926713"/>
                <a:gd name="connsiteY27" fmla="*/ 479561 h 765023"/>
                <a:gd name="connsiteX28" fmla="*/ 134193 w 926713"/>
                <a:gd name="connsiteY28" fmla="*/ 495189 h 765023"/>
                <a:gd name="connsiteX29" fmla="*/ 53544 w 926713"/>
                <a:gd name="connsiteY29" fmla="*/ 409402 h 765023"/>
                <a:gd name="connsiteX30" fmla="*/ 12555 w 926713"/>
                <a:gd name="connsiteY30" fmla="*/ 324113 h 765023"/>
                <a:gd name="connsiteX31" fmla="*/ 38828 w 926713"/>
                <a:gd name="connsiteY31" fmla="*/ 306407 h 765023"/>
                <a:gd name="connsiteX32" fmla="*/ 80233 w 926713"/>
                <a:gd name="connsiteY32" fmla="*/ 340822 h 765023"/>
                <a:gd name="connsiteX33" fmla="*/ 185908 w 926713"/>
                <a:gd name="connsiteY33" fmla="*/ 351961 h 765023"/>
                <a:gd name="connsiteX34" fmla="*/ 239452 w 926713"/>
                <a:gd name="connsiteY34" fmla="*/ 116212 h 765023"/>
                <a:gd name="connsiteX35" fmla="*/ 254584 w 926713"/>
                <a:gd name="connsiteY35" fmla="*/ 78140 h 765023"/>
                <a:gd name="connsiteX36" fmla="*/ 355936 w 926713"/>
                <a:gd name="connsiteY36" fmla="*/ 199921 h 765023"/>
                <a:gd name="connsiteX37" fmla="*/ 348287 w 926713"/>
                <a:gd name="connsiteY37" fmla="*/ 366342 h 765023"/>
                <a:gd name="connsiteX38" fmla="*/ 414552 w 926713"/>
                <a:gd name="connsiteY38" fmla="*/ 369085 h 765023"/>
                <a:gd name="connsiteX39" fmla="*/ 452133 w 926713"/>
                <a:gd name="connsiteY39" fmla="*/ 137991 h 765023"/>
                <a:gd name="connsiteX40" fmla="*/ 483810 w 926713"/>
                <a:gd name="connsiteY40" fmla="*/ 0 h 765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26713" h="765023">
                  <a:moveTo>
                    <a:pt x="483810" y="0"/>
                  </a:moveTo>
                  <a:cubicBezTo>
                    <a:pt x="521391" y="17706"/>
                    <a:pt x="545253" y="53783"/>
                    <a:pt x="569115" y="86286"/>
                  </a:cubicBezTo>
                  <a:cubicBezTo>
                    <a:pt x="586076" y="113219"/>
                    <a:pt x="607278" y="141316"/>
                    <a:pt x="607444" y="174567"/>
                  </a:cubicBezTo>
                  <a:cubicBezTo>
                    <a:pt x="589568" y="266173"/>
                    <a:pt x="574187" y="358362"/>
                    <a:pt x="559387" y="450633"/>
                  </a:cubicBezTo>
                  <a:cubicBezTo>
                    <a:pt x="607195" y="408487"/>
                    <a:pt x="646688" y="358112"/>
                    <a:pt x="689506" y="311228"/>
                  </a:cubicBezTo>
                  <a:cubicBezTo>
                    <a:pt x="709045" y="289532"/>
                    <a:pt x="739559" y="286457"/>
                    <a:pt x="764834" y="274653"/>
                  </a:cubicBezTo>
                  <a:cubicBezTo>
                    <a:pt x="808318" y="299009"/>
                    <a:pt x="836836" y="342401"/>
                    <a:pt x="864689" y="382468"/>
                  </a:cubicBezTo>
                  <a:cubicBezTo>
                    <a:pt x="879655" y="408321"/>
                    <a:pt x="900274" y="435088"/>
                    <a:pt x="898861" y="466344"/>
                  </a:cubicBezTo>
                  <a:cubicBezTo>
                    <a:pt x="867350" y="488872"/>
                    <a:pt x="825279" y="485879"/>
                    <a:pt x="788447" y="489952"/>
                  </a:cubicBezTo>
                  <a:cubicBezTo>
                    <a:pt x="745960" y="491864"/>
                    <a:pt x="704139" y="500260"/>
                    <a:pt x="663399" y="511981"/>
                  </a:cubicBezTo>
                  <a:cubicBezTo>
                    <a:pt x="715696" y="509072"/>
                    <a:pt x="781130" y="497267"/>
                    <a:pt x="820540" y="540909"/>
                  </a:cubicBezTo>
                  <a:cubicBezTo>
                    <a:pt x="852966" y="573246"/>
                    <a:pt x="880403" y="610321"/>
                    <a:pt x="903683" y="649640"/>
                  </a:cubicBezTo>
                  <a:cubicBezTo>
                    <a:pt x="914409" y="669008"/>
                    <a:pt x="925965" y="689291"/>
                    <a:pt x="926714" y="712068"/>
                  </a:cubicBezTo>
                  <a:cubicBezTo>
                    <a:pt x="908755" y="724205"/>
                    <a:pt x="890713" y="703839"/>
                    <a:pt x="871922" y="702924"/>
                  </a:cubicBezTo>
                  <a:cubicBezTo>
                    <a:pt x="813639" y="697770"/>
                    <a:pt x="755106" y="702176"/>
                    <a:pt x="696989" y="706748"/>
                  </a:cubicBezTo>
                  <a:cubicBezTo>
                    <a:pt x="670799" y="706249"/>
                    <a:pt x="647602" y="726117"/>
                    <a:pt x="621495" y="715227"/>
                  </a:cubicBezTo>
                  <a:cubicBezTo>
                    <a:pt x="485889" y="731936"/>
                    <a:pt x="351031" y="756042"/>
                    <a:pt x="214509" y="764189"/>
                  </a:cubicBezTo>
                  <a:cubicBezTo>
                    <a:pt x="175681" y="765935"/>
                    <a:pt x="131117" y="767680"/>
                    <a:pt x="100853" y="738835"/>
                  </a:cubicBezTo>
                  <a:cubicBezTo>
                    <a:pt x="58699" y="699350"/>
                    <a:pt x="21534" y="651884"/>
                    <a:pt x="1081" y="597436"/>
                  </a:cubicBezTo>
                  <a:cubicBezTo>
                    <a:pt x="831" y="592698"/>
                    <a:pt x="249" y="583304"/>
                    <a:pt x="0" y="578566"/>
                  </a:cubicBezTo>
                  <a:cubicBezTo>
                    <a:pt x="21617" y="579647"/>
                    <a:pt x="43318" y="581226"/>
                    <a:pt x="65018" y="579647"/>
                  </a:cubicBezTo>
                  <a:cubicBezTo>
                    <a:pt x="176014" y="571583"/>
                    <a:pt x="286345" y="556371"/>
                    <a:pt x="396676" y="541906"/>
                  </a:cubicBezTo>
                  <a:cubicBezTo>
                    <a:pt x="392186" y="511898"/>
                    <a:pt x="365996" y="494857"/>
                    <a:pt x="345377" y="475987"/>
                  </a:cubicBezTo>
                  <a:cubicBezTo>
                    <a:pt x="361257" y="482803"/>
                    <a:pt x="377886" y="491449"/>
                    <a:pt x="395595" y="485796"/>
                  </a:cubicBezTo>
                  <a:cubicBezTo>
                    <a:pt x="401748" y="447807"/>
                    <a:pt x="408566" y="409984"/>
                    <a:pt x="413720" y="371912"/>
                  </a:cubicBezTo>
                  <a:cubicBezTo>
                    <a:pt x="387281" y="383300"/>
                    <a:pt x="359262" y="393524"/>
                    <a:pt x="336813" y="412145"/>
                  </a:cubicBezTo>
                  <a:cubicBezTo>
                    <a:pt x="324425" y="455953"/>
                    <a:pt x="317191" y="501091"/>
                    <a:pt x="309376" y="545980"/>
                  </a:cubicBezTo>
                  <a:cubicBezTo>
                    <a:pt x="273707" y="538249"/>
                    <a:pt x="258159" y="501091"/>
                    <a:pt x="232551" y="479561"/>
                  </a:cubicBezTo>
                  <a:cubicBezTo>
                    <a:pt x="202204" y="492612"/>
                    <a:pt x="166952" y="512064"/>
                    <a:pt x="134193" y="495189"/>
                  </a:cubicBezTo>
                  <a:cubicBezTo>
                    <a:pt x="100437" y="474158"/>
                    <a:pt x="76575" y="441074"/>
                    <a:pt x="53544" y="409402"/>
                  </a:cubicBezTo>
                  <a:cubicBezTo>
                    <a:pt x="36417" y="382967"/>
                    <a:pt x="17211" y="355868"/>
                    <a:pt x="12555" y="324113"/>
                  </a:cubicBezTo>
                  <a:cubicBezTo>
                    <a:pt x="9395" y="309483"/>
                    <a:pt x="26273" y="297346"/>
                    <a:pt x="38828" y="306407"/>
                  </a:cubicBezTo>
                  <a:cubicBezTo>
                    <a:pt x="54625" y="315302"/>
                    <a:pt x="65351" y="330680"/>
                    <a:pt x="80233" y="340822"/>
                  </a:cubicBezTo>
                  <a:cubicBezTo>
                    <a:pt x="115320" y="346059"/>
                    <a:pt x="150738" y="347389"/>
                    <a:pt x="185908" y="351961"/>
                  </a:cubicBezTo>
                  <a:cubicBezTo>
                    <a:pt x="198296" y="272242"/>
                    <a:pt x="220745" y="194601"/>
                    <a:pt x="239452" y="116212"/>
                  </a:cubicBezTo>
                  <a:cubicBezTo>
                    <a:pt x="242113" y="102662"/>
                    <a:pt x="247268" y="89777"/>
                    <a:pt x="254584" y="78140"/>
                  </a:cubicBezTo>
                  <a:cubicBezTo>
                    <a:pt x="299315" y="107733"/>
                    <a:pt x="330494" y="153536"/>
                    <a:pt x="355936" y="199921"/>
                  </a:cubicBezTo>
                  <a:cubicBezTo>
                    <a:pt x="386283" y="252291"/>
                    <a:pt x="357266" y="312226"/>
                    <a:pt x="348287" y="366342"/>
                  </a:cubicBezTo>
                  <a:cubicBezTo>
                    <a:pt x="370403" y="366758"/>
                    <a:pt x="392519" y="367589"/>
                    <a:pt x="414552" y="369085"/>
                  </a:cubicBezTo>
                  <a:cubicBezTo>
                    <a:pt x="424695" y="291694"/>
                    <a:pt x="438497" y="214801"/>
                    <a:pt x="452133" y="137991"/>
                  </a:cubicBezTo>
                  <a:cubicBezTo>
                    <a:pt x="460863" y="91606"/>
                    <a:pt x="467597" y="44473"/>
                    <a:pt x="483810" y="0"/>
                  </a:cubicBezTo>
                  <a:close/>
                </a:path>
              </a:pathLst>
            </a:custGeom>
            <a:grpFill/>
            <a:ln w="83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4255735-F924-2FB3-DEF9-A9050232F26F}"/>
                </a:ext>
              </a:extLst>
            </p:cNvPr>
            <p:cNvGrpSpPr/>
            <p:nvPr/>
          </p:nvGrpSpPr>
          <p:grpSpPr>
            <a:xfrm>
              <a:off x="3944820" y="1799574"/>
              <a:ext cx="951063" cy="921881"/>
              <a:chOff x="3969842" y="1854765"/>
              <a:chExt cx="858528" cy="832185"/>
            </a:xfrm>
            <a:grpFill/>
          </p:grpSpPr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DE7F2366-4B3F-6F65-A73D-B9D69E2A6C72}"/>
                  </a:ext>
                </a:extLst>
              </p:cNvPr>
              <p:cNvSpPr/>
              <p:nvPr/>
            </p:nvSpPr>
            <p:spPr>
              <a:xfrm>
                <a:off x="4022522" y="1854765"/>
                <a:ext cx="805848" cy="832185"/>
              </a:xfrm>
              <a:custGeom>
                <a:avLst/>
                <a:gdLst>
                  <a:gd name="connsiteX0" fmla="*/ 275537 w 1092418"/>
                  <a:gd name="connsiteY0" fmla="*/ 92687 h 1128120"/>
                  <a:gd name="connsiteX1" fmla="*/ 747208 w 1092418"/>
                  <a:gd name="connsiteY1" fmla="*/ 0 h 1128120"/>
                  <a:gd name="connsiteX2" fmla="*/ 821289 w 1092418"/>
                  <a:gd name="connsiteY2" fmla="*/ 75064 h 1128120"/>
                  <a:gd name="connsiteX3" fmla="*/ 872587 w 1092418"/>
                  <a:gd name="connsiteY3" fmla="*/ 176147 h 1128120"/>
                  <a:gd name="connsiteX4" fmla="*/ 512079 w 1092418"/>
                  <a:gd name="connsiteY4" fmla="*/ 232923 h 1128120"/>
                  <a:gd name="connsiteX5" fmla="*/ 514407 w 1092418"/>
                  <a:gd name="connsiteY5" fmla="*/ 291195 h 1128120"/>
                  <a:gd name="connsiteX6" fmla="*/ 400833 w 1092418"/>
                  <a:gd name="connsiteY6" fmla="*/ 859702 h 1128120"/>
                  <a:gd name="connsiteX7" fmla="*/ 602622 w 1092418"/>
                  <a:gd name="connsiteY7" fmla="*/ 796110 h 1128120"/>
                  <a:gd name="connsiteX8" fmla="*/ 513243 w 1092418"/>
                  <a:gd name="connsiteY8" fmla="*/ 661610 h 1128120"/>
                  <a:gd name="connsiteX9" fmla="*/ 602372 w 1092418"/>
                  <a:gd name="connsiteY9" fmla="*/ 639581 h 1128120"/>
                  <a:gd name="connsiteX10" fmla="*/ 519063 w 1092418"/>
                  <a:gd name="connsiteY10" fmla="*/ 518714 h 1128120"/>
                  <a:gd name="connsiteX11" fmla="*/ 621495 w 1092418"/>
                  <a:gd name="connsiteY11" fmla="*/ 452379 h 1128120"/>
                  <a:gd name="connsiteX12" fmla="*/ 532616 w 1092418"/>
                  <a:gd name="connsiteY12" fmla="*/ 328768 h 1128120"/>
                  <a:gd name="connsiteX13" fmla="*/ 672379 w 1092418"/>
                  <a:gd name="connsiteY13" fmla="*/ 279890 h 1128120"/>
                  <a:gd name="connsiteX14" fmla="*/ 664314 w 1092418"/>
                  <a:gd name="connsiteY14" fmla="*/ 216630 h 1128120"/>
                  <a:gd name="connsiteX15" fmla="*/ 725424 w 1092418"/>
                  <a:gd name="connsiteY15" fmla="*/ 274902 h 1128120"/>
                  <a:gd name="connsiteX16" fmla="*/ 826277 w 1092418"/>
                  <a:gd name="connsiteY16" fmla="*/ 376733 h 1128120"/>
                  <a:gd name="connsiteX17" fmla="*/ 769574 w 1092418"/>
                  <a:gd name="connsiteY17" fmla="*/ 432262 h 1128120"/>
                  <a:gd name="connsiteX18" fmla="*/ 833926 w 1092418"/>
                  <a:gd name="connsiteY18" fmla="*/ 524367 h 1128120"/>
                  <a:gd name="connsiteX19" fmla="*/ 774811 w 1092418"/>
                  <a:gd name="connsiteY19" fmla="*/ 585798 h 1128120"/>
                  <a:gd name="connsiteX20" fmla="*/ 775477 w 1092418"/>
                  <a:gd name="connsiteY20" fmla="*/ 635176 h 1128120"/>
                  <a:gd name="connsiteX21" fmla="*/ 862278 w 1092418"/>
                  <a:gd name="connsiteY21" fmla="*/ 706997 h 1128120"/>
                  <a:gd name="connsiteX22" fmla="*/ 830268 w 1092418"/>
                  <a:gd name="connsiteY22" fmla="*/ 773499 h 1128120"/>
                  <a:gd name="connsiteX23" fmla="*/ 974023 w 1092418"/>
                  <a:gd name="connsiteY23" fmla="*/ 794946 h 1128120"/>
                  <a:gd name="connsiteX24" fmla="*/ 1065480 w 1092418"/>
                  <a:gd name="connsiteY24" fmla="*/ 903427 h 1128120"/>
                  <a:gd name="connsiteX25" fmla="*/ 1092418 w 1092418"/>
                  <a:gd name="connsiteY25" fmla="*/ 972672 h 1128120"/>
                  <a:gd name="connsiteX26" fmla="*/ 1032721 w 1092418"/>
                  <a:gd name="connsiteY26" fmla="*/ 987884 h 1128120"/>
                  <a:gd name="connsiteX27" fmla="*/ 787532 w 1092418"/>
                  <a:gd name="connsiteY27" fmla="*/ 997112 h 1128120"/>
                  <a:gd name="connsiteX28" fmla="*/ 741720 w 1092418"/>
                  <a:gd name="connsiteY28" fmla="*/ 1012075 h 1128120"/>
                  <a:gd name="connsiteX29" fmla="*/ 739393 w 1092418"/>
                  <a:gd name="connsiteY29" fmla="*/ 1004344 h 1128120"/>
                  <a:gd name="connsiteX30" fmla="*/ 803246 w 1092418"/>
                  <a:gd name="connsiteY30" fmla="*/ 961949 h 1128120"/>
                  <a:gd name="connsiteX31" fmla="*/ 530703 w 1092418"/>
                  <a:gd name="connsiteY31" fmla="*/ 1013072 h 1128120"/>
                  <a:gd name="connsiteX32" fmla="*/ 483478 w 1092418"/>
                  <a:gd name="connsiteY32" fmla="*/ 1002432 h 1128120"/>
                  <a:gd name="connsiteX33" fmla="*/ 394349 w 1092418"/>
                  <a:gd name="connsiteY33" fmla="*/ 880733 h 1128120"/>
                  <a:gd name="connsiteX34" fmla="*/ 269634 w 1092418"/>
                  <a:gd name="connsiteY34" fmla="*/ 1035683 h 1128120"/>
                  <a:gd name="connsiteX35" fmla="*/ 0 w 1092418"/>
                  <a:gd name="connsiteY35" fmla="*/ 1128120 h 1128120"/>
                  <a:gd name="connsiteX36" fmla="*/ 140762 w 1092418"/>
                  <a:gd name="connsiteY36" fmla="*/ 966687 h 1128120"/>
                  <a:gd name="connsiteX37" fmla="*/ 222408 w 1092418"/>
                  <a:gd name="connsiteY37" fmla="*/ 814647 h 1128120"/>
                  <a:gd name="connsiteX38" fmla="*/ 313533 w 1092418"/>
                  <a:gd name="connsiteY38" fmla="*/ 540992 h 1128120"/>
                  <a:gd name="connsiteX39" fmla="*/ 376971 w 1092418"/>
                  <a:gd name="connsiteY39" fmla="*/ 241152 h 1128120"/>
                  <a:gd name="connsiteX40" fmla="*/ 275537 w 1092418"/>
                  <a:gd name="connsiteY40" fmla="*/ 92687 h 1128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092418" h="1128120">
                    <a:moveTo>
                      <a:pt x="275537" y="92687"/>
                    </a:moveTo>
                    <a:cubicBezTo>
                      <a:pt x="431097" y="54199"/>
                      <a:pt x="590233" y="32253"/>
                      <a:pt x="747208" y="0"/>
                    </a:cubicBezTo>
                    <a:cubicBezTo>
                      <a:pt x="777389" y="18870"/>
                      <a:pt x="800336" y="46718"/>
                      <a:pt x="821289" y="75064"/>
                    </a:cubicBezTo>
                    <a:cubicBezTo>
                      <a:pt x="843322" y="105821"/>
                      <a:pt x="865105" y="138324"/>
                      <a:pt x="872587" y="176147"/>
                    </a:cubicBezTo>
                    <a:cubicBezTo>
                      <a:pt x="751531" y="189530"/>
                      <a:pt x="632719" y="217045"/>
                      <a:pt x="512079" y="232923"/>
                    </a:cubicBezTo>
                    <a:cubicBezTo>
                      <a:pt x="507838" y="252458"/>
                      <a:pt x="513576" y="271743"/>
                      <a:pt x="514407" y="291195"/>
                    </a:cubicBezTo>
                    <a:cubicBezTo>
                      <a:pt x="498526" y="484383"/>
                      <a:pt x="450636" y="672915"/>
                      <a:pt x="400833" y="859702"/>
                    </a:cubicBezTo>
                    <a:cubicBezTo>
                      <a:pt x="468345" y="839253"/>
                      <a:pt x="538519" y="827116"/>
                      <a:pt x="602622" y="796110"/>
                    </a:cubicBezTo>
                    <a:cubicBezTo>
                      <a:pt x="564709" y="757539"/>
                      <a:pt x="529955" y="713731"/>
                      <a:pt x="513243" y="661610"/>
                    </a:cubicBezTo>
                    <a:cubicBezTo>
                      <a:pt x="540098" y="645566"/>
                      <a:pt x="571693" y="641992"/>
                      <a:pt x="602372" y="639581"/>
                    </a:cubicBezTo>
                    <a:cubicBezTo>
                      <a:pt x="565873" y="606663"/>
                      <a:pt x="532864" y="566596"/>
                      <a:pt x="519063" y="518714"/>
                    </a:cubicBezTo>
                    <a:cubicBezTo>
                      <a:pt x="556228" y="501673"/>
                      <a:pt x="589236" y="477234"/>
                      <a:pt x="621495" y="452379"/>
                    </a:cubicBezTo>
                    <a:cubicBezTo>
                      <a:pt x="582667" y="418961"/>
                      <a:pt x="550740" y="376982"/>
                      <a:pt x="532616" y="328768"/>
                    </a:cubicBezTo>
                    <a:cubicBezTo>
                      <a:pt x="576931" y="306906"/>
                      <a:pt x="624488" y="291860"/>
                      <a:pt x="672379" y="279890"/>
                    </a:cubicBezTo>
                    <a:cubicBezTo>
                      <a:pt x="670217" y="258692"/>
                      <a:pt x="666393" y="237744"/>
                      <a:pt x="664314" y="216630"/>
                    </a:cubicBezTo>
                    <a:cubicBezTo>
                      <a:pt x="691086" y="228267"/>
                      <a:pt x="707798" y="252956"/>
                      <a:pt x="725424" y="274902"/>
                    </a:cubicBezTo>
                    <a:cubicBezTo>
                      <a:pt x="777555" y="282383"/>
                      <a:pt x="805658" y="333673"/>
                      <a:pt x="826277" y="376733"/>
                    </a:cubicBezTo>
                    <a:cubicBezTo>
                      <a:pt x="809648" y="397598"/>
                      <a:pt x="787282" y="412644"/>
                      <a:pt x="769574" y="432262"/>
                    </a:cubicBezTo>
                    <a:cubicBezTo>
                      <a:pt x="794433" y="460193"/>
                      <a:pt x="822701" y="487541"/>
                      <a:pt x="833926" y="524367"/>
                    </a:cubicBezTo>
                    <a:cubicBezTo>
                      <a:pt x="822785" y="550801"/>
                      <a:pt x="794932" y="566180"/>
                      <a:pt x="774811" y="585798"/>
                    </a:cubicBezTo>
                    <a:cubicBezTo>
                      <a:pt x="774977" y="602257"/>
                      <a:pt x="775227" y="618716"/>
                      <a:pt x="775477" y="635176"/>
                    </a:cubicBezTo>
                    <a:cubicBezTo>
                      <a:pt x="819542" y="631518"/>
                      <a:pt x="846563" y="671585"/>
                      <a:pt x="862278" y="706997"/>
                    </a:cubicBezTo>
                    <a:cubicBezTo>
                      <a:pt x="872587" y="734263"/>
                      <a:pt x="846896" y="755876"/>
                      <a:pt x="830268" y="773499"/>
                    </a:cubicBezTo>
                    <a:cubicBezTo>
                      <a:pt x="878241" y="773582"/>
                      <a:pt x="931785" y="767182"/>
                      <a:pt x="974023" y="794946"/>
                    </a:cubicBezTo>
                    <a:cubicBezTo>
                      <a:pt x="1011769" y="824124"/>
                      <a:pt x="1040204" y="863443"/>
                      <a:pt x="1065480" y="903427"/>
                    </a:cubicBezTo>
                    <a:cubicBezTo>
                      <a:pt x="1077619" y="924874"/>
                      <a:pt x="1092169" y="947152"/>
                      <a:pt x="1092418" y="972672"/>
                    </a:cubicBezTo>
                    <a:cubicBezTo>
                      <a:pt x="1079864" y="992373"/>
                      <a:pt x="1052842" y="989796"/>
                      <a:pt x="1032721" y="987884"/>
                    </a:cubicBezTo>
                    <a:cubicBezTo>
                      <a:pt x="951241" y="975000"/>
                      <a:pt x="868181" y="982648"/>
                      <a:pt x="787532" y="997112"/>
                    </a:cubicBezTo>
                    <a:cubicBezTo>
                      <a:pt x="771486" y="999772"/>
                      <a:pt x="756520" y="1006089"/>
                      <a:pt x="741720" y="1012075"/>
                    </a:cubicBezTo>
                    <a:cubicBezTo>
                      <a:pt x="741138" y="1010163"/>
                      <a:pt x="739974" y="1006256"/>
                      <a:pt x="739393" y="1004344"/>
                    </a:cubicBezTo>
                    <a:cubicBezTo>
                      <a:pt x="763503" y="994867"/>
                      <a:pt x="783874" y="978824"/>
                      <a:pt x="803246" y="961949"/>
                    </a:cubicBezTo>
                    <a:cubicBezTo>
                      <a:pt x="712453" y="979239"/>
                      <a:pt x="622909" y="1003762"/>
                      <a:pt x="530703" y="1013072"/>
                    </a:cubicBezTo>
                    <a:cubicBezTo>
                      <a:pt x="514240" y="1014818"/>
                      <a:pt x="495783" y="1014984"/>
                      <a:pt x="483478" y="1002432"/>
                    </a:cubicBezTo>
                    <a:cubicBezTo>
                      <a:pt x="444982" y="969181"/>
                      <a:pt x="417213" y="925622"/>
                      <a:pt x="394349" y="880733"/>
                    </a:cubicBezTo>
                    <a:cubicBezTo>
                      <a:pt x="374477" y="945240"/>
                      <a:pt x="336813" y="1011991"/>
                      <a:pt x="269634" y="1035683"/>
                    </a:cubicBezTo>
                    <a:cubicBezTo>
                      <a:pt x="179672" y="1066107"/>
                      <a:pt x="85055" y="1084728"/>
                      <a:pt x="0" y="1128120"/>
                    </a:cubicBezTo>
                    <a:cubicBezTo>
                      <a:pt x="56122" y="1083315"/>
                      <a:pt x="104677" y="1029033"/>
                      <a:pt x="140762" y="966687"/>
                    </a:cubicBezTo>
                    <a:cubicBezTo>
                      <a:pt x="169363" y="916728"/>
                      <a:pt x="192643" y="863942"/>
                      <a:pt x="222408" y="814647"/>
                    </a:cubicBezTo>
                    <a:cubicBezTo>
                      <a:pt x="272793" y="731271"/>
                      <a:pt x="288756" y="633762"/>
                      <a:pt x="313533" y="540992"/>
                    </a:cubicBezTo>
                    <a:cubicBezTo>
                      <a:pt x="338227" y="441821"/>
                      <a:pt x="359677" y="341819"/>
                      <a:pt x="376971" y="241152"/>
                    </a:cubicBezTo>
                    <a:cubicBezTo>
                      <a:pt x="331159" y="202581"/>
                      <a:pt x="287343" y="152871"/>
                      <a:pt x="275537" y="92687"/>
                    </a:cubicBezTo>
                    <a:close/>
                  </a:path>
                </a:pathLst>
              </a:custGeom>
              <a:grpFill/>
              <a:ln w="83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任意多边形: 形状 7">
                <a:extLst>
                  <a:ext uri="{FF2B5EF4-FFF2-40B4-BE49-F238E27FC236}">
                    <a16:creationId xmlns:a16="http://schemas.microsoft.com/office/drawing/2014/main" id="{85CA10AE-BD54-4C7B-4323-AFEF5D20B7D1}"/>
                  </a:ext>
                </a:extLst>
              </p:cNvPr>
              <p:cNvSpPr/>
              <p:nvPr/>
            </p:nvSpPr>
            <p:spPr>
              <a:xfrm>
                <a:off x="3969842" y="1854765"/>
                <a:ext cx="263265" cy="726222"/>
              </a:xfrm>
              <a:custGeom>
                <a:avLst/>
                <a:gdLst>
                  <a:gd name="connsiteX0" fmla="*/ 70089 w 251673"/>
                  <a:gd name="connsiteY0" fmla="*/ 5108 h 694247"/>
                  <a:gd name="connsiteX1" fmla="*/ 166286 w 251673"/>
                  <a:gd name="connsiteY1" fmla="*/ 29131 h 694247"/>
                  <a:gd name="connsiteX2" fmla="*/ 251674 w 251673"/>
                  <a:gd name="connsiteY2" fmla="*/ 153157 h 694247"/>
                  <a:gd name="connsiteX3" fmla="*/ 163459 w 251673"/>
                  <a:gd name="connsiteY3" fmla="*/ 268455 h 694247"/>
                  <a:gd name="connsiteX4" fmla="*/ 201206 w 251673"/>
                  <a:gd name="connsiteY4" fmla="*/ 319329 h 694247"/>
                  <a:gd name="connsiteX5" fmla="*/ 123717 w 251673"/>
                  <a:gd name="connsiteY5" fmla="*/ 499881 h 694247"/>
                  <a:gd name="connsiteX6" fmla="*/ 199128 w 251673"/>
                  <a:gd name="connsiteY6" fmla="*/ 451418 h 694247"/>
                  <a:gd name="connsiteX7" fmla="*/ 144503 w 251673"/>
                  <a:gd name="connsiteY7" fmla="*/ 661148 h 694247"/>
                  <a:gd name="connsiteX8" fmla="*/ 103679 w 251673"/>
                  <a:gd name="connsiteY8" fmla="*/ 690492 h 694247"/>
                  <a:gd name="connsiteX9" fmla="*/ 35917 w 251673"/>
                  <a:gd name="connsiteY9" fmla="*/ 618504 h 694247"/>
                  <a:gd name="connsiteX10" fmla="*/ 0 w 251673"/>
                  <a:gd name="connsiteY10" fmla="*/ 543107 h 694247"/>
                  <a:gd name="connsiteX11" fmla="*/ 120225 w 251673"/>
                  <a:gd name="connsiteY11" fmla="*/ 404534 h 694247"/>
                  <a:gd name="connsiteX12" fmla="*/ 11722 w 251673"/>
                  <a:gd name="connsiteY12" fmla="*/ 269785 h 694247"/>
                  <a:gd name="connsiteX13" fmla="*/ 37165 w 251673"/>
                  <a:gd name="connsiteY13" fmla="*/ 236118 h 694247"/>
                  <a:gd name="connsiteX14" fmla="*/ 144503 w 251673"/>
                  <a:gd name="connsiteY14" fmla="*/ 136532 h 694247"/>
                  <a:gd name="connsiteX15" fmla="*/ 70089 w 251673"/>
                  <a:gd name="connsiteY15" fmla="*/ 5108 h 694247"/>
                  <a:gd name="connsiteX0" fmla="*/ 70089 w 251674"/>
                  <a:gd name="connsiteY0" fmla="*/ 5108 h 694247"/>
                  <a:gd name="connsiteX1" fmla="*/ 166286 w 251674"/>
                  <a:gd name="connsiteY1" fmla="*/ 29131 h 694247"/>
                  <a:gd name="connsiteX2" fmla="*/ 251674 w 251674"/>
                  <a:gd name="connsiteY2" fmla="*/ 153157 h 694247"/>
                  <a:gd name="connsiteX3" fmla="*/ 163459 w 251674"/>
                  <a:gd name="connsiteY3" fmla="*/ 268455 h 694247"/>
                  <a:gd name="connsiteX4" fmla="*/ 201206 w 251674"/>
                  <a:gd name="connsiteY4" fmla="*/ 319329 h 694247"/>
                  <a:gd name="connsiteX5" fmla="*/ 123717 w 251674"/>
                  <a:gd name="connsiteY5" fmla="*/ 499881 h 694247"/>
                  <a:gd name="connsiteX6" fmla="*/ 199128 w 251674"/>
                  <a:gd name="connsiteY6" fmla="*/ 451418 h 694247"/>
                  <a:gd name="connsiteX7" fmla="*/ 144503 w 251674"/>
                  <a:gd name="connsiteY7" fmla="*/ 661148 h 694247"/>
                  <a:gd name="connsiteX8" fmla="*/ 103679 w 251674"/>
                  <a:gd name="connsiteY8" fmla="*/ 690492 h 694247"/>
                  <a:gd name="connsiteX9" fmla="*/ 35917 w 251674"/>
                  <a:gd name="connsiteY9" fmla="*/ 618504 h 694247"/>
                  <a:gd name="connsiteX10" fmla="*/ 0 w 251674"/>
                  <a:gd name="connsiteY10" fmla="*/ 543107 h 694247"/>
                  <a:gd name="connsiteX11" fmla="*/ 120225 w 251674"/>
                  <a:gd name="connsiteY11" fmla="*/ 404534 h 694247"/>
                  <a:gd name="connsiteX12" fmla="*/ 11722 w 251674"/>
                  <a:gd name="connsiteY12" fmla="*/ 269785 h 694247"/>
                  <a:gd name="connsiteX13" fmla="*/ 37165 w 251674"/>
                  <a:gd name="connsiteY13" fmla="*/ 236118 h 694247"/>
                  <a:gd name="connsiteX14" fmla="*/ 144503 w 251674"/>
                  <a:gd name="connsiteY14" fmla="*/ 136532 h 694247"/>
                  <a:gd name="connsiteX15" fmla="*/ 70089 w 251674"/>
                  <a:gd name="connsiteY15" fmla="*/ 5108 h 694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1674" h="694247">
                    <a:moveTo>
                      <a:pt x="70089" y="5108"/>
                    </a:moveTo>
                    <a:cubicBezTo>
                      <a:pt x="103846" y="-7943"/>
                      <a:pt x="140927" y="5440"/>
                      <a:pt x="166286" y="29131"/>
                    </a:cubicBezTo>
                    <a:cubicBezTo>
                      <a:pt x="203285" y="63463"/>
                      <a:pt x="234879" y="105193"/>
                      <a:pt x="251674" y="153157"/>
                    </a:cubicBezTo>
                    <a:cubicBezTo>
                      <a:pt x="217170" y="187239"/>
                      <a:pt x="190730" y="228554"/>
                      <a:pt x="163459" y="268455"/>
                    </a:cubicBezTo>
                    <a:cubicBezTo>
                      <a:pt x="178009" y="283916"/>
                      <a:pt x="190730" y="300874"/>
                      <a:pt x="201206" y="319329"/>
                    </a:cubicBezTo>
                    <a:cubicBezTo>
                      <a:pt x="181501" y="382339"/>
                      <a:pt x="136770" y="434377"/>
                      <a:pt x="123717" y="499881"/>
                    </a:cubicBezTo>
                    <a:cubicBezTo>
                      <a:pt x="150655" y="486747"/>
                      <a:pt x="176596" y="471368"/>
                      <a:pt x="199128" y="451418"/>
                    </a:cubicBezTo>
                    <a:cubicBezTo>
                      <a:pt x="164623" y="515758"/>
                      <a:pt x="157306" y="590324"/>
                      <a:pt x="144503" y="661148"/>
                    </a:cubicBezTo>
                    <a:cubicBezTo>
                      <a:pt x="142091" y="679519"/>
                      <a:pt x="123800" y="703626"/>
                      <a:pt x="103679" y="690492"/>
                    </a:cubicBezTo>
                    <a:cubicBezTo>
                      <a:pt x="75494" y="672703"/>
                      <a:pt x="55289" y="645021"/>
                      <a:pt x="35917" y="618504"/>
                    </a:cubicBezTo>
                    <a:cubicBezTo>
                      <a:pt x="20869" y="595311"/>
                      <a:pt x="2993" y="571454"/>
                      <a:pt x="0" y="543107"/>
                    </a:cubicBezTo>
                    <a:cubicBezTo>
                      <a:pt x="37414" y="494810"/>
                      <a:pt x="87134" y="456655"/>
                      <a:pt x="120225" y="404534"/>
                    </a:cubicBezTo>
                    <a:cubicBezTo>
                      <a:pt x="69341" y="375024"/>
                      <a:pt x="34753" y="322571"/>
                      <a:pt x="11722" y="269785"/>
                    </a:cubicBezTo>
                    <a:cubicBezTo>
                      <a:pt x="582" y="251081"/>
                      <a:pt x="25608" y="243766"/>
                      <a:pt x="37165" y="236118"/>
                    </a:cubicBezTo>
                    <a:cubicBezTo>
                      <a:pt x="82894" y="215420"/>
                      <a:pt x="116982" y="177347"/>
                      <a:pt x="144503" y="136532"/>
                    </a:cubicBezTo>
                    <a:cubicBezTo>
                      <a:pt x="47973" y="110456"/>
                      <a:pt x="77239" y="56646"/>
                      <a:pt x="70089" y="5108"/>
                    </a:cubicBezTo>
                    <a:close/>
                  </a:path>
                </a:pathLst>
              </a:custGeom>
              <a:grpFill/>
              <a:ln w="83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E94C4295-316F-8565-9A3B-2F124B0638E7}"/>
                </a:ext>
              </a:extLst>
            </p:cNvPr>
            <p:cNvSpPr/>
            <p:nvPr/>
          </p:nvSpPr>
          <p:spPr>
            <a:xfrm>
              <a:off x="4820405" y="1743868"/>
              <a:ext cx="1243845" cy="962639"/>
            </a:xfrm>
            <a:custGeom>
              <a:avLst/>
              <a:gdLst>
                <a:gd name="connsiteX0" fmla="*/ 256996 w 1347786"/>
                <a:gd name="connsiteY0" fmla="*/ 0 h 1043080"/>
                <a:gd name="connsiteX1" fmla="*/ 339889 w 1347786"/>
                <a:gd name="connsiteY1" fmla="*/ 84873 h 1043080"/>
                <a:gd name="connsiteX2" fmla="*/ 381045 w 1347786"/>
                <a:gd name="connsiteY2" fmla="*/ 183794 h 1043080"/>
                <a:gd name="connsiteX3" fmla="*/ 461528 w 1347786"/>
                <a:gd name="connsiteY3" fmla="*/ 304246 h 1043080"/>
                <a:gd name="connsiteX4" fmla="*/ 389443 w 1347786"/>
                <a:gd name="connsiteY4" fmla="*/ 338245 h 1043080"/>
                <a:gd name="connsiteX5" fmla="*/ 388611 w 1347786"/>
                <a:gd name="connsiteY5" fmla="*/ 407822 h 1043080"/>
                <a:gd name="connsiteX6" fmla="*/ 536856 w 1347786"/>
                <a:gd name="connsiteY6" fmla="*/ 362186 h 1043080"/>
                <a:gd name="connsiteX7" fmla="*/ 581171 w 1347786"/>
                <a:gd name="connsiteY7" fmla="*/ 383632 h 1043080"/>
                <a:gd name="connsiteX8" fmla="*/ 560468 w 1347786"/>
                <a:gd name="connsiteY8" fmla="*/ 205823 h 1043080"/>
                <a:gd name="connsiteX9" fmla="*/ 632969 w 1347786"/>
                <a:gd name="connsiteY9" fmla="*/ 269997 h 1043080"/>
                <a:gd name="connsiteX10" fmla="*/ 803745 w 1347786"/>
                <a:gd name="connsiteY10" fmla="*/ 194268 h 1043080"/>
                <a:gd name="connsiteX11" fmla="*/ 896533 w 1347786"/>
                <a:gd name="connsiteY11" fmla="*/ 226605 h 1043080"/>
                <a:gd name="connsiteX12" fmla="*/ 973690 w 1347786"/>
                <a:gd name="connsiteY12" fmla="*/ 325111 h 1043080"/>
                <a:gd name="connsiteX13" fmla="*/ 994060 w 1347786"/>
                <a:gd name="connsiteY13" fmla="*/ 386874 h 1043080"/>
                <a:gd name="connsiteX14" fmla="*/ 970115 w 1347786"/>
                <a:gd name="connsiteY14" fmla="*/ 436751 h 1043080"/>
                <a:gd name="connsiteX15" fmla="*/ 966207 w 1347786"/>
                <a:gd name="connsiteY15" fmla="*/ 653463 h 1043080"/>
                <a:gd name="connsiteX16" fmla="*/ 955897 w 1347786"/>
                <a:gd name="connsiteY16" fmla="*/ 721628 h 1043080"/>
                <a:gd name="connsiteX17" fmla="*/ 860865 w 1347786"/>
                <a:gd name="connsiteY17" fmla="*/ 619797 h 1043080"/>
                <a:gd name="connsiteX18" fmla="*/ 831931 w 1347786"/>
                <a:gd name="connsiteY18" fmla="*/ 536503 h 1043080"/>
                <a:gd name="connsiteX19" fmla="*/ 837917 w 1347786"/>
                <a:gd name="connsiteY19" fmla="*/ 361936 h 1043080"/>
                <a:gd name="connsiteX20" fmla="*/ 706301 w 1347786"/>
                <a:gd name="connsiteY20" fmla="*/ 451630 h 1043080"/>
                <a:gd name="connsiteX21" fmla="*/ 728667 w 1347786"/>
                <a:gd name="connsiteY21" fmla="*/ 721378 h 1043080"/>
                <a:gd name="connsiteX22" fmla="*/ 771070 w 1347786"/>
                <a:gd name="connsiteY22" fmla="*/ 611151 h 1043080"/>
                <a:gd name="connsiteX23" fmla="*/ 747208 w 1347786"/>
                <a:gd name="connsiteY23" fmla="*/ 547643 h 1043080"/>
                <a:gd name="connsiteX24" fmla="*/ 791523 w 1347786"/>
                <a:gd name="connsiteY24" fmla="*/ 571916 h 1043080"/>
                <a:gd name="connsiteX25" fmla="*/ 883479 w 1347786"/>
                <a:gd name="connsiteY25" fmla="*/ 708660 h 1043080"/>
                <a:gd name="connsiteX26" fmla="*/ 940765 w 1347786"/>
                <a:gd name="connsiteY26" fmla="*/ 714645 h 1043080"/>
                <a:gd name="connsiteX27" fmla="*/ 989653 w 1347786"/>
                <a:gd name="connsiteY27" fmla="*/ 761778 h 1043080"/>
                <a:gd name="connsiteX28" fmla="*/ 1154110 w 1347786"/>
                <a:gd name="connsiteY28" fmla="*/ 596189 h 1043080"/>
                <a:gd name="connsiteX29" fmla="*/ 1200754 w 1347786"/>
                <a:gd name="connsiteY29" fmla="*/ 520792 h 1043080"/>
                <a:gd name="connsiteX30" fmla="*/ 1056750 w 1347786"/>
                <a:gd name="connsiteY30" fmla="*/ 291693 h 1043080"/>
                <a:gd name="connsiteX31" fmla="*/ 946252 w 1347786"/>
                <a:gd name="connsiteY31" fmla="*/ 22278 h 1043080"/>
                <a:gd name="connsiteX32" fmla="*/ 1187118 w 1347786"/>
                <a:gd name="connsiteY32" fmla="*/ 410565 h 1043080"/>
                <a:gd name="connsiteX33" fmla="*/ 1344259 w 1347786"/>
                <a:gd name="connsiteY33" fmla="*/ 661361 h 1043080"/>
                <a:gd name="connsiteX34" fmla="*/ 1316738 w 1347786"/>
                <a:gd name="connsiteY34" fmla="*/ 757788 h 1043080"/>
                <a:gd name="connsiteX35" fmla="*/ 1085767 w 1347786"/>
                <a:gd name="connsiteY35" fmla="*/ 969181 h 1043080"/>
                <a:gd name="connsiteX36" fmla="*/ 1020001 w 1347786"/>
                <a:gd name="connsiteY36" fmla="*/ 993703 h 1043080"/>
                <a:gd name="connsiteX37" fmla="*/ 923638 w 1347786"/>
                <a:gd name="connsiteY37" fmla="*/ 875995 h 1043080"/>
                <a:gd name="connsiteX38" fmla="*/ 817214 w 1347786"/>
                <a:gd name="connsiteY38" fmla="*/ 975415 h 1043080"/>
                <a:gd name="connsiteX39" fmla="*/ 779301 w 1347786"/>
                <a:gd name="connsiteY39" fmla="*/ 950893 h 1043080"/>
                <a:gd name="connsiteX40" fmla="*/ 698320 w 1347786"/>
                <a:gd name="connsiteY40" fmla="*/ 833101 h 1043080"/>
                <a:gd name="connsiteX41" fmla="*/ 716860 w 1347786"/>
                <a:gd name="connsiteY41" fmla="*/ 747729 h 1043080"/>
                <a:gd name="connsiteX42" fmla="*/ 605033 w 1347786"/>
                <a:gd name="connsiteY42" fmla="*/ 609489 h 1043080"/>
                <a:gd name="connsiteX43" fmla="*/ 590067 w 1347786"/>
                <a:gd name="connsiteY43" fmla="*/ 530269 h 1043080"/>
                <a:gd name="connsiteX44" fmla="*/ 451301 w 1347786"/>
                <a:gd name="connsiteY44" fmla="*/ 577319 h 1043080"/>
                <a:gd name="connsiteX45" fmla="*/ 598215 w 1347786"/>
                <a:gd name="connsiteY45" fmla="*/ 879570 h 1043080"/>
                <a:gd name="connsiteX46" fmla="*/ 470092 w 1347786"/>
                <a:gd name="connsiteY46" fmla="*/ 864773 h 1043080"/>
                <a:gd name="connsiteX47" fmla="*/ 397092 w 1347786"/>
                <a:gd name="connsiteY47" fmla="*/ 888713 h 1043080"/>
                <a:gd name="connsiteX48" fmla="*/ 442239 w 1347786"/>
                <a:gd name="connsiteY48" fmla="*/ 656705 h 1043080"/>
                <a:gd name="connsiteX49" fmla="*/ 397009 w 1347786"/>
                <a:gd name="connsiteY49" fmla="*/ 597186 h 1043080"/>
                <a:gd name="connsiteX50" fmla="*/ 368657 w 1347786"/>
                <a:gd name="connsiteY50" fmla="*/ 608741 h 1043080"/>
                <a:gd name="connsiteX51" fmla="*/ 338725 w 1347786"/>
                <a:gd name="connsiteY51" fmla="*/ 886053 h 1043080"/>
                <a:gd name="connsiteX52" fmla="*/ 321598 w 1347786"/>
                <a:gd name="connsiteY52" fmla="*/ 953220 h 1043080"/>
                <a:gd name="connsiteX53" fmla="*/ 263065 w 1347786"/>
                <a:gd name="connsiteY53" fmla="*/ 959039 h 1043080"/>
                <a:gd name="connsiteX54" fmla="*/ 27853 w 1347786"/>
                <a:gd name="connsiteY54" fmla="*/ 1043081 h 1043080"/>
                <a:gd name="connsiteX55" fmla="*/ 189982 w 1347786"/>
                <a:gd name="connsiteY55" fmla="*/ 770756 h 1043080"/>
                <a:gd name="connsiteX56" fmla="*/ 203285 w 1347786"/>
                <a:gd name="connsiteY56" fmla="*/ 679482 h 1043080"/>
                <a:gd name="connsiteX57" fmla="*/ 122054 w 1347786"/>
                <a:gd name="connsiteY57" fmla="*/ 718635 h 1043080"/>
                <a:gd name="connsiteX58" fmla="*/ 77739 w 1347786"/>
                <a:gd name="connsiteY58" fmla="*/ 685966 h 1043080"/>
                <a:gd name="connsiteX59" fmla="*/ 0 w 1347786"/>
                <a:gd name="connsiteY59" fmla="*/ 559779 h 1043080"/>
                <a:gd name="connsiteX60" fmla="*/ 237207 w 1347786"/>
                <a:gd name="connsiteY60" fmla="*/ 411480 h 1043080"/>
                <a:gd name="connsiteX61" fmla="*/ 245771 w 1347786"/>
                <a:gd name="connsiteY61" fmla="*/ 347222 h 1043080"/>
                <a:gd name="connsiteX62" fmla="*/ 159801 w 1347786"/>
                <a:gd name="connsiteY62" fmla="*/ 203329 h 1043080"/>
                <a:gd name="connsiteX63" fmla="*/ 258409 w 1347786"/>
                <a:gd name="connsiteY63" fmla="*/ 172073 h 1043080"/>
                <a:gd name="connsiteX64" fmla="*/ 256996 w 1347786"/>
                <a:gd name="connsiteY64" fmla="*/ 0 h 1043080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056750 w 1347786"/>
                <a:gd name="connsiteY30" fmla="*/ 291693 h 1043081"/>
                <a:gd name="connsiteX31" fmla="*/ 1018498 w 1347786"/>
                <a:gd name="connsiteY31" fmla="*/ 179672 h 1043081"/>
                <a:gd name="connsiteX32" fmla="*/ 1187118 w 1347786"/>
                <a:gd name="connsiteY32" fmla="*/ 410565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08355 w 1347786"/>
                <a:gd name="connsiteY30" fmla="*/ 374261 h 1043081"/>
                <a:gd name="connsiteX31" fmla="*/ 1018498 w 1347786"/>
                <a:gd name="connsiteY31" fmla="*/ 179672 h 1043081"/>
                <a:gd name="connsiteX32" fmla="*/ 1187118 w 1347786"/>
                <a:gd name="connsiteY32" fmla="*/ 410565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08355 w 1347786"/>
                <a:gd name="connsiteY30" fmla="*/ 374261 h 1043081"/>
                <a:gd name="connsiteX31" fmla="*/ 1018498 w 1347786"/>
                <a:gd name="connsiteY31" fmla="*/ 179672 h 1043081"/>
                <a:gd name="connsiteX32" fmla="*/ 1187118 w 1347786"/>
                <a:gd name="connsiteY32" fmla="*/ 410565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08355 w 1347786"/>
                <a:gd name="connsiteY30" fmla="*/ 374261 h 1043081"/>
                <a:gd name="connsiteX31" fmla="*/ 1018498 w 1347786"/>
                <a:gd name="connsiteY31" fmla="*/ 179672 h 1043081"/>
                <a:gd name="connsiteX32" fmla="*/ 1187118 w 1347786"/>
                <a:gd name="connsiteY32" fmla="*/ 428627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08355 w 1347786"/>
                <a:gd name="connsiteY30" fmla="*/ 374261 h 1043081"/>
                <a:gd name="connsiteX31" fmla="*/ 1018498 w 1347786"/>
                <a:gd name="connsiteY31" fmla="*/ 179672 h 1043081"/>
                <a:gd name="connsiteX32" fmla="*/ 1197439 w 1347786"/>
                <a:gd name="connsiteY32" fmla="*/ 426047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08355 w 1347786"/>
                <a:gd name="connsiteY30" fmla="*/ 374261 h 1043081"/>
                <a:gd name="connsiteX31" fmla="*/ 1018498 w 1347786"/>
                <a:gd name="connsiteY31" fmla="*/ 179672 h 1043081"/>
                <a:gd name="connsiteX32" fmla="*/ 1197439 w 1347786"/>
                <a:gd name="connsiteY32" fmla="*/ 426047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08355 w 1347786"/>
                <a:gd name="connsiteY30" fmla="*/ 374261 h 1043081"/>
                <a:gd name="connsiteX31" fmla="*/ 1018498 w 1347786"/>
                <a:gd name="connsiteY31" fmla="*/ 179672 h 1043081"/>
                <a:gd name="connsiteX32" fmla="*/ 1197439 w 1347786"/>
                <a:gd name="connsiteY32" fmla="*/ 426047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08355 w 1347786"/>
                <a:gd name="connsiteY30" fmla="*/ 374261 h 1043081"/>
                <a:gd name="connsiteX31" fmla="*/ 1018498 w 1347786"/>
                <a:gd name="connsiteY31" fmla="*/ 179672 h 1043081"/>
                <a:gd name="connsiteX32" fmla="*/ 1197439 w 1347786"/>
                <a:gd name="connsiteY32" fmla="*/ 426047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39318 w 1347786"/>
                <a:gd name="connsiteY30" fmla="*/ 415545 h 1043081"/>
                <a:gd name="connsiteX31" fmla="*/ 1018498 w 1347786"/>
                <a:gd name="connsiteY31" fmla="*/ 179672 h 1043081"/>
                <a:gd name="connsiteX32" fmla="*/ 1197439 w 1347786"/>
                <a:gd name="connsiteY32" fmla="*/ 426047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39318 w 1347786"/>
                <a:gd name="connsiteY30" fmla="*/ 415545 h 1043081"/>
                <a:gd name="connsiteX31" fmla="*/ 1049461 w 1347786"/>
                <a:gd name="connsiteY31" fmla="*/ 249339 h 1043081"/>
                <a:gd name="connsiteX32" fmla="*/ 1197439 w 1347786"/>
                <a:gd name="connsiteY32" fmla="*/ 426047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39318 w 1347786"/>
                <a:gd name="connsiteY30" fmla="*/ 415545 h 1043081"/>
                <a:gd name="connsiteX31" fmla="*/ 1049461 w 1347786"/>
                <a:gd name="connsiteY31" fmla="*/ 249339 h 1043081"/>
                <a:gd name="connsiteX32" fmla="*/ 1197439 w 1347786"/>
                <a:gd name="connsiteY32" fmla="*/ 426047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39318 w 1347786"/>
                <a:gd name="connsiteY30" fmla="*/ 415545 h 1043081"/>
                <a:gd name="connsiteX31" fmla="*/ 1049461 w 1347786"/>
                <a:gd name="connsiteY31" fmla="*/ 249339 h 1043081"/>
                <a:gd name="connsiteX32" fmla="*/ 1197439 w 1347786"/>
                <a:gd name="connsiteY32" fmla="*/ 426047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39318 w 1347786"/>
                <a:gd name="connsiteY30" fmla="*/ 415545 h 1043081"/>
                <a:gd name="connsiteX31" fmla="*/ 1049461 w 1347786"/>
                <a:gd name="connsiteY31" fmla="*/ 249339 h 1043081"/>
                <a:gd name="connsiteX32" fmla="*/ 1197439 w 1347786"/>
                <a:gd name="connsiteY32" fmla="*/ 426047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39318 w 1347786"/>
                <a:gd name="connsiteY30" fmla="*/ 415545 h 1043081"/>
                <a:gd name="connsiteX31" fmla="*/ 1116548 w 1347786"/>
                <a:gd name="connsiteY31" fmla="*/ 262241 h 1043081"/>
                <a:gd name="connsiteX32" fmla="*/ 1197439 w 1347786"/>
                <a:gd name="connsiteY32" fmla="*/ 426047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39318 w 1347786"/>
                <a:gd name="connsiteY30" fmla="*/ 415545 h 1043081"/>
                <a:gd name="connsiteX31" fmla="*/ 1116548 w 1347786"/>
                <a:gd name="connsiteY31" fmla="*/ 262241 h 1043081"/>
                <a:gd name="connsiteX32" fmla="*/ 1197439 w 1347786"/>
                <a:gd name="connsiteY32" fmla="*/ 426047 h 1043081"/>
                <a:gd name="connsiteX33" fmla="*/ 1344259 w 1347786"/>
                <a:gd name="connsiteY33" fmla="*/ 661361 h 1043081"/>
                <a:gd name="connsiteX34" fmla="*/ 1316738 w 1347786"/>
                <a:gd name="connsiteY34" fmla="*/ 757788 h 1043081"/>
                <a:gd name="connsiteX35" fmla="*/ 1085767 w 1347786"/>
                <a:gd name="connsiteY35" fmla="*/ 969181 h 1043081"/>
                <a:gd name="connsiteX36" fmla="*/ 1020001 w 1347786"/>
                <a:gd name="connsiteY36" fmla="*/ 993703 h 1043081"/>
                <a:gd name="connsiteX37" fmla="*/ 923638 w 1347786"/>
                <a:gd name="connsiteY37" fmla="*/ 875995 h 1043081"/>
                <a:gd name="connsiteX38" fmla="*/ 817214 w 1347786"/>
                <a:gd name="connsiteY38" fmla="*/ 975415 h 1043081"/>
                <a:gd name="connsiteX39" fmla="*/ 779301 w 1347786"/>
                <a:gd name="connsiteY39" fmla="*/ 950893 h 1043081"/>
                <a:gd name="connsiteX40" fmla="*/ 698320 w 1347786"/>
                <a:gd name="connsiteY40" fmla="*/ 833101 h 1043081"/>
                <a:gd name="connsiteX41" fmla="*/ 716860 w 1347786"/>
                <a:gd name="connsiteY41" fmla="*/ 747729 h 1043081"/>
                <a:gd name="connsiteX42" fmla="*/ 605033 w 1347786"/>
                <a:gd name="connsiteY42" fmla="*/ 609489 h 1043081"/>
                <a:gd name="connsiteX43" fmla="*/ 590067 w 1347786"/>
                <a:gd name="connsiteY43" fmla="*/ 530269 h 1043081"/>
                <a:gd name="connsiteX44" fmla="*/ 451301 w 1347786"/>
                <a:gd name="connsiteY44" fmla="*/ 577319 h 1043081"/>
                <a:gd name="connsiteX45" fmla="*/ 598215 w 1347786"/>
                <a:gd name="connsiteY45" fmla="*/ 879570 h 1043081"/>
                <a:gd name="connsiteX46" fmla="*/ 470092 w 1347786"/>
                <a:gd name="connsiteY46" fmla="*/ 864773 h 1043081"/>
                <a:gd name="connsiteX47" fmla="*/ 397092 w 1347786"/>
                <a:gd name="connsiteY47" fmla="*/ 888713 h 1043081"/>
                <a:gd name="connsiteX48" fmla="*/ 442239 w 1347786"/>
                <a:gd name="connsiteY48" fmla="*/ 656705 h 1043081"/>
                <a:gd name="connsiteX49" fmla="*/ 397009 w 1347786"/>
                <a:gd name="connsiteY49" fmla="*/ 597186 h 1043081"/>
                <a:gd name="connsiteX50" fmla="*/ 368657 w 1347786"/>
                <a:gd name="connsiteY50" fmla="*/ 608741 h 1043081"/>
                <a:gd name="connsiteX51" fmla="*/ 338725 w 1347786"/>
                <a:gd name="connsiteY51" fmla="*/ 886053 h 1043081"/>
                <a:gd name="connsiteX52" fmla="*/ 321598 w 1347786"/>
                <a:gd name="connsiteY52" fmla="*/ 953220 h 1043081"/>
                <a:gd name="connsiteX53" fmla="*/ 263065 w 1347786"/>
                <a:gd name="connsiteY53" fmla="*/ 959039 h 1043081"/>
                <a:gd name="connsiteX54" fmla="*/ 27853 w 1347786"/>
                <a:gd name="connsiteY54" fmla="*/ 1043081 h 1043081"/>
                <a:gd name="connsiteX55" fmla="*/ 189982 w 1347786"/>
                <a:gd name="connsiteY55" fmla="*/ 770756 h 1043081"/>
                <a:gd name="connsiteX56" fmla="*/ 203285 w 1347786"/>
                <a:gd name="connsiteY56" fmla="*/ 679482 h 1043081"/>
                <a:gd name="connsiteX57" fmla="*/ 122054 w 1347786"/>
                <a:gd name="connsiteY57" fmla="*/ 718635 h 1043081"/>
                <a:gd name="connsiteX58" fmla="*/ 77739 w 1347786"/>
                <a:gd name="connsiteY58" fmla="*/ 685966 h 1043081"/>
                <a:gd name="connsiteX59" fmla="*/ 0 w 1347786"/>
                <a:gd name="connsiteY59" fmla="*/ 559779 h 1043081"/>
                <a:gd name="connsiteX60" fmla="*/ 237207 w 1347786"/>
                <a:gd name="connsiteY60" fmla="*/ 411480 h 1043081"/>
                <a:gd name="connsiteX61" fmla="*/ 245771 w 1347786"/>
                <a:gd name="connsiteY61" fmla="*/ 347222 h 1043081"/>
                <a:gd name="connsiteX62" fmla="*/ 159801 w 1347786"/>
                <a:gd name="connsiteY62" fmla="*/ 203329 h 1043081"/>
                <a:gd name="connsiteX63" fmla="*/ 258409 w 1347786"/>
                <a:gd name="connsiteY63" fmla="*/ 172073 h 1043081"/>
                <a:gd name="connsiteX64" fmla="*/ 256996 w 1347786"/>
                <a:gd name="connsiteY64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39318 w 1347786"/>
                <a:gd name="connsiteY30" fmla="*/ 415545 h 1043081"/>
                <a:gd name="connsiteX31" fmla="*/ 1197439 w 1347786"/>
                <a:gd name="connsiteY31" fmla="*/ 426047 h 1043081"/>
                <a:gd name="connsiteX32" fmla="*/ 1344259 w 1347786"/>
                <a:gd name="connsiteY32" fmla="*/ 661361 h 1043081"/>
                <a:gd name="connsiteX33" fmla="*/ 1316738 w 1347786"/>
                <a:gd name="connsiteY33" fmla="*/ 757788 h 1043081"/>
                <a:gd name="connsiteX34" fmla="*/ 1085767 w 1347786"/>
                <a:gd name="connsiteY34" fmla="*/ 969181 h 1043081"/>
                <a:gd name="connsiteX35" fmla="*/ 1020001 w 1347786"/>
                <a:gd name="connsiteY35" fmla="*/ 993703 h 1043081"/>
                <a:gd name="connsiteX36" fmla="*/ 923638 w 1347786"/>
                <a:gd name="connsiteY36" fmla="*/ 875995 h 1043081"/>
                <a:gd name="connsiteX37" fmla="*/ 817214 w 1347786"/>
                <a:gd name="connsiteY37" fmla="*/ 975415 h 1043081"/>
                <a:gd name="connsiteX38" fmla="*/ 779301 w 1347786"/>
                <a:gd name="connsiteY38" fmla="*/ 950893 h 1043081"/>
                <a:gd name="connsiteX39" fmla="*/ 698320 w 1347786"/>
                <a:gd name="connsiteY39" fmla="*/ 833101 h 1043081"/>
                <a:gd name="connsiteX40" fmla="*/ 716860 w 1347786"/>
                <a:gd name="connsiteY40" fmla="*/ 747729 h 1043081"/>
                <a:gd name="connsiteX41" fmla="*/ 605033 w 1347786"/>
                <a:gd name="connsiteY41" fmla="*/ 609489 h 1043081"/>
                <a:gd name="connsiteX42" fmla="*/ 590067 w 1347786"/>
                <a:gd name="connsiteY42" fmla="*/ 530269 h 1043081"/>
                <a:gd name="connsiteX43" fmla="*/ 451301 w 1347786"/>
                <a:gd name="connsiteY43" fmla="*/ 577319 h 1043081"/>
                <a:gd name="connsiteX44" fmla="*/ 598215 w 1347786"/>
                <a:gd name="connsiteY44" fmla="*/ 879570 h 1043081"/>
                <a:gd name="connsiteX45" fmla="*/ 470092 w 1347786"/>
                <a:gd name="connsiteY45" fmla="*/ 864773 h 1043081"/>
                <a:gd name="connsiteX46" fmla="*/ 397092 w 1347786"/>
                <a:gd name="connsiteY46" fmla="*/ 888713 h 1043081"/>
                <a:gd name="connsiteX47" fmla="*/ 442239 w 1347786"/>
                <a:gd name="connsiteY47" fmla="*/ 656705 h 1043081"/>
                <a:gd name="connsiteX48" fmla="*/ 397009 w 1347786"/>
                <a:gd name="connsiteY48" fmla="*/ 597186 h 1043081"/>
                <a:gd name="connsiteX49" fmla="*/ 368657 w 1347786"/>
                <a:gd name="connsiteY49" fmla="*/ 608741 h 1043081"/>
                <a:gd name="connsiteX50" fmla="*/ 338725 w 1347786"/>
                <a:gd name="connsiteY50" fmla="*/ 886053 h 1043081"/>
                <a:gd name="connsiteX51" fmla="*/ 321598 w 1347786"/>
                <a:gd name="connsiteY51" fmla="*/ 953220 h 1043081"/>
                <a:gd name="connsiteX52" fmla="*/ 263065 w 1347786"/>
                <a:gd name="connsiteY52" fmla="*/ 959039 h 1043081"/>
                <a:gd name="connsiteX53" fmla="*/ 27853 w 1347786"/>
                <a:gd name="connsiteY53" fmla="*/ 1043081 h 1043081"/>
                <a:gd name="connsiteX54" fmla="*/ 189982 w 1347786"/>
                <a:gd name="connsiteY54" fmla="*/ 770756 h 1043081"/>
                <a:gd name="connsiteX55" fmla="*/ 203285 w 1347786"/>
                <a:gd name="connsiteY55" fmla="*/ 679482 h 1043081"/>
                <a:gd name="connsiteX56" fmla="*/ 122054 w 1347786"/>
                <a:gd name="connsiteY56" fmla="*/ 718635 h 1043081"/>
                <a:gd name="connsiteX57" fmla="*/ 77739 w 1347786"/>
                <a:gd name="connsiteY57" fmla="*/ 685966 h 1043081"/>
                <a:gd name="connsiteX58" fmla="*/ 0 w 1347786"/>
                <a:gd name="connsiteY58" fmla="*/ 559779 h 1043081"/>
                <a:gd name="connsiteX59" fmla="*/ 237207 w 1347786"/>
                <a:gd name="connsiteY59" fmla="*/ 411480 h 1043081"/>
                <a:gd name="connsiteX60" fmla="*/ 245771 w 1347786"/>
                <a:gd name="connsiteY60" fmla="*/ 347222 h 1043081"/>
                <a:gd name="connsiteX61" fmla="*/ 159801 w 1347786"/>
                <a:gd name="connsiteY61" fmla="*/ 203329 h 1043081"/>
                <a:gd name="connsiteX62" fmla="*/ 258409 w 1347786"/>
                <a:gd name="connsiteY62" fmla="*/ 172073 h 1043081"/>
                <a:gd name="connsiteX63" fmla="*/ 256996 w 1347786"/>
                <a:gd name="connsiteY63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39318 w 1347786"/>
                <a:gd name="connsiteY30" fmla="*/ 415545 h 1043081"/>
                <a:gd name="connsiteX31" fmla="*/ 1197439 w 1347786"/>
                <a:gd name="connsiteY31" fmla="*/ 426047 h 1043081"/>
                <a:gd name="connsiteX32" fmla="*/ 1344259 w 1347786"/>
                <a:gd name="connsiteY32" fmla="*/ 661361 h 1043081"/>
                <a:gd name="connsiteX33" fmla="*/ 1316738 w 1347786"/>
                <a:gd name="connsiteY33" fmla="*/ 757788 h 1043081"/>
                <a:gd name="connsiteX34" fmla="*/ 1085767 w 1347786"/>
                <a:gd name="connsiteY34" fmla="*/ 969181 h 1043081"/>
                <a:gd name="connsiteX35" fmla="*/ 1020001 w 1347786"/>
                <a:gd name="connsiteY35" fmla="*/ 993703 h 1043081"/>
                <a:gd name="connsiteX36" fmla="*/ 923638 w 1347786"/>
                <a:gd name="connsiteY36" fmla="*/ 875995 h 1043081"/>
                <a:gd name="connsiteX37" fmla="*/ 817214 w 1347786"/>
                <a:gd name="connsiteY37" fmla="*/ 975415 h 1043081"/>
                <a:gd name="connsiteX38" fmla="*/ 779301 w 1347786"/>
                <a:gd name="connsiteY38" fmla="*/ 950893 h 1043081"/>
                <a:gd name="connsiteX39" fmla="*/ 698320 w 1347786"/>
                <a:gd name="connsiteY39" fmla="*/ 833101 h 1043081"/>
                <a:gd name="connsiteX40" fmla="*/ 716860 w 1347786"/>
                <a:gd name="connsiteY40" fmla="*/ 747729 h 1043081"/>
                <a:gd name="connsiteX41" fmla="*/ 605033 w 1347786"/>
                <a:gd name="connsiteY41" fmla="*/ 609489 h 1043081"/>
                <a:gd name="connsiteX42" fmla="*/ 590067 w 1347786"/>
                <a:gd name="connsiteY42" fmla="*/ 530269 h 1043081"/>
                <a:gd name="connsiteX43" fmla="*/ 451301 w 1347786"/>
                <a:gd name="connsiteY43" fmla="*/ 577319 h 1043081"/>
                <a:gd name="connsiteX44" fmla="*/ 598215 w 1347786"/>
                <a:gd name="connsiteY44" fmla="*/ 879570 h 1043081"/>
                <a:gd name="connsiteX45" fmla="*/ 470092 w 1347786"/>
                <a:gd name="connsiteY45" fmla="*/ 864773 h 1043081"/>
                <a:gd name="connsiteX46" fmla="*/ 397092 w 1347786"/>
                <a:gd name="connsiteY46" fmla="*/ 888713 h 1043081"/>
                <a:gd name="connsiteX47" fmla="*/ 442239 w 1347786"/>
                <a:gd name="connsiteY47" fmla="*/ 656705 h 1043081"/>
                <a:gd name="connsiteX48" fmla="*/ 397009 w 1347786"/>
                <a:gd name="connsiteY48" fmla="*/ 597186 h 1043081"/>
                <a:gd name="connsiteX49" fmla="*/ 368657 w 1347786"/>
                <a:gd name="connsiteY49" fmla="*/ 608741 h 1043081"/>
                <a:gd name="connsiteX50" fmla="*/ 338725 w 1347786"/>
                <a:gd name="connsiteY50" fmla="*/ 886053 h 1043081"/>
                <a:gd name="connsiteX51" fmla="*/ 321598 w 1347786"/>
                <a:gd name="connsiteY51" fmla="*/ 953220 h 1043081"/>
                <a:gd name="connsiteX52" fmla="*/ 263065 w 1347786"/>
                <a:gd name="connsiteY52" fmla="*/ 959039 h 1043081"/>
                <a:gd name="connsiteX53" fmla="*/ 27853 w 1347786"/>
                <a:gd name="connsiteY53" fmla="*/ 1043081 h 1043081"/>
                <a:gd name="connsiteX54" fmla="*/ 189982 w 1347786"/>
                <a:gd name="connsiteY54" fmla="*/ 770756 h 1043081"/>
                <a:gd name="connsiteX55" fmla="*/ 203285 w 1347786"/>
                <a:gd name="connsiteY55" fmla="*/ 679482 h 1043081"/>
                <a:gd name="connsiteX56" fmla="*/ 122054 w 1347786"/>
                <a:gd name="connsiteY56" fmla="*/ 718635 h 1043081"/>
                <a:gd name="connsiteX57" fmla="*/ 77739 w 1347786"/>
                <a:gd name="connsiteY57" fmla="*/ 685966 h 1043081"/>
                <a:gd name="connsiteX58" fmla="*/ 0 w 1347786"/>
                <a:gd name="connsiteY58" fmla="*/ 559779 h 1043081"/>
                <a:gd name="connsiteX59" fmla="*/ 237207 w 1347786"/>
                <a:gd name="connsiteY59" fmla="*/ 411480 h 1043081"/>
                <a:gd name="connsiteX60" fmla="*/ 245771 w 1347786"/>
                <a:gd name="connsiteY60" fmla="*/ 347222 h 1043081"/>
                <a:gd name="connsiteX61" fmla="*/ 159801 w 1347786"/>
                <a:gd name="connsiteY61" fmla="*/ 203329 h 1043081"/>
                <a:gd name="connsiteX62" fmla="*/ 258409 w 1347786"/>
                <a:gd name="connsiteY62" fmla="*/ 172073 h 1043081"/>
                <a:gd name="connsiteX63" fmla="*/ 256996 w 1347786"/>
                <a:gd name="connsiteY63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39318 w 1347786"/>
                <a:gd name="connsiteY30" fmla="*/ 415545 h 1043081"/>
                <a:gd name="connsiteX31" fmla="*/ 1197439 w 1347786"/>
                <a:gd name="connsiteY31" fmla="*/ 426047 h 1043081"/>
                <a:gd name="connsiteX32" fmla="*/ 1344259 w 1347786"/>
                <a:gd name="connsiteY32" fmla="*/ 661361 h 1043081"/>
                <a:gd name="connsiteX33" fmla="*/ 1316738 w 1347786"/>
                <a:gd name="connsiteY33" fmla="*/ 757788 h 1043081"/>
                <a:gd name="connsiteX34" fmla="*/ 1085767 w 1347786"/>
                <a:gd name="connsiteY34" fmla="*/ 969181 h 1043081"/>
                <a:gd name="connsiteX35" fmla="*/ 1020001 w 1347786"/>
                <a:gd name="connsiteY35" fmla="*/ 993703 h 1043081"/>
                <a:gd name="connsiteX36" fmla="*/ 923638 w 1347786"/>
                <a:gd name="connsiteY36" fmla="*/ 875995 h 1043081"/>
                <a:gd name="connsiteX37" fmla="*/ 817214 w 1347786"/>
                <a:gd name="connsiteY37" fmla="*/ 975415 h 1043081"/>
                <a:gd name="connsiteX38" fmla="*/ 779301 w 1347786"/>
                <a:gd name="connsiteY38" fmla="*/ 950893 h 1043081"/>
                <a:gd name="connsiteX39" fmla="*/ 698320 w 1347786"/>
                <a:gd name="connsiteY39" fmla="*/ 833101 h 1043081"/>
                <a:gd name="connsiteX40" fmla="*/ 716860 w 1347786"/>
                <a:gd name="connsiteY40" fmla="*/ 747729 h 1043081"/>
                <a:gd name="connsiteX41" fmla="*/ 605033 w 1347786"/>
                <a:gd name="connsiteY41" fmla="*/ 609489 h 1043081"/>
                <a:gd name="connsiteX42" fmla="*/ 590067 w 1347786"/>
                <a:gd name="connsiteY42" fmla="*/ 530269 h 1043081"/>
                <a:gd name="connsiteX43" fmla="*/ 451301 w 1347786"/>
                <a:gd name="connsiteY43" fmla="*/ 577319 h 1043081"/>
                <a:gd name="connsiteX44" fmla="*/ 598215 w 1347786"/>
                <a:gd name="connsiteY44" fmla="*/ 879570 h 1043081"/>
                <a:gd name="connsiteX45" fmla="*/ 470092 w 1347786"/>
                <a:gd name="connsiteY45" fmla="*/ 864773 h 1043081"/>
                <a:gd name="connsiteX46" fmla="*/ 397092 w 1347786"/>
                <a:gd name="connsiteY46" fmla="*/ 888713 h 1043081"/>
                <a:gd name="connsiteX47" fmla="*/ 442239 w 1347786"/>
                <a:gd name="connsiteY47" fmla="*/ 656705 h 1043081"/>
                <a:gd name="connsiteX48" fmla="*/ 397009 w 1347786"/>
                <a:gd name="connsiteY48" fmla="*/ 597186 h 1043081"/>
                <a:gd name="connsiteX49" fmla="*/ 368657 w 1347786"/>
                <a:gd name="connsiteY49" fmla="*/ 608741 h 1043081"/>
                <a:gd name="connsiteX50" fmla="*/ 338725 w 1347786"/>
                <a:gd name="connsiteY50" fmla="*/ 886053 h 1043081"/>
                <a:gd name="connsiteX51" fmla="*/ 321598 w 1347786"/>
                <a:gd name="connsiteY51" fmla="*/ 953220 h 1043081"/>
                <a:gd name="connsiteX52" fmla="*/ 263065 w 1347786"/>
                <a:gd name="connsiteY52" fmla="*/ 959039 h 1043081"/>
                <a:gd name="connsiteX53" fmla="*/ 27853 w 1347786"/>
                <a:gd name="connsiteY53" fmla="*/ 1043081 h 1043081"/>
                <a:gd name="connsiteX54" fmla="*/ 189982 w 1347786"/>
                <a:gd name="connsiteY54" fmla="*/ 770756 h 1043081"/>
                <a:gd name="connsiteX55" fmla="*/ 203285 w 1347786"/>
                <a:gd name="connsiteY55" fmla="*/ 679482 h 1043081"/>
                <a:gd name="connsiteX56" fmla="*/ 122054 w 1347786"/>
                <a:gd name="connsiteY56" fmla="*/ 718635 h 1043081"/>
                <a:gd name="connsiteX57" fmla="*/ 77739 w 1347786"/>
                <a:gd name="connsiteY57" fmla="*/ 685966 h 1043081"/>
                <a:gd name="connsiteX58" fmla="*/ 0 w 1347786"/>
                <a:gd name="connsiteY58" fmla="*/ 559779 h 1043081"/>
                <a:gd name="connsiteX59" fmla="*/ 237207 w 1347786"/>
                <a:gd name="connsiteY59" fmla="*/ 411480 h 1043081"/>
                <a:gd name="connsiteX60" fmla="*/ 245771 w 1347786"/>
                <a:gd name="connsiteY60" fmla="*/ 347222 h 1043081"/>
                <a:gd name="connsiteX61" fmla="*/ 159801 w 1347786"/>
                <a:gd name="connsiteY61" fmla="*/ 203329 h 1043081"/>
                <a:gd name="connsiteX62" fmla="*/ 258409 w 1347786"/>
                <a:gd name="connsiteY62" fmla="*/ 172073 h 1043081"/>
                <a:gd name="connsiteX63" fmla="*/ 256996 w 1347786"/>
                <a:gd name="connsiteY63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47208 w 1347786"/>
                <a:gd name="connsiteY23" fmla="*/ 547643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97439 w 1347786"/>
                <a:gd name="connsiteY30" fmla="*/ 426047 h 1043081"/>
                <a:gd name="connsiteX31" fmla="*/ 1344259 w 1347786"/>
                <a:gd name="connsiteY31" fmla="*/ 661361 h 1043081"/>
                <a:gd name="connsiteX32" fmla="*/ 1316738 w 1347786"/>
                <a:gd name="connsiteY32" fmla="*/ 757788 h 1043081"/>
                <a:gd name="connsiteX33" fmla="*/ 1085767 w 1347786"/>
                <a:gd name="connsiteY33" fmla="*/ 969181 h 1043081"/>
                <a:gd name="connsiteX34" fmla="*/ 1020001 w 1347786"/>
                <a:gd name="connsiteY34" fmla="*/ 993703 h 1043081"/>
                <a:gd name="connsiteX35" fmla="*/ 923638 w 1347786"/>
                <a:gd name="connsiteY35" fmla="*/ 875995 h 1043081"/>
                <a:gd name="connsiteX36" fmla="*/ 817214 w 1347786"/>
                <a:gd name="connsiteY36" fmla="*/ 975415 h 1043081"/>
                <a:gd name="connsiteX37" fmla="*/ 779301 w 1347786"/>
                <a:gd name="connsiteY37" fmla="*/ 950893 h 1043081"/>
                <a:gd name="connsiteX38" fmla="*/ 698320 w 1347786"/>
                <a:gd name="connsiteY38" fmla="*/ 833101 h 1043081"/>
                <a:gd name="connsiteX39" fmla="*/ 716860 w 1347786"/>
                <a:gd name="connsiteY39" fmla="*/ 747729 h 1043081"/>
                <a:gd name="connsiteX40" fmla="*/ 605033 w 1347786"/>
                <a:gd name="connsiteY40" fmla="*/ 609489 h 1043081"/>
                <a:gd name="connsiteX41" fmla="*/ 590067 w 1347786"/>
                <a:gd name="connsiteY41" fmla="*/ 530269 h 1043081"/>
                <a:gd name="connsiteX42" fmla="*/ 451301 w 1347786"/>
                <a:gd name="connsiteY42" fmla="*/ 577319 h 1043081"/>
                <a:gd name="connsiteX43" fmla="*/ 598215 w 1347786"/>
                <a:gd name="connsiteY43" fmla="*/ 879570 h 1043081"/>
                <a:gd name="connsiteX44" fmla="*/ 470092 w 1347786"/>
                <a:gd name="connsiteY44" fmla="*/ 864773 h 1043081"/>
                <a:gd name="connsiteX45" fmla="*/ 397092 w 1347786"/>
                <a:gd name="connsiteY45" fmla="*/ 888713 h 1043081"/>
                <a:gd name="connsiteX46" fmla="*/ 442239 w 1347786"/>
                <a:gd name="connsiteY46" fmla="*/ 656705 h 1043081"/>
                <a:gd name="connsiteX47" fmla="*/ 397009 w 1347786"/>
                <a:gd name="connsiteY47" fmla="*/ 597186 h 1043081"/>
                <a:gd name="connsiteX48" fmla="*/ 368657 w 1347786"/>
                <a:gd name="connsiteY48" fmla="*/ 608741 h 1043081"/>
                <a:gd name="connsiteX49" fmla="*/ 338725 w 1347786"/>
                <a:gd name="connsiteY49" fmla="*/ 886053 h 1043081"/>
                <a:gd name="connsiteX50" fmla="*/ 321598 w 1347786"/>
                <a:gd name="connsiteY50" fmla="*/ 953220 h 1043081"/>
                <a:gd name="connsiteX51" fmla="*/ 263065 w 1347786"/>
                <a:gd name="connsiteY51" fmla="*/ 959039 h 1043081"/>
                <a:gd name="connsiteX52" fmla="*/ 27853 w 1347786"/>
                <a:gd name="connsiteY52" fmla="*/ 1043081 h 1043081"/>
                <a:gd name="connsiteX53" fmla="*/ 189982 w 1347786"/>
                <a:gd name="connsiteY53" fmla="*/ 770756 h 1043081"/>
                <a:gd name="connsiteX54" fmla="*/ 203285 w 1347786"/>
                <a:gd name="connsiteY54" fmla="*/ 679482 h 1043081"/>
                <a:gd name="connsiteX55" fmla="*/ 122054 w 1347786"/>
                <a:gd name="connsiteY55" fmla="*/ 718635 h 1043081"/>
                <a:gd name="connsiteX56" fmla="*/ 77739 w 1347786"/>
                <a:gd name="connsiteY56" fmla="*/ 685966 h 1043081"/>
                <a:gd name="connsiteX57" fmla="*/ 0 w 1347786"/>
                <a:gd name="connsiteY57" fmla="*/ 559779 h 1043081"/>
                <a:gd name="connsiteX58" fmla="*/ 237207 w 1347786"/>
                <a:gd name="connsiteY58" fmla="*/ 411480 h 1043081"/>
                <a:gd name="connsiteX59" fmla="*/ 245771 w 1347786"/>
                <a:gd name="connsiteY59" fmla="*/ 347222 h 1043081"/>
                <a:gd name="connsiteX60" fmla="*/ 159801 w 1347786"/>
                <a:gd name="connsiteY60" fmla="*/ 203329 h 1043081"/>
                <a:gd name="connsiteX61" fmla="*/ 258409 w 1347786"/>
                <a:gd name="connsiteY61" fmla="*/ 172073 h 1043081"/>
                <a:gd name="connsiteX62" fmla="*/ 256996 w 1347786"/>
                <a:gd name="connsiteY62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57528 w 1347786"/>
                <a:gd name="connsiteY23" fmla="*/ 498618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97439 w 1347786"/>
                <a:gd name="connsiteY30" fmla="*/ 426047 h 1043081"/>
                <a:gd name="connsiteX31" fmla="*/ 1344259 w 1347786"/>
                <a:gd name="connsiteY31" fmla="*/ 661361 h 1043081"/>
                <a:gd name="connsiteX32" fmla="*/ 1316738 w 1347786"/>
                <a:gd name="connsiteY32" fmla="*/ 757788 h 1043081"/>
                <a:gd name="connsiteX33" fmla="*/ 1085767 w 1347786"/>
                <a:gd name="connsiteY33" fmla="*/ 969181 h 1043081"/>
                <a:gd name="connsiteX34" fmla="*/ 1020001 w 1347786"/>
                <a:gd name="connsiteY34" fmla="*/ 993703 h 1043081"/>
                <a:gd name="connsiteX35" fmla="*/ 923638 w 1347786"/>
                <a:gd name="connsiteY35" fmla="*/ 875995 h 1043081"/>
                <a:gd name="connsiteX36" fmla="*/ 817214 w 1347786"/>
                <a:gd name="connsiteY36" fmla="*/ 975415 h 1043081"/>
                <a:gd name="connsiteX37" fmla="*/ 779301 w 1347786"/>
                <a:gd name="connsiteY37" fmla="*/ 950893 h 1043081"/>
                <a:gd name="connsiteX38" fmla="*/ 698320 w 1347786"/>
                <a:gd name="connsiteY38" fmla="*/ 833101 h 1043081"/>
                <a:gd name="connsiteX39" fmla="*/ 716860 w 1347786"/>
                <a:gd name="connsiteY39" fmla="*/ 747729 h 1043081"/>
                <a:gd name="connsiteX40" fmla="*/ 605033 w 1347786"/>
                <a:gd name="connsiteY40" fmla="*/ 609489 h 1043081"/>
                <a:gd name="connsiteX41" fmla="*/ 590067 w 1347786"/>
                <a:gd name="connsiteY41" fmla="*/ 530269 h 1043081"/>
                <a:gd name="connsiteX42" fmla="*/ 451301 w 1347786"/>
                <a:gd name="connsiteY42" fmla="*/ 577319 h 1043081"/>
                <a:gd name="connsiteX43" fmla="*/ 598215 w 1347786"/>
                <a:gd name="connsiteY43" fmla="*/ 879570 h 1043081"/>
                <a:gd name="connsiteX44" fmla="*/ 470092 w 1347786"/>
                <a:gd name="connsiteY44" fmla="*/ 864773 h 1043081"/>
                <a:gd name="connsiteX45" fmla="*/ 397092 w 1347786"/>
                <a:gd name="connsiteY45" fmla="*/ 888713 h 1043081"/>
                <a:gd name="connsiteX46" fmla="*/ 442239 w 1347786"/>
                <a:gd name="connsiteY46" fmla="*/ 656705 h 1043081"/>
                <a:gd name="connsiteX47" fmla="*/ 397009 w 1347786"/>
                <a:gd name="connsiteY47" fmla="*/ 597186 h 1043081"/>
                <a:gd name="connsiteX48" fmla="*/ 368657 w 1347786"/>
                <a:gd name="connsiteY48" fmla="*/ 608741 h 1043081"/>
                <a:gd name="connsiteX49" fmla="*/ 338725 w 1347786"/>
                <a:gd name="connsiteY49" fmla="*/ 886053 h 1043081"/>
                <a:gd name="connsiteX50" fmla="*/ 321598 w 1347786"/>
                <a:gd name="connsiteY50" fmla="*/ 953220 h 1043081"/>
                <a:gd name="connsiteX51" fmla="*/ 263065 w 1347786"/>
                <a:gd name="connsiteY51" fmla="*/ 959039 h 1043081"/>
                <a:gd name="connsiteX52" fmla="*/ 27853 w 1347786"/>
                <a:gd name="connsiteY52" fmla="*/ 1043081 h 1043081"/>
                <a:gd name="connsiteX53" fmla="*/ 189982 w 1347786"/>
                <a:gd name="connsiteY53" fmla="*/ 770756 h 1043081"/>
                <a:gd name="connsiteX54" fmla="*/ 203285 w 1347786"/>
                <a:gd name="connsiteY54" fmla="*/ 679482 h 1043081"/>
                <a:gd name="connsiteX55" fmla="*/ 122054 w 1347786"/>
                <a:gd name="connsiteY55" fmla="*/ 718635 h 1043081"/>
                <a:gd name="connsiteX56" fmla="*/ 77739 w 1347786"/>
                <a:gd name="connsiteY56" fmla="*/ 685966 h 1043081"/>
                <a:gd name="connsiteX57" fmla="*/ 0 w 1347786"/>
                <a:gd name="connsiteY57" fmla="*/ 559779 h 1043081"/>
                <a:gd name="connsiteX58" fmla="*/ 237207 w 1347786"/>
                <a:gd name="connsiteY58" fmla="*/ 411480 h 1043081"/>
                <a:gd name="connsiteX59" fmla="*/ 245771 w 1347786"/>
                <a:gd name="connsiteY59" fmla="*/ 347222 h 1043081"/>
                <a:gd name="connsiteX60" fmla="*/ 159801 w 1347786"/>
                <a:gd name="connsiteY60" fmla="*/ 203329 h 1043081"/>
                <a:gd name="connsiteX61" fmla="*/ 258409 w 1347786"/>
                <a:gd name="connsiteY61" fmla="*/ 172073 h 1043081"/>
                <a:gd name="connsiteX62" fmla="*/ 256996 w 1347786"/>
                <a:gd name="connsiteY62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57528 w 1347786"/>
                <a:gd name="connsiteY23" fmla="*/ 498618 h 1043081"/>
                <a:gd name="connsiteX24" fmla="*/ 791523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97439 w 1347786"/>
                <a:gd name="connsiteY30" fmla="*/ 426047 h 1043081"/>
                <a:gd name="connsiteX31" fmla="*/ 1344259 w 1347786"/>
                <a:gd name="connsiteY31" fmla="*/ 661361 h 1043081"/>
                <a:gd name="connsiteX32" fmla="*/ 1316738 w 1347786"/>
                <a:gd name="connsiteY32" fmla="*/ 757788 h 1043081"/>
                <a:gd name="connsiteX33" fmla="*/ 1085767 w 1347786"/>
                <a:gd name="connsiteY33" fmla="*/ 969181 h 1043081"/>
                <a:gd name="connsiteX34" fmla="*/ 1020001 w 1347786"/>
                <a:gd name="connsiteY34" fmla="*/ 993703 h 1043081"/>
                <a:gd name="connsiteX35" fmla="*/ 923638 w 1347786"/>
                <a:gd name="connsiteY35" fmla="*/ 875995 h 1043081"/>
                <a:gd name="connsiteX36" fmla="*/ 817214 w 1347786"/>
                <a:gd name="connsiteY36" fmla="*/ 975415 h 1043081"/>
                <a:gd name="connsiteX37" fmla="*/ 779301 w 1347786"/>
                <a:gd name="connsiteY37" fmla="*/ 950893 h 1043081"/>
                <a:gd name="connsiteX38" fmla="*/ 698320 w 1347786"/>
                <a:gd name="connsiteY38" fmla="*/ 833101 h 1043081"/>
                <a:gd name="connsiteX39" fmla="*/ 716860 w 1347786"/>
                <a:gd name="connsiteY39" fmla="*/ 747729 h 1043081"/>
                <a:gd name="connsiteX40" fmla="*/ 605033 w 1347786"/>
                <a:gd name="connsiteY40" fmla="*/ 609489 h 1043081"/>
                <a:gd name="connsiteX41" fmla="*/ 590067 w 1347786"/>
                <a:gd name="connsiteY41" fmla="*/ 530269 h 1043081"/>
                <a:gd name="connsiteX42" fmla="*/ 451301 w 1347786"/>
                <a:gd name="connsiteY42" fmla="*/ 577319 h 1043081"/>
                <a:gd name="connsiteX43" fmla="*/ 598215 w 1347786"/>
                <a:gd name="connsiteY43" fmla="*/ 879570 h 1043081"/>
                <a:gd name="connsiteX44" fmla="*/ 470092 w 1347786"/>
                <a:gd name="connsiteY44" fmla="*/ 864773 h 1043081"/>
                <a:gd name="connsiteX45" fmla="*/ 397092 w 1347786"/>
                <a:gd name="connsiteY45" fmla="*/ 888713 h 1043081"/>
                <a:gd name="connsiteX46" fmla="*/ 442239 w 1347786"/>
                <a:gd name="connsiteY46" fmla="*/ 656705 h 1043081"/>
                <a:gd name="connsiteX47" fmla="*/ 397009 w 1347786"/>
                <a:gd name="connsiteY47" fmla="*/ 597186 h 1043081"/>
                <a:gd name="connsiteX48" fmla="*/ 368657 w 1347786"/>
                <a:gd name="connsiteY48" fmla="*/ 608741 h 1043081"/>
                <a:gd name="connsiteX49" fmla="*/ 338725 w 1347786"/>
                <a:gd name="connsiteY49" fmla="*/ 886053 h 1043081"/>
                <a:gd name="connsiteX50" fmla="*/ 321598 w 1347786"/>
                <a:gd name="connsiteY50" fmla="*/ 953220 h 1043081"/>
                <a:gd name="connsiteX51" fmla="*/ 263065 w 1347786"/>
                <a:gd name="connsiteY51" fmla="*/ 959039 h 1043081"/>
                <a:gd name="connsiteX52" fmla="*/ 27853 w 1347786"/>
                <a:gd name="connsiteY52" fmla="*/ 1043081 h 1043081"/>
                <a:gd name="connsiteX53" fmla="*/ 189982 w 1347786"/>
                <a:gd name="connsiteY53" fmla="*/ 770756 h 1043081"/>
                <a:gd name="connsiteX54" fmla="*/ 203285 w 1347786"/>
                <a:gd name="connsiteY54" fmla="*/ 679482 h 1043081"/>
                <a:gd name="connsiteX55" fmla="*/ 122054 w 1347786"/>
                <a:gd name="connsiteY55" fmla="*/ 718635 h 1043081"/>
                <a:gd name="connsiteX56" fmla="*/ 77739 w 1347786"/>
                <a:gd name="connsiteY56" fmla="*/ 685966 h 1043081"/>
                <a:gd name="connsiteX57" fmla="*/ 0 w 1347786"/>
                <a:gd name="connsiteY57" fmla="*/ 559779 h 1043081"/>
                <a:gd name="connsiteX58" fmla="*/ 237207 w 1347786"/>
                <a:gd name="connsiteY58" fmla="*/ 411480 h 1043081"/>
                <a:gd name="connsiteX59" fmla="*/ 245771 w 1347786"/>
                <a:gd name="connsiteY59" fmla="*/ 347222 h 1043081"/>
                <a:gd name="connsiteX60" fmla="*/ 159801 w 1347786"/>
                <a:gd name="connsiteY60" fmla="*/ 203329 h 1043081"/>
                <a:gd name="connsiteX61" fmla="*/ 258409 w 1347786"/>
                <a:gd name="connsiteY61" fmla="*/ 172073 h 1043081"/>
                <a:gd name="connsiteX62" fmla="*/ 256996 w 1347786"/>
                <a:gd name="connsiteY62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57528 w 1347786"/>
                <a:gd name="connsiteY23" fmla="*/ 498618 h 1043081"/>
                <a:gd name="connsiteX24" fmla="*/ 807005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97439 w 1347786"/>
                <a:gd name="connsiteY30" fmla="*/ 426047 h 1043081"/>
                <a:gd name="connsiteX31" fmla="*/ 1344259 w 1347786"/>
                <a:gd name="connsiteY31" fmla="*/ 661361 h 1043081"/>
                <a:gd name="connsiteX32" fmla="*/ 1316738 w 1347786"/>
                <a:gd name="connsiteY32" fmla="*/ 757788 h 1043081"/>
                <a:gd name="connsiteX33" fmla="*/ 1085767 w 1347786"/>
                <a:gd name="connsiteY33" fmla="*/ 969181 h 1043081"/>
                <a:gd name="connsiteX34" fmla="*/ 1020001 w 1347786"/>
                <a:gd name="connsiteY34" fmla="*/ 993703 h 1043081"/>
                <a:gd name="connsiteX35" fmla="*/ 923638 w 1347786"/>
                <a:gd name="connsiteY35" fmla="*/ 875995 h 1043081"/>
                <a:gd name="connsiteX36" fmla="*/ 817214 w 1347786"/>
                <a:gd name="connsiteY36" fmla="*/ 975415 h 1043081"/>
                <a:gd name="connsiteX37" fmla="*/ 779301 w 1347786"/>
                <a:gd name="connsiteY37" fmla="*/ 950893 h 1043081"/>
                <a:gd name="connsiteX38" fmla="*/ 698320 w 1347786"/>
                <a:gd name="connsiteY38" fmla="*/ 833101 h 1043081"/>
                <a:gd name="connsiteX39" fmla="*/ 716860 w 1347786"/>
                <a:gd name="connsiteY39" fmla="*/ 747729 h 1043081"/>
                <a:gd name="connsiteX40" fmla="*/ 605033 w 1347786"/>
                <a:gd name="connsiteY40" fmla="*/ 609489 h 1043081"/>
                <a:gd name="connsiteX41" fmla="*/ 590067 w 1347786"/>
                <a:gd name="connsiteY41" fmla="*/ 530269 h 1043081"/>
                <a:gd name="connsiteX42" fmla="*/ 451301 w 1347786"/>
                <a:gd name="connsiteY42" fmla="*/ 577319 h 1043081"/>
                <a:gd name="connsiteX43" fmla="*/ 598215 w 1347786"/>
                <a:gd name="connsiteY43" fmla="*/ 879570 h 1043081"/>
                <a:gd name="connsiteX44" fmla="*/ 470092 w 1347786"/>
                <a:gd name="connsiteY44" fmla="*/ 864773 h 1043081"/>
                <a:gd name="connsiteX45" fmla="*/ 397092 w 1347786"/>
                <a:gd name="connsiteY45" fmla="*/ 888713 h 1043081"/>
                <a:gd name="connsiteX46" fmla="*/ 442239 w 1347786"/>
                <a:gd name="connsiteY46" fmla="*/ 656705 h 1043081"/>
                <a:gd name="connsiteX47" fmla="*/ 397009 w 1347786"/>
                <a:gd name="connsiteY47" fmla="*/ 597186 h 1043081"/>
                <a:gd name="connsiteX48" fmla="*/ 368657 w 1347786"/>
                <a:gd name="connsiteY48" fmla="*/ 608741 h 1043081"/>
                <a:gd name="connsiteX49" fmla="*/ 338725 w 1347786"/>
                <a:gd name="connsiteY49" fmla="*/ 886053 h 1043081"/>
                <a:gd name="connsiteX50" fmla="*/ 321598 w 1347786"/>
                <a:gd name="connsiteY50" fmla="*/ 953220 h 1043081"/>
                <a:gd name="connsiteX51" fmla="*/ 263065 w 1347786"/>
                <a:gd name="connsiteY51" fmla="*/ 959039 h 1043081"/>
                <a:gd name="connsiteX52" fmla="*/ 27853 w 1347786"/>
                <a:gd name="connsiteY52" fmla="*/ 1043081 h 1043081"/>
                <a:gd name="connsiteX53" fmla="*/ 189982 w 1347786"/>
                <a:gd name="connsiteY53" fmla="*/ 770756 h 1043081"/>
                <a:gd name="connsiteX54" fmla="*/ 203285 w 1347786"/>
                <a:gd name="connsiteY54" fmla="*/ 679482 h 1043081"/>
                <a:gd name="connsiteX55" fmla="*/ 122054 w 1347786"/>
                <a:gd name="connsiteY55" fmla="*/ 718635 h 1043081"/>
                <a:gd name="connsiteX56" fmla="*/ 77739 w 1347786"/>
                <a:gd name="connsiteY56" fmla="*/ 685966 h 1043081"/>
                <a:gd name="connsiteX57" fmla="*/ 0 w 1347786"/>
                <a:gd name="connsiteY57" fmla="*/ 559779 h 1043081"/>
                <a:gd name="connsiteX58" fmla="*/ 237207 w 1347786"/>
                <a:gd name="connsiteY58" fmla="*/ 411480 h 1043081"/>
                <a:gd name="connsiteX59" fmla="*/ 245771 w 1347786"/>
                <a:gd name="connsiteY59" fmla="*/ 347222 h 1043081"/>
                <a:gd name="connsiteX60" fmla="*/ 159801 w 1347786"/>
                <a:gd name="connsiteY60" fmla="*/ 203329 h 1043081"/>
                <a:gd name="connsiteX61" fmla="*/ 258409 w 1347786"/>
                <a:gd name="connsiteY61" fmla="*/ 172073 h 1043081"/>
                <a:gd name="connsiteX62" fmla="*/ 256996 w 1347786"/>
                <a:gd name="connsiteY62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57528 w 1347786"/>
                <a:gd name="connsiteY23" fmla="*/ 498618 h 1043081"/>
                <a:gd name="connsiteX24" fmla="*/ 807005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97439 w 1347786"/>
                <a:gd name="connsiteY30" fmla="*/ 426047 h 1043081"/>
                <a:gd name="connsiteX31" fmla="*/ 1344259 w 1347786"/>
                <a:gd name="connsiteY31" fmla="*/ 661361 h 1043081"/>
                <a:gd name="connsiteX32" fmla="*/ 1316738 w 1347786"/>
                <a:gd name="connsiteY32" fmla="*/ 757788 h 1043081"/>
                <a:gd name="connsiteX33" fmla="*/ 1085767 w 1347786"/>
                <a:gd name="connsiteY33" fmla="*/ 969181 h 1043081"/>
                <a:gd name="connsiteX34" fmla="*/ 1020001 w 1347786"/>
                <a:gd name="connsiteY34" fmla="*/ 993703 h 1043081"/>
                <a:gd name="connsiteX35" fmla="*/ 923638 w 1347786"/>
                <a:gd name="connsiteY35" fmla="*/ 875995 h 1043081"/>
                <a:gd name="connsiteX36" fmla="*/ 817214 w 1347786"/>
                <a:gd name="connsiteY36" fmla="*/ 975415 h 1043081"/>
                <a:gd name="connsiteX37" fmla="*/ 779301 w 1347786"/>
                <a:gd name="connsiteY37" fmla="*/ 950893 h 1043081"/>
                <a:gd name="connsiteX38" fmla="*/ 698320 w 1347786"/>
                <a:gd name="connsiteY38" fmla="*/ 833101 h 1043081"/>
                <a:gd name="connsiteX39" fmla="*/ 716860 w 1347786"/>
                <a:gd name="connsiteY39" fmla="*/ 747729 h 1043081"/>
                <a:gd name="connsiteX40" fmla="*/ 605033 w 1347786"/>
                <a:gd name="connsiteY40" fmla="*/ 609489 h 1043081"/>
                <a:gd name="connsiteX41" fmla="*/ 590067 w 1347786"/>
                <a:gd name="connsiteY41" fmla="*/ 530269 h 1043081"/>
                <a:gd name="connsiteX42" fmla="*/ 451301 w 1347786"/>
                <a:gd name="connsiteY42" fmla="*/ 577319 h 1043081"/>
                <a:gd name="connsiteX43" fmla="*/ 598215 w 1347786"/>
                <a:gd name="connsiteY43" fmla="*/ 879570 h 1043081"/>
                <a:gd name="connsiteX44" fmla="*/ 470092 w 1347786"/>
                <a:gd name="connsiteY44" fmla="*/ 864773 h 1043081"/>
                <a:gd name="connsiteX45" fmla="*/ 397092 w 1347786"/>
                <a:gd name="connsiteY45" fmla="*/ 888713 h 1043081"/>
                <a:gd name="connsiteX46" fmla="*/ 442239 w 1347786"/>
                <a:gd name="connsiteY46" fmla="*/ 656705 h 1043081"/>
                <a:gd name="connsiteX47" fmla="*/ 397009 w 1347786"/>
                <a:gd name="connsiteY47" fmla="*/ 597186 h 1043081"/>
                <a:gd name="connsiteX48" fmla="*/ 368657 w 1347786"/>
                <a:gd name="connsiteY48" fmla="*/ 608741 h 1043081"/>
                <a:gd name="connsiteX49" fmla="*/ 338725 w 1347786"/>
                <a:gd name="connsiteY49" fmla="*/ 886053 h 1043081"/>
                <a:gd name="connsiteX50" fmla="*/ 321598 w 1347786"/>
                <a:gd name="connsiteY50" fmla="*/ 953220 h 1043081"/>
                <a:gd name="connsiteX51" fmla="*/ 263065 w 1347786"/>
                <a:gd name="connsiteY51" fmla="*/ 959039 h 1043081"/>
                <a:gd name="connsiteX52" fmla="*/ 27853 w 1347786"/>
                <a:gd name="connsiteY52" fmla="*/ 1043081 h 1043081"/>
                <a:gd name="connsiteX53" fmla="*/ 189982 w 1347786"/>
                <a:gd name="connsiteY53" fmla="*/ 770756 h 1043081"/>
                <a:gd name="connsiteX54" fmla="*/ 203285 w 1347786"/>
                <a:gd name="connsiteY54" fmla="*/ 679482 h 1043081"/>
                <a:gd name="connsiteX55" fmla="*/ 122054 w 1347786"/>
                <a:gd name="connsiteY55" fmla="*/ 718635 h 1043081"/>
                <a:gd name="connsiteX56" fmla="*/ 77739 w 1347786"/>
                <a:gd name="connsiteY56" fmla="*/ 685966 h 1043081"/>
                <a:gd name="connsiteX57" fmla="*/ 0 w 1347786"/>
                <a:gd name="connsiteY57" fmla="*/ 559779 h 1043081"/>
                <a:gd name="connsiteX58" fmla="*/ 237207 w 1347786"/>
                <a:gd name="connsiteY58" fmla="*/ 411480 h 1043081"/>
                <a:gd name="connsiteX59" fmla="*/ 245771 w 1347786"/>
                <a:gd name="connsiteY59" fmla="*/ 347222 h 1043081"/>
                <a:gd name="connsiteX60" fmla="*/ 159801 w 1347786"/>
                <a:gd name="connsiteY60" fmla="*/ 203329 h 1043081"/>
                <a:gd name="connsiteX61" fmla="*/ 258409 w 1347786"/>
                <a:gd name="connsiteY61" fmla="*/ 172073 h 1043081"/>
                <a:gd name="connsiteX62" fmla="*/ 256996 w 1347786"/>
                <a:gd name="connsiteY62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57528 w 1347786"/>
                <a:gd name="connsiteY23" fmla="*/ 498618 h 1043081"/>
                <a:gd name="connsiteX24" fmla="*/ 807005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97439 w 1347786"/>
                <a:gd name="connsiteY30" fmla="*/ 426047 h 1043081"/>
                <a:gd name="connsiteX31" fmla="*/ 1344259 w 1347786"/>
                <a:gd name="connsiteY31" fmla="*/ 661361 h 1043081"/>
                <a:gd name="connsiteX32" fmla="*/ 1316738 w 1347786"/>
                <a:gd name="connsiteY32" fmla="*/ 757788 h 1043081"/>
                <a:gd name="connsiteX33" fmla="*/ 1085767 w 1347786"/>
                <a:gd name="connsiteY33" fmla="*/ 969181 h 1043081"/>
                <a:gd name="connsiteX34" fmla="*/ 1020001 w 1347786"/>
                <a:gd name="connsiteY34" fmla="*/ 993703 h 1043081"/>
                <a:gd name="connsiteX35" fmla="*/ 923638 w 1347786"/>
                <a:gd name="connsiteY35" fmla="*/ 875995 h 1043081"/>
                <a:gd name="connsiteX36" fmla="*/ 817214 w 1347786"/>
                <a:gd name="connsiteY36" fmla="*/ 975415 h 1043081"/>
                <a:gd name="connsiteX37" fmla="*/ 779301 w 1347786"/>
                <a:gd name="connsiteY37" fmla="*/ 950893 h 1043081"/>
                <a:gd name="connsiteX38" fmla="*/ 698320 w 1347786"/>
                <a:gd name="connsiteY38" fmla="*/ 833101 h 1043081"/>
                <a:gd name="connsiteX39" fmla="*/ 716860 w 1347786"/>
                <a:gd name="connsiteY39" fmla="*/ 747729 h 1043081"/>
                <a:gd name="connsiteX40" fmla="*/ 605033 w 1347786"/>
                <a:gd name="connsiteY40" fmla="*/ 609489 h 1043081"/>
                <a:gd name="connsiteX41" fmla="*/ 590067 w 1347786"/>
                <a:gd name="connsiteY41" fmla="*/ 530269 h 1043081"/>
                <a:gd name="connsiteX42" fmla="*/ 451301 w 1347786"/>
                <a:gd name="connsiteY42" fmla="*/ 577319 h 1043081"/>
                <a:gd name="connsiteX43" fmla="*/ 598215 w 1347786"/>
                <a:gd name="connsiteY43" fmla="*/ 879570 h 1043081"/>
                <a:gd name="connsiteX44" fmla="*/ 470092 w 1347786"/>
                <a:gd name="connsiteY44" fmla="*/ 864773 h 1043081"/>
                <a:gd name="connsiteX45" fmla="*/ 397092 w 1347786"/>
                <a:gd name="connsiteY45" fmla="*/ 888713 h 1043081"/>
                <a:gd name="connsiteX46" fmla="*/ 442239 w 1347786"/>
                <a:gd name="connsiteY46" fmla="*/ 656705 h 1043081"/>
                <a:gd name="connsiteX47" fmla="*/ 397009 w 1347786"/>
                <a:gd name="connsiteY47" fmla="*/ 597186 h 1043081"/>
                <a:gd name="connsiteX48" fmla="*/ 368657 w 1347786"/>
                <a:gd name="connsiteY48" fmla="*/ 608741 h 1043081"/>
                <a:gd name="connsiteX49" fmla="*/ 338725 w 1347786"/>
                <a:gd name="connsiteY49" fmla="*/ 886053 h 1043081"/>
                <a:gd name="connsiteX50" fmla="*/ 321598 w 1347786"/>
                <a:gd name="connsiteY50" fmla="*/ 953220 h 1043081"/>
                <a:gd name="connsiteX51" fmla="*/ 263065 w 1347786"/>
                <a:gd name="connsiteY51" fmla="*/ 959039 h 1043081"/>
                <a:gd name="connsiteX52" fmla="*/ 27853 w 1347786"/>
                <a:gd name="connsiteY52" fmla="*/ 1043081 h 1043081"/>
                <a:gd name="connsiteX53" fmla="*/ 189982 w 1347786"/>
                <a:gd name="connsiteY53" fmla="*/ 770756 h 1043081"/>
                <a:gd name="connsiteX54" fmla="*/ 203285 w 1347786"/>
                <a:gd name="connsiteY54" fmla="*/ 679482 h 1043081"/>
                <a:gd name="connsiteX55" fmla="*/ 122054 w 1347786"/>
                <a:gd name="connsiteY55" fmla="*/ 718635 h 1043081"/>
                <a:gd name="connsiteX56" fmla="*/ 77739 w 1347786"/>
                <a:gd name="connsiteY56" fmla="*/ 685966 h 1043081"/>
                <a:gd name="connsiteX57" fmla="*/ 0 w 1347786"/>
                <a:gd name="connsiteY57" fmla="*/ 559779 h 1043081"/>
                <a:gd name="connsiteX58" fmla="*/ 237207 w 1347786"/>
                <a:gd name="connsiteY58" fmla="*/ 411480 h 1043081"/>
                <a:gd name="connsiteX59" fmla="*/ 245771 w 1347786"/>
                <a:gd name="connsiteY59" fmla="*/ 347222 h 1043081"/>
                <a:gd name="connsiteX60" fmla="*/ 159801 w 1347786"/>
                <a:gd name="connsiteY60" fmla="*/ 203329 h 1043081"/>
                <a:gd name="connsiteX61" fmla="*/ 258409 w 1347786"/>
                <a:gd name="connsiteY61" fmla="*/ 172073 h 1043081"/>
                <a:gd name="connsiteX62" fmla="*/ 256996 w 1347786"/>
                <a:gd name="connsiteY62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57528 w 1347786"/>
                <a:gd name="connsiteY23" fmla="*/ 498618 h 1043081"/>
                <a:gd name="connsiteX24" fmla="*/ 807005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97439 w 1347786"/>
                <a:gd name="connsiteY30" fmla="*/ 426047 h 1043081"/>
                <a:gd name="connsiteX31" fmla="*/ 1344259 w 1347786"/>
                <a:gd name="connsiteY31" fmla="*/ 661361 h 1043081"/>
                <a:gd name="connsiteX32" fmla="*/ 1316738 w 1347786"/>
                <a:gd name="connsiteY32" fmla="*/ 757788 h 1043081"/>
                <a:gd name="connsiteX33" fmla="*/ 1085767 w 1347786"/>
                <a:gd name="connsiteY33" fmla="*/ 969181 h 1043081"/>
                <a:gd name="connsiteX34" fmla="*/ 1020001 w 1347786"/>
                <a:gd name="connsiteY34" fmla="*/ 993703 h 1043081"/>
                <a:gd name="connsiteX35" fmla="*/ 923638 w 1347786"/>
                <a:gd name="connsiteY35" fmla="*/ 875995 h 1043081"/>
                <a:gd name="connsiteX36" fmla="*/ 817214 w 1347786"/>
                <a:gd name="connsiteY36" fmla="*/ 975415 h 1043081"/>
                <a:gd name="connsiteX37" fmla="*/ 779301 w 1347786"/>
                <a:gd name="connsiteY37" fmla="*/ 950893 h 1043081"/>
                <a:gd name="connsiteX38" fmla="*/ 698320 w 1347786"/>
                <a:gd name="connsiteY38" fmla="*/ 833101 h 1043081"/>
                <a:gd name="connsiteX39" fmla="*/ 716860 w 1347786"/>
                <a:gd name="connsiteY39" fmla="*/ 747729 h 1043081"/>
                <a:gd name="connsiteX40" fmla="*/ 605033 w 1347786"/>
                <a:gd name="connsiteY40" fmla="*/ 609489 h 1043081"/>
                <a:gd name="connsiteX41" fmla="*/ 590067 w 1347786"/>
                <a:gd name="connsiteY41" fmla="*/ 530269 h 1043081"/>
                <a:gd name="connsiteX42" fmla="*/ 451301 w 1347786"/>
                <a:gd name="connsiteY42" fmla="*/ 577319 h 1043081"/>
                <a:gd name="connsiteX43" fmla="*/ 598215 w 1347786"/>
                <a:gd name="connsiteY43" fmla="*/ 879570 h 1043081"/>
                <a:gd name="connsiteX44" fmla="*/ 470092 w 1347786"/>
                <a:gd name="connsiteY44" fmla="*/ 864773 h 1043081"/>
                <a:gd name="connsiteX45" fmla="*/ 397092 w 1347786"/>
                <a:gd name="connsiteY45" fmla="*/ 888713 h 1043081"/>
                <a:gd name="connsiteX46" fmla="*/ 442239 w 1347786"/>
                <a:gd name="connsiteY46" fmla="*/ 656705 h 1043081"/>
                <a:gd name="connsiteX47" fmla="*/ 397009 w 1347786"/>
                <a:gd name="connsiteY47" fmla="*/ 597186 h 1043081"/>
                <a:gd name="connsiteX48" fmla="*/ 368657 w 1347786"/>
                <a:gd name="connsiteY48" fmla="*/ 608741 h 1043081"/>
                <a:gd name="connsiteX49" fmla="*/ 338725 w 1347786"/>
                <a:gd name="connsiteY49" fmla="*/ 886053 h 1043081"/>
                <a:gd name="connsiteX50" fmla="*/ 321598 w 1347786"/>
                <a:gd name="connsiteY50" fmla="*/ 953220 h 1043081"/>
                <a:gd name="connsiteX51" fmla="*/ 263065 w 1347786"/>
                <a:gd name="connsiteY51" fmla="*/ 959039 h 1043081"/>
                <a:gd name="connsiteX52" fmla="*/ 27853 w 1347786"/>
                <a:gd name="connsiteY52" fmla="*/ 1043081 h 1043081"/>
                <a:gd name="connsiteX53" fmla="*/ 189982 w 1347786"/>
                <a:gd name="connsiteY53" fmla="*/ 770756 h 1043081"/>
                <a:gd name="connsiteX54" fmla="*/ 203285 w 1347786"/>
                <a:gd name="connsiteY54" fmla="*/ 679482 h 1043081"/>
                <a:gd name="connsiteX55" fmla="*/ 122054 w 1347786"/>
                <a:gd name="connsiteY55" fmla="*/ 718635 h 1043081"/>
                <a:gd name="connsiteX56" fmla="*/ 77739 w 1347786"/>
                <a:gd name="connsiteY56" fmla="*/ 685966 h 1043081"/>
                <a:gd name="connsiteX57" fmla="*/ 0 w 1347786"/>
                <a:gd name="connsiteY57" fmla="*/ 559779 h 1043081"/>
                <a:gd name="connsiteX58" fmla="*/ 237207 w 1347786"/>
                <a:gd name="connsiteY58" fmla="*/ 411480 h 1043081"/>
                <a:gd name="connsiteX59" fmla="*/ 245771 w 1347786"/>
                <a:gd name="connsiteY59" fmla="*/ 347222 h 1043081"/>
                <a:gd name="connsiteX60" fmla="*/ 159801 w 1347786"/>
                <a:gd name="connsiteY60" fmla="*/ 203329 h 1043081"/>
                <a:gd name="connsiteX61" fmla="*/ 258409 w 1347786"/>
                <a:gd name="connsiteY61" fmla="*/ 172073 h 1043081"/>
                <a:gd name="connsiteX62" fmla="*/ 256996 w 1347786"/>
                <a:gd name="connsiteY62" fmla="*/ 0 h 1043081"/>
                <a:gd name="connsiteX0" fmla="*/ 256996 w 1347786"/>
                <a:gd name="connsiteY0" fmla="*/ 0 h 1043081"/>
                <a:gd name="connsiteX1" fmla="*/ 339889 w 1347786"/>
                <a:gd name="connsiteY1" fmla="*/ 84873 h 1043081"/>
                <a:gd name="connsiteX2" fmla="*/ 381045 w 1347786"/>
                <a:gd name="connsiteY2" fmla="*/ 183794 h 1043081"/>
                <a:gd name="connsiteX3" fmla="*/ 461528 w 1347786"/>
                <a:gd name="connsiteY3" fmla="*/ 304246 h 1043081"/>
                <a:gd name="connsiteX4" fmla="*/ 389443 w 1347786"/>
                <a:gd name="connsiteY4" fmla="*/ 338245 h 1043081"/>
                <a:gd name="connsiteX5" fmla="*/ 388611 w 1347786"/>
                <a:gd name="connsiteY5" fmla="*/ 407822 h 1043081"/>
                <a:gd name="connsiteX6" fmla="*/ 536856 w 1347786"/>
                <a:gd name="connsiteY6" fmla="*/ 362186 h 1043081"/>
                <a:gd name="connsiteX7" fmla="*/ 581171 w 1347786"/>
                <a:gd name="connsiteY7" fmla="*/ 383632 h 1043081"/>
                <a:gd name="connsiteX8" fmla="*/ 560468 w 1347786"/>
                <a:gd name="connsiteY8" fmla="*/ 205823 h 1043081"/>
                <a:gd name="connsiteX9" fmla="*/ 632969 w 1347786"/>
                <a:gd name="connsiteY9" fmla="*/ 269997 h 1043081"/>
                <a:gd name="connsiteX10" fmla="*/ 803745 w 1347786"/>
                <a:gd name="connsiteY10" fmla="*/ 194268 h 1043081"/>
                <a:gd name="connsiteX11" fmla="*/ 896533 w 1347786"/>
                <a:gd name="connsiteY11" fmla="*/ 226605 h 1043081"/>
                <a:gd name="connsiteX12" fmla="*/ 973690 w 1347786"/>
                <a:gd name="connsiteY12" fmla="*/ 325111 h 1043081"/>
                <a:gd name="connsiteX13" fmla="*/ 994060 w 1347786"/>
                <a:gd name="connsiteY13" fmla="*/ 386874 h 1043081"/>
                <a:gd name="connsiteX14" fmla="*/ 970115 w 1347786"/>
                <a:gd name="connsiteY14" fmla="*/ 436751 h 1043081"/>
                <a:gd name="connsiteX15" fmla="*/ 966207 w 1347786"/>
                <a:gd name="connsiteY15" fmla="*/ 653463 h 1043081"/>
                <a:gd name="connsiteX16" fmla="*/ 955897 w 1347786"/>
                <a:gd name="connsiteY16" fmla="*/ 721628 h 1043081"/>
                <a:gd name="connsiteX17" fmla="*/ 860865 w 1347786"/>
                <a:gd name="connsiteY17" fmla="*/ 619797 h 1043081"/>
                <a:gd name="connsiteX18" fmla="*/ 831931 w 1347786"/>
                <a:gd name="connsiteY18" fmla="*/ 536503 h 1043081"/>
                <a:gd name="connsiteX19" fmla="*/ 837917 w 1347786"/>
                <a:gd name="connsiteY19" fmla="*/ 361936 h 1043081"/>
                <a:gd name="connsiteX20" fmla="*/ 706301 w 1347786"/>
                <a:gd name="connsiteY20" fmla="*/ 451630 h 1043081"/>
                <a:gd name="connsiteX21" fmla="*/ 728667 w 1347786"/>
                <a:gd name="connsiteY21" fmla="*/ 721378 h 1043081"/>
                <a:gd name="connsiteX22" fmla="*/ 771070 w 1347786"/>
                <a:gd name="connsiteY22" fmla="*/ 611151 h 1043081"/>
                <a:gd name="connsiteX23" fmla="*/ 757528 w 1347786"/>
                <a:gd name="connsiteY23" fmla="*/ 498618 h 1043081"/>
                <a:gd name="connsiteX24" fmla="*/ 807005 w 1347786"/>
                <a:gd name="connsiteY24" fmla="*/ 571916 h 1043081"/>
                <a:gd name="connsiteX25" fmla="*/ 883479 w 1347786"/>
                <a:gd name="connsiteY25" fmla="*/ 708660 h 1043081"/>
                <a:gd name="connsiteX26" fmla="*/ 940765 w 1347786"/>
                <a:gd name="connsiteY26" fmla="*/ 714645 h 1043081"/>
                <a:gd name="connsiteX27" fmla="*/ 989653 w 1347786"/>
                <a:gd name="connsiteY27" fmla="*/ 761778 h 1043081"/>
                <a:gd name="connsiteX28" fmla="*/ 1154110 w 1347786"/>
                <a:gd name="connsiteY28" fmla="*/ 596189 h 1043081"/>
                <a:gd name="connsiteX29" fmla="*/ 1200754 w 1347786"/>
                <a:gd name="connsiteY29" fmla="*/ 520792 h 1043081"/>
                <a:gd name="connsiteX30" fmla="*/ 1197439 w 1347786"/>
                <a:gd name="connsiteY30" fmla="*/ 426047 h 1043081"/>
                <a:gd name="connsiteX31" fmla="*/ 1344259 w 1347786"/>
                <a:gd name="connsiteY31" fmla="*/ 661361 h 1043081"/>
                <a:gd name="connsiteX32" fmla="*/ 1316738 w 1347786"/>
                <a:gd name="connsiteY32" fmla="*/ 757788 h 1043081"/>
                <a:gd name="connsiteX33" fmla="*/ 1085767 w 1347786"/>
                <a:gd name="connsiteY33" fmla="*/ 969181 h 1043081"/>
                <a:gd name="connsiteX34" fmla="*/ 1020001 w 1347786"/>
                <a:gd name="connsiteY34" fmla="*/ 993703 h 1043081"/>
                <a:gd name="connsiteX35" fmla="*/ 923638 w 1347786"/>
                <a:gd name="connsiteY35" fmla="*/ 875995 h 1043081"/>
                <a:gd name="connsiteX36" fmla="*/ 817214 w 1347786"/>
                <a:gd name="connsiteY36" fmla="*/ 975415 h 1043081"/>
                <a:gd name="connsiteX37" fmla="*/ 779301 w 1347786"/>
                <a:gd name="connsiteY37" fmla="*/ 950893 h 1043081"/>
                <a:gd name="connsiteX38" fmla="*/ 698320 w 1347786"/>
                <a:gd name="connsiteY38" fmla="*/ 833101 h 1043081"/>
                <a:gd name="connsiteX39" fmla="*/ 716860 w 1347786"/>
                <a:gd name="connsiteY39" fmla="*/ 747729 h 1043081"/>
                <a:gd name="connsiteX40" fmla="*/ 605033 w 1347786"/>
                <a:gd name="connsiteY40" fmla="*/ 609489 h 1043081"/>
                <a:gd name="connsiteX41" fmla="*/ 590067 w 1347786"/>
                <a:gd name="connsiteY41" fmla="*/ 530269 h 1043081"/>
                <a:gd name="connsiteX42" fmla="*/ 451301 w 1347786"/>
                <a:gd name="connsiteY42" fmla="*/ 577319 h 1043081"/>
                <a:gd name="connsiteX43" fmla="*/ 598215 w 1347786"/>
                <a:gd name="connsiteY43" fmla="*/ 879570 h 1043081"/>
                <a:gd name="connsiteX44" fmla="*/ 470092 w 1347786"/>
                <a:gd name="connsiteY44" fmla="*/ 864773 h 1043081"/>
                <a:gd name="connsiteX45" fmla="*/ 397092 w 1347786"/>
                <a:gd name="connsiteY45" fmla="*/ 888713 h 1043081"/>
                <a:gd name="connsiteX46" fmla="*/ 442239 w 1347786"/>
                <a:gd name="connsiteY46" fmla="*/ 656705 h 1043081"/>
                <a:gd name="connsiteX47" fmla="*/ 397009 w 1347786"/>
                <a:gd name="connsiteY47" fmla="*/ 597186 h 1043081"/>
                <a:gd name="connsiteX48" fmla="*/ 368657 w 1347786"/>
                <a:gd name="connsiteY48" fmla="*/ 608741 h 1043081"/>
                <a:gd name="connsiteX49" fmla="*/ 338725 w 1347786"/>
                <a:gd name="connsiteY49" fmla="*/ 886053 h 1043081"/>
                <a:gd name="connsiteX50" fmla="*/ 321598 w 1347786"/>
                <a:gd name="connsiteY50" fmla="*/ 953220 h 1043081"/>
                <a:gd name="connsiteX51" fmla="*/ 263065 w 1347786"/>
                <a:gd name="connsiteY51" fmla="*/ 959039 h 1043081"/>
                <a:gd name="connsiteX52" fmla="*/ 27853 w 1347786"/>
                <a:gd name="connsiteY52" fmla="*/ 1043081 h 1043081"/>
                <a:gd name="connsiteX53" fmla="*/ 189982 w 1347786"/>
                <a:gd name="connsiteY53" fmla="*/ 770756 h 1043081"/>
                <a:gd name="connsiteX54" fmla="*/ 203285 w 1347786"/>
                <a:gd name="connsiteY54" fmla="*/ 679482 h 1043081"/>
                <a:gd name="connsiteX55" fmla="*/ 122054 w 1347786"/>
                <a:gd name="connsiteY55" fmla="*/ 718635 h 1043081"/>
                <a:gd name="connsiteX56" fmla="*/ 77739 w 1347786"/>
                <a:gd name="connsiteY56" fmla="*/ 685966 h 1043081"/>
                <a:gd name="connsiteX57" fmla="*/ 0 w 1347786"/>
                <a:gd name="connsiteY57" fmla="*/ 559779 h 1043081"/>
                <a:gd name="connsiteX58" fmla="*/ 237207 w 1347786"/>
                <a:gd name="connsiteY58" fmla="*/ 411480 h 1043081"/>
                <a:gd name="connsiteX59" fmla="*/ 245771 w 1347786"/>
                <a:gd name="connsiteY59" fmla="*/ 347222 h 1043081"/>
                <a:gd name="connsiteX60" fmla="*/ 159801 w 1347786"/>
                <a:gd name="connsiteY60" fmla="*/ 203329 h 1043081"/>
                <a:gd name="connsiteX61" fmla="*/ 258409 w 1347786"/>
                <a:gd name="connsiteY61" fmla="*/ 172073 h 1043081"/>
                <a:gd name="connsiteX62" fmla="*/ 256996 w 1347786"/>
                <a:gd name="connsiteY62" fmla="*/ 0 h 1043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347786" h="1043081">
                  <a:moveTo>
                    <a:pt x="256996" y="0"/>
                  </a:moveTo>
                  <a:cubicBezTo>
                    <a:pt x="295907" y="14049"/>
                    <a:pt x="317773" y="52453"/>
                    <a:pt x="339889" y="84873"/>
                  </a:cubicBezTo>
                  <a:cubicBezTo>
                    <a:pt x="360509" y="114716"/>
                    <a:pt x="367327" y="150876"/>
                    <a:pt x="381045" y="183794"/>
                  </a:cubicBezTo>
                  <a:cubicBezTo>
                    <a:pt x="414801" y="218375"/>
                    <a:pt x="449306" y="255949"/>
                    <a:pt x="461528" y="304246"/>
                  </a:cubicBezTo>
                  <a:cubicBezTo>
                    <a:pt x="440326" y="320871"/>
                    <a:pt x="414635" y="329516"/>
                    <a:pt x="389443" y="338245"/>
                  </a:cubicBezTo>
                  <a:cubicBezTo>
                    <a:pt x="389443" y="361437"/>
                    <a:pt x="389110" y="384630"/>
                    <a:pt x="388611" y="407822"/>
                  </a:cubicBezTo>
                  <a:cubicBezTo>
                    <a:pt x="437250" y="390365"/>
                    <a:pt x="486055" y="372160"/>
                    <a:pt x="536856" y="362186"/>
                  </a:cubicBezTo>
                  <a:cubicBezTo>
                    <a:pt x="555313" y="356117"/>
                    <a:pt x="568034" y="373990"/>
                    <a:pt x="581171" y="383632"/>
                  </a:cubicBezTo>
                  <a:cubicBezTo>
                    <a:pt x="576931" y="324030"/>
                    <a:pt x="573355" y="264345"/>
                    <a:pt x="560468" y="205823"/>
                  </a:cubicBezTo>
                  <a:cubicBezTo>
                    <a:pt x="594141" y="212972"/>
                    <a:pt x="612433" y="245391"/>
                    <a:pt x="632969" y="269997"/>
                  </a:cubicBezTo>
                  <a:cubicBezTo>
                    <a:pt x="684435" y="234585"/>
                    <a:pt x="742136" y="206571"/>
                    <a:pt x="803745" y="194268"/>
                  </a:cubicBezTo>
                  <a:cubicBezTo>
                    <a:pt x="837917" y="187285"/>
                    <a:pt x="872006" y="203745"/>
                    <a:pt x="896533" y="226605"/>
                  </a:cubicBezTo>
                  <a:cubicBezTo>
                    <a:pt x="927213" y="255118"/>
                    <a:pt x="952405" y="289116"/>
                    <a:pt x="973690" y="325111"/>
                  </a:cubicBezTo>
                  <a:cubicBezTo>
                    <a:pt x="984083" y="344063"/>
                    <a:pt x="995640" y="364346"/>
                    <a:pt x="994060" y="386874"/>
                  </a:cubicBezTo>
                  <a:cubicBezTo>
                    <a:pt x="985829" y="403583"/>
                    <a:pt x="965874" y="415719"/>
                    <a:pt x="970115" y="436751"/>
                  </a:cubicBezTo>
                  <a:cubicBezTo>
                    <a:pt x="971029" y="508988"/>
                    <a:pt x="967953" y="581226"/>
                    <a:pt x="966207" y="653463"/>
                  </a:cubicBezTo>
                  <a:cubicBezTo>
                    <a:pt x="964877" y="676407"/>
                    <a:pt x="967038" y="700596"/>
                    <a:pt x="955897" y="721628"/>
                  </a:cubicBezTo>
                  <a:cubicBezTo>
                    <a:pt x="915490" y="697105"/>
                    <a:pt x="885974" y="659033"/>
                    <a:pt x="860865" y="619797"/>
                  </a:cubicBezTo>
                  <a:cubicBezTo>
                    <a:pt x="845649" y="594609"/>
                    <a:pt x="829769" y="567011"/>
                    <a:pt x="831931" y="536503"/>
                  </a:cubicBezTo>
                  <a:cubicBezTo>
                    <a:pt x="834425" y="478314"/>
                    <a:pt x="835173" y="420042"/>
                    <a:pt x="837917" y="361936"/>
                  </a:cubicBezTo>
                  <a:cubicBezTo>
                    <a:pt x="789528" y="384713"/>
                    <a:pt x="746709" y="416966"/>
                    <a:pt x="706301" y="451630"/>
                  </a:cubicBezTo>
                  <a:cubicBezTo>
                    <a:pt x="715281" y="541408"/>
                    <a:pt x="720020" y="631601"/>
                    <a:pt x="728667" y="721378"/>
                  </a:cubicBezTo>
                  <a:cubicBezTo>
                    <a:pt x="747540" y="686631"/>
                    <a:pt x="762672" y="649806"/>
                    <a:pt x="771070" y="611151"/>
                  </a:cubicBezTo>
                  <a:cubicBezTo>
                    <a:pt x="760178" y="591201"/>
                    <a:pt x="758858" y="521810"/>
                    <a:pt x="757528" y="498618"/>
                  </a:cubicBezTo>
                  <a:cubicBezTo>
                    <a:pt x="797959" y="550384"/>
                    <a:pt x="795199" y="559197"/>
                    <a:pt x="807005" y="571916"/>
                  </a:cubicBezTo>
                  <a:cubicBezTo>
                    <a:pt x="827937" y="652269"/>
                    <a:pt x="862943" y="657287"/>
                    <a:pt x="883479" y="708660"/>
                  </a:cubicBezTo>
                  <a:cubicBezTo>
                    <a:pt x="902436" y="708577"/>
                    <a:pt x="923970" y="702758"/>
                    <a:pt x="940765" y="714645"/>
                  </a:cubicBezTo>
                  <a:cubicBezTo>
                    <a:pt x="959722" y="727280"/>
                    <a:pt x="974687" y="744820"/>
                    <a:pt x="989653" y="761778"/>
                  </a:cubicBezTo>
                  <a:cubicBezTo>
                    <a:pt x="1047770" y="709990"/>
                    <a:pt x="1102894" y="654710"/>
                    <a:pt x="1154110" y="596189"/>
                  </a:cubicBezTo>
                  <a:cubicBezTo>
                    <a:pt x="1173899" y="573911"/>
                    <a:pt x="1190777" y="548972"/>
                    <a:pt x="1200754" y="520792"/>
                  </a:cubicBezTo>
                  <a:cubicBezTo>
                    <a:pt x="1207975" y="492435"/>
                    <a:pt x="1173521" y="402619"/>
                    <a:pt x="1197439" y="426047"/>
                  </a:cubicBezTo>
                  <a:cubicBezTo>
                    <a:pt x="1273878" y="525319"/>
                    <a:pt x="1315159" y="564684"/>
                    <a:pt x="1344259" y="661361"/>
                  </a:cubicBezTo>
                  <a:cubicBezTo>
                    <a:pt x="1355483" y="696025"/>
                    <a:pt x="1338189" y="731187"/>
                    <a:pt x="1316738" y="757788"/>
                  </a:cubicBezTo>
                  <a:cubicBezTo>
                    <a:pt x="1250473" y="839253"/>
                    <a:pt x="1163589" y="899686"/>
                    <a:pt x="1085767" y="969181"/>
                  </a:cubicBezTo>
                  <a:cubicBezTo>
                    <a:pt x="1067642" y="982730"/>
                    <a:pt x="1043863" y="1010495"/>
                    <a:pt x="1020001" y="993703"/>
                  </a:cubicBezTo>
                  <a:cubicBezTo>
                    <a:pt x="979260" y="962614"/>
                    <a:pt x="950077" y="919221"/>
                    <a:pt x="923638" y="875995"/>
                  </a:cubicBezTo>
                  <a:cubicBezTo>
                    <a:pt x="879322" y="899021"/>
                    <a:pt x="851054" y="940585"/>
                    <a:pt x="817214" y="975415"/>
                  </a:cubicBezTo>
                  <a:cubicBezTo>
                    <a:pt x="801251" y="974334"/>
                    <a:pt x="790359" y="960868"/>
                    <a:pt x="779301" y="950893"/>
                  </a:cubicBezTo>
                  <a:cubicBezTo>
                    <a:pt x="746543" y="916229"/>
                    <a:pt x="717526" y="876993"/>
                    <a:pt x="698320" y="833101"/>
                  </a:cubicBezTo>
                  <a:cubicBezTo>
                    <a:pt x="684684" y="803591"/>
                    <a:pt x="706551" y="774663"/>
                    <a:pt x="716860" y="747729"/>
                  </a:cubicBezTo>
                  <a:cubicBezTo>
                    <a:pt x="668887" y="711819"/>
                    <a:pt x="632886" y="662025"/>
                    <a:pt x="605033" y="609489"/>
                  </a:cubicBezTo>
                  <a:cubicBezTo>
                    <a:pt x="591065" y="585465"/>
                    <a:pt x="591397" y="557035"/>
                    <a:pt x="590067" y="530269"/>
                  </a:cubicBezTo>
                  <a:cubicBezTo>
                    <a:pt x="543258" y="544151"/>
                    <a:pt x="497113" y="560361"/>
                    <a:pt x="451301" y="577319"/>
                  </a:cubicBezTo>
                  <a:cubicBezTo>
                    <a:pt x="528458" y="659947"/>
                    <a:pt x="625661" y="752401"/>
                    <a:pt x="598215" y="879570"/>
                  </a:cubicBezTo>
                  <a:cubicBezTo>
                    <a:pt x="557974" y="862029"/>
                    <a:pt x="513409" y="852055"/>
                    <a:pt x="470092" y="864773"/>
                  </a:cubicBezTo>
                  <a:cubicBezTo>
                    <a:pt x="443818" y="866934"/>
                    <a:pt x="422866" y="885970"/>
                    <a:pt x="397092" y="888713"/>
                  </a:cubicBezTo>
                  <a:cubicBezTo>
                    <a:pt x="452798" y="827282"/>
                    <a:pt x="475330" y="734180"/>
                    <a:pt x="442239" y="656705"/>
                  </a:cubicBezTo>
                  <a:cubicBezTo>
                    <a:pt x="427190" y="636838"/>
                    <a:pt x="411143" y="617719"/>
                    <a:pt x="397009" y="597186"/>
                  </a:cubicBezTo>
                  <a:cubicBezTo>
                    <a:pt x="387530" y="600927"/>
                    <a:pt x="378052" y="604751"/>
                    <a:pt x="368657" y="608741"/>
                  </a:cubicBezTo>
                  <a:cubicBezTo>
                    <a:pt x="355437" y="700763"/>
                    <a:pt x="346125" y="793284"/>
                    <a:pt x="338725" y="886053"/>
                  </a:cubicBezTo>
                  <a:cubicBezTo>
                    <a:pt x="334402" y="908248"/>
                    <a:pt x="338143" y="935431"/>
                    <a:pt x="321598" y="953220"/>
                  </a:cubicBezTo>
                  <a:cubicBezTo>
                    <a:pt x="303140" y="960619"/>
                    <a:pt x="282521" y="957626"/>
                    <a:pt x="263065" y="959039"/>
                  </a:cubicBezTo>
                  <a:cubicBezTo>
                    <a:pt x="177677" y="958541"/>
                    <a:pt x="96945" y="995532"/>
                    <a:pt x="27853" y="1043081"/>
                  </a:cubicBezTo>
                  <a:cubicBezTo>
                    <a:pt x="101934" y="965773"/>
                    <a:pt x="147912" y="867848"/>
                    <a:pt x="189982" y="770756"/>
                  </a:cubicBezTo>
                  <a:cubicBezTo>
                    <a:pt x="198878" y="741163"/>
                    <a:pt x="199876" y="709990"/>
                    <a:pt x="203285" y="679482"/>
                  </a:cubicBezTo>
                  <a:cubicBezTo>
                    <a:pt x="176180" y="692533"/>
                    <a:pt x="151154" y="710322"/>
                    <a:pt x="122054" y="718635"/>
                  </a:cubicBezTo>
                  <a:cubicBezTo>
                    <a:pt x="103098" y="715393"/>
                    <a:pt x="90792" y="698518"/>
                    <a:pt x="77739" y="685966"/>
                  </a:cubicBezTo>
                  <a:cubicBezTo>
                    <a:pt x="44980" y="648808"/>
                    <a:pt x="14800" y="607577"/>
                    <a:pt x="0" y="559779"/>
                  </a:cubicBezTo>
                  <a:cubicBezTo>
                    <a:pt x="66265" y="492612"/>
                    <a:pt x="151321" y="448139"/>
                    <a:pt x="237207" y="411480"/>
                  </a:cubicBezTo>
                  <a:cubicBezTo>
                    <a:pt x="240284" y="390033"/>
                    <a:pt x="243194" y="368669"/>
                    <a:pt x="245771" y="347222"/>
                  </a:cubicBezTo>
                  <a:cubicBezTo>
                    <a:pt x="209438" y="305160"/>
                    <a:pt x="169196" y="260022"/>
                    <a:pt x="159801" y="203329"/>
                  </a:cubicBezTo>
                  <a:cubicBezTo>
                    <a:pt x="191894" y="190611"/>
                    <a:pt x="224570" y="179222"/>
                    <a:pt x="258409" y="172073"/>
                  </a:cubicBezTo>
                  <a:cubicBezTo>
                    <a:pt x="263647" y="114632"/>
                    <a:pt x="255416" y="57274"/>
                    <a:pt x="256996" y="0"/>
                  </a:cubicBezTo>
                  <a:close/>
                </a:path>
              </a:pathLst>
            </a:custGeom>
            <a:grpFill/>
            <a:ln w="83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2E99CA3-145E-C681-497C-7C749497FCAC}"/>
                </a:ext>
              </a:extLst>
            </p:cNvPr>
            <p:cNvGrpSpPr/>
            <p:nvPr/>
          </p:nvGrpSpPr>
          <p:grpSpPr>
            <a:xfrm>
              <a:off x="5948467" y="1743868"/>
              <a:ext cx="979343" cy="970623"/>
              <a:chOff x="5948467" y="1743868"/>
              <a:chExt cx="979343" cy="970623"/>
            </a:xfrm>
            <a:grpFill/>
          </p:grpSpPr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7751A305-0CC3-D915-C321-0BD76FA5E3CE}"/>
                  </a:ext>
                </a:extLst>
              </p:cNvPr>
              <p:cNvSpPr/>
              <p:nvPr/>
            </p:nvSpPr>
            <p:spPr>
              <a:xfrm>
                <a:off x="6186117" y="1743868"/>
                <a:ext cx="181060" cy="159624"/>
              </a:xfrm>
              <a:custGeom>
                <a:avLst/>
                <a:gdLst>
                  <a:gd name="connsiteX0" fmla="*/ 272790 w 730097"/>
                  <a:gd name="connsiteY0" fmla="*/ 352 h 632388"/>
                  <a:gd name="connsiteX1" fmla="*/ 459696 w 730097"/>
                  <a:gd name="connsiteY1" fmla="*/ 106619 h 632388"/>
                  <a:gd name="connsiteX2" fmla="*/ 723415 w 730097"/>
                  <a:gd name="connsiteY2" fmla="*/ 514316 h 632388"/>
                  <a:gd name="connsiteX3" fmla="*/ 654278 w 730097"/>
                  <a:gd name="connsiteY3" fmla="*/ 591983 h 632388"/>
                  <a:gd name="connsiteX4" fmla="*/ 160181 w 730097"/>
                  <a:gd name="connsiteY4" fmla="*/ 610506 h 632388"/>
                  <a:gd name="connsiteX5" fmla="*/ 12788 w 730097"/>
                  <a:gd name="connsiteY5" fmla="*/ 632388 h 632388"/>
                  <a:gd name="connsiteX6" fmla="*/ 0 w 730097"/>
                  <a:gd name="connsiteY6" fmla="*/ 611648 h 632388"/>
                  <a:gd name="connsiteX7" fmla="*/ 27788 w 730097"/>
                  <a:gd name="connsiteY7" fmla="*/ 602288 h 632388"/>
                  <a:gd name="connsiteX8" fmla="*/ 274663 w 730097"/>
                  <a:gd name="connsiteY8" fmla="*/ 166946 h 632388"/>
                  <a:gd name="connsiteX9" fmla="*/ 240975 w 730097"/>
                  <a:gd name="connsiteY9" fmla="*/ 7085 h 632388"/>
                  <a:gd name="connsiteX10" fmla="*/ 272790 w 730097"/>
                  <a:gd name="connsiteY10" fmla="*/ 352 h 632388"/>
                  <a:gd name="connsiteX0" fmla="*/ 260002 w 717309"/>
                  <a:gd name="connsiteY0" fmla="*/ 352 h 632388"/>
                  <a:gd name="connsiteX1" fmla="*/ 446908 w 717309"/>
                  <a:gd name="connsiteY1" fmla="*/ 106619 h 632388"/>
                  <a:gd name="connsiteX2" fmla="*/ 710627 w 717309"/>
                  <a:gd name="connsiteY2" fmla="*/ 514316 h 632388"/>
                  <a:gd name="connsiteX3" fmla="*/ 641490 w 717309"/>
                  <a:gd name="connsiteY3" fmla="*/ 591983 h 632388"/>
                  <a:gd name="connsiteX4" fmla="*/ 147393 w 717309"/>
                  <a:gd name="connsiteY4" fmla="*/ 610506 h 632388"/>
                  <a:gd name="connsiteX5" fmla="*/ 0 w 717309"/>
                  <a:gd name="connsiteY5" fmla="*/ 632388 h 632388"/>
                  <a:gd name="connsiteX6" fmla="*/ 15000 w 717309"/>
                  <a:gd name="connsiteY6" fmla="*/ 602288 h 632388"/>
                  <a:gd name="connsiteX7" fmla="*/ 261875 w 717309"/>
                  <a:gd name="connsiteY7" fmla="*/ 166946 h 632388"/>
                  <a:gd name="connsiteX8" fmla="*/ 228187 w 717309"/>
                  <a:gd name="connsiteY8" fmla="*/ 7085 h 632388"/>
                  <a:gd name="connsiteX9" fmla="*/ 260002 w 717309"/>
                  <a:gd name="connsiteY9" fmla="*/ 352 h 632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17309" h="632388">
                    <a:moveTo>
                      <a:pt x="260002" y="352"/>
                    </a:moveTo>
                    <a:cubicBezTo>
                      <a:pt x="333179" y="-5216"/>
                      <a:pt x="398512" y="56475"/>
                      <a:pt x="446908" y="106619"/>
                    </a:cubicBezTo>
                    <a:cubicBezTo>
                      <a:pt x="554507" y="227021"/>
                      <a:pt x="659088" y="359233"/>
                      <a:pt x="710627" y="514316"/>
                    </a:cubicBezTo>
                    <a:cubicBezTo>
                      <a:pt x="736268" y="562575"/>
                      <a:pt x="682721" y="594245"/>
                      <a:pt x="641490" y="591983"/>
                    </a:cubicBezTo>
                    <a:cubicBezTo>
                      <a:pt x="477074" y="592927"/>
                      <a:pt x="311243" y="592880"/>
                      <a:pt x="147393" y="610506"/>
                    </a:cubicBezTo>
                    <a:lnTo>
                      <a:pt x="0" y="632388"/>
                    </a:lnTo>
                    <a:lnTo>
                      <a:pt x="15000" y="602288"/>
                    </a:lnTo>
                    <a:cubicBezTo>
                      <a:pt x="117320" y="469825"/>
                      <a:pt x="211596" y="328566"/>
                      <a:pt x="261875" y="166946"/>
                    </a:cubicBezTo>
                    <a:cubicBezTo>
                      <a:pt x="244277" y="116171"/>
                      <a:pt x="205812" y="61880"/>
                      <a:pt x="228187" y="7085"/>
                    </a:cubicBezTo>
                    <a:cubicBezTo>
                      <a:pt x="238935" y="3315"/>
                      <a:pt x="249549" y="1147"/>
                      <a:pt x="260002" y="352"/>
                    </a:cubicBezTo>
                    <a:close/>
                  </a:path>
                </a:pathLst>
              </a:custGeom>
              <a:grpFill/>
              <a:ln w="8308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E42BEDEC-D85C-2A6E-39AB-926D950ACBF3}"/>
                  </a:ext>
                </a:extLst>
              </p:cNvPr>
              <p:cNvSpPr/>
              <p:nvPr/>
            </p:nvSpPr>
            <p:spPr>
              <a:xfrm>
                <a:off x="5948467" y="1838882"/>
                <a:ext cx="581224" cy="867973"/>
              </a:xfrm>
              <a:custGeom>
                <a:avLst/>
                <a:gdLst>
                  <a:gd name="connsiteX0" fmla="*/ 437152 w 1894450"/>
                  <a:gd name="connsiteY0" fmla="*/ 381 h 2746526"/>
                  <a:gd name="connsiteX1" fmla="*/ 550317 w 1894450"/>
                  <a:gd name="connsiteY1" fmla="*/ 82209 h 2746526"/>
                  <a:gd name="connsiteX2" fmla="*/ 570297 w 1894450"/>
                  <a:gd name="connsiteY2" fmla="*/ 75480 h 2746526"/>
                  <a:gd name="connsiteX3" fmla="*/ 583085 w 1894450"/>
                  <a:gd name="connsiteY3" fmla="*/ 96220 h 2746526"/>
                  <a:gd name="connsiteX4" fmla="*/ 567413 w 1894450"/>
                  <a:gd name="connsiteY4" fmla="*/ 98547 h 2746526"/>
                  <a:gd name="connsiteX5" fmla="*/ 740880 w 1894450"/>
                  <a:gd name="connsiteY5" fmla="*/ 320490 h 2746526"/>
                  <a:gd name="connsiteX6" fmla="*/ 1070970 w 1894450"/>
                  <a:gd name="connsiteY6" fmla="*/ 220454 h 2746526"/>
                  <a:gd name="connsiteX7" fmla="*/ 1382960 w 1894450"/>
                  <a:gd name="connsiteY7" fmla="*/ 601001 h 2746526"/>
                  <a:gd name="connsiteX8" fmla="*/ 1398043 w 1894450"/>
                  <a:gd name="connsiteY8" fmla="*/ 762621 h 2746526"/>
                  <a:gd name="connsiteX9" fmla="*/ 1046351 w 1894450"/>
                  <a:gd name="connsiteY9" fmla="*/ 948093 h 2746526"/>
                  <a:gd name="connsiteX10" fmla="*/ 1123662 w 1894450"/>
                  <a:gd name="connsiteY10" fmla="*/ 1196165 h 2746526"/>
                  <a:gd name="connsiteX11" fmla="*/ 1325138 w 1894450"/>
                  <a:gd name="connsiteY11" fmla="*/ 939324 h 2746526"/>
                  <a:gd name="connsiteX12" fmla="*/ 1433995 w 1894450"/>
                  <a:gd name="connsiteY12" fmla="*/ 902374 h 2746526"/>
                  <a:gd name="connsiteX13" fmla="*/ 1686148 w 1894450"/>
                  <a:gd name="connsiteY13" fmla="*/ 1249243 h 2746526"/>
                  <a:gd name="connsiteX14" fmla="*/ 1654723 w 1894450"/>
                  <a:gd name="connsiteY14" fmla="*/ 1571980 h 2746526"/>
                  <a:gd name="connsiteX15" fmla="*/ 1888275 w 1894450"/>
                  <a:gd name="connsiteY15" fmla="*/ 2544715 h 2746526"/>
                  <a:gd name="connsiteX16" fmla="*/ 1845036 w 1894450"/>
                  <a:gd name="connsiteY16" fmla="*/ 2742784 h 2746526"/>
                  <a:gd name="connsiteX17" fmla="*/ 1634863 w 1894450"/>
                  <a:gd name="connsiteY17" fmla="*/ 2663357 h 2746526"/>
                  <a:gd name="connsiteX18" fmla="*/ 1006707 w 1894450"/>
                  <a:gd name="connsiteY18" fmla="*/ 2023608 h 2746526"/>
                  <a:gd name="connsiteX19" fmla="*/ 191443 w 1894450"/>
                  <a:gd name="connsiteY19" fmla="*/ 2162747 h 2746526"/>
                  <a:gd name="connsiteX20" fmla="*/ 97299 w 1894450"/>
                  <a:gd name="connsiteY20" fmla="*/ 2161011 h 2746526"/>
                  <a:gd name="connsiteX21" fmla="*/ 97540 w 1894450"/>
                  <a:gd name="connsiteY21" fmla="*/ 2160938 h 2746526"/>
                  <a:gd name="connsiteX22" fmla="*/ 175228 w 1894450"/>
                  <a:gd name="connsiteY22" fmla="*/ 2100072 h 2746526"/>
                  <a:gd name="connsiteX23" fmla="*/ 785048 w 1894450"/>
                  <a:gd name="connsiteY23" fmla="*/ 1531168 h 2746526"/>
                  <a:gd name="connsiteX24" fmla="*/ 667259 w 1894450"/>
                  <a:gd name="connsiteY24" fmla="*/ 1151728 h 2746526"/>
                  <a:gd name="connsiteX25" fmla="*/ 390930 w 1894450"/>
                  <a:gd name="connsiteY25" fmla="*/ 1194949 h 2746526"/>
                  <a:gd name="connsiteX26" fmla="*/ 180507 w 1894450"/>
                  <a:gd name="connsiteY26" fmla="*/ 1021769 h 2746526"/>
                  <a:gd name="connsiteX27" fmla="*/ 0 w 1894450"/>
                  <a:gd name="connsiteY27" fmla="*/ 690986 h 2746526"/>
                  <a:gd name="connsiteX28" fmla="*/ 437901 w 1894450"/>
                  <a:gd name="connsiteY28" fmla="*/ 540381 h 2746526"/>
                  <a:gd name="connsiteX29" fmla="*/ 264222 w 1894450"/>
                  <a:gd name="connsiteY29" fmla="*/ 251913 h 2746526"/>
                  <a:gd name="connsiteX30" fmla="*/ 400482 w 1894450"/>
                  <a:gd name="connsiteY30" fmla="*/ 15349 h 2746526"/>
                  <a:gd name="connsiteX31" fmla="*/ 437152 w 1894450"/>
                  <a:gd name="connsiteY31" fmla="*/ 381 h 2746526"/>
                  <a:gd name="connsiteX32" fmla="*/ 1469944 w 1894450"/>
                  <a:gd name="connsiteY32" fmla="*/ 1774823 h 2746526"/>
                  <a:gd name="connsiteX33" fmla="*/ 1333710 w 1894450"/>
                  <a:gd name="connsiteY33" fmla="*/ 1857860 h 2746526"/>
                  <a:gd name="connsiteX34" fmla="*/ 1441493 w 1894450"/>
                  <a:gd name="connsiteY34" fmla="*/ 2026925 h 2746526"/>
                  <a:gd name="connsiteX35" fmla="*/ 1477077 w 1894450"/>
                  <a:gd name="connsiteY35" fmla="*/ 1941124 h 2746526"/>
                  <a:gd name="connsiteX36" fmla="*/ 1469944 w 1894450"/>
                  <a:gd name="connsiteY36" fmla="*/ 1774823 h 2746526"/>
                  <a:gd name="connsiteX0" fmla="*/ 437152 w 1894450"/>
                  <a:gd name="connsiteY0" fmla="*/ 381 h 2746526"/>
                  <a:gd name="connsiteX1" fmla="*/ 550317 w 1894450"/>
                  <a:gd name="connsiteY1" fmla="*/ 82209 h 2746526"/>
                  <a:gd name="connsiteX2" fmla="*/ 583085 w 1894450"/>
                  <a:gd name="connsiteY2" fmla="*/ 96220 h 2746526"/>
                  <a:gd name="connsiteX3" fmla="*/ 567413 w 1894450"/>
                  <a:gd name="connsiteY3" fmla="*/ 98547 h 2746526"/>
                  <a:gd name="connsiteX4" fmla="*/ 740880 w 1894450"/>
                  <a:gd name="connsiteY4" fmla="*/ 320490 h 2746526"/>
                  <a:gd name="connsiteX5" fmla="*/ 1070970 w 1894450"/>
                  <a:gd name="connsiteY5" fmla="*/ 220454 h 2746526"/>
                  <a:gd name="connsiteX6" fmla="*/ 1382960 w 1894450"/>
                  <a:gd name="connsiteY6" fmla="*/ 601001 h 2746526"/>
                  <a:gd name="connsiteX7" fmla="*/ 1398043 w 1894450"/>
                  <a:gd name="connsiteY7" fmla="*/ 762621 h 2746526"/>
                  <a:gd name="connsiteX8" fmla="*/ 1046351 w 1894450"/>
                  <a:gd name="connsiteY8" fmla="*/ 948093 h 2746526"/>
                  <a:gd name="connsiteX9" fmla="*/ 1123662 w 1894450"/>
                  <a:gd name="connsiteY9" fmla="*/ 1196165 h 2746526"/>
                  <a:gd name="connsiteX10" fmla="*/ 1325138 w 1894450"/>
                  <a:gd name="connsiteY10" fmla="*/ 939324 h 2746526"/>
                  <a:gd name="connsiteX11" fmla="*/ 1433995 w 1894450"/>
                  <a:gd name="connsiteY11" fmla="*/ 902374 h 2746526"/>
                  <a:gd name="connsiteX12" fmla="*/ 1686148 w 1894450"/>
                  <a:gd name="connsiteY12" fmla="*/ 1249243 h 2746526"/>
                  <a:gd name="connsiteX13" fmla="*/ 1654723 w 1894450"/>
                  <a:gd name="connsiteY13" fmla="*/ 1571980 h 2746526"/>
                  <a:gd name="connsiteX14" fmla="*/ 1888275 w 1894450"/>
                  <a:gd name="connsiteY14" fmla="*/ 2544715 h 2746526"/>
                  <a:gd name="connsiteX15" fmla="*/ 1845036 w 1894450"/>
                  <a:gd name="connsiteY15" fmla="*/ 2742784 h 2746526"/>
                  <a:gd name="connsiteX16" fmla="*/ 1634863 w 1894450"/>
                  <a:gd name="connsiteY16" fmla="*/ 2663357 h 2746526"/>
                  <a:gd name="connsiteX17" fmla="*/ 1006707 w 1894450"/>
                  <a:gd name="connsiteY17" fmla="*/ 2023608 h 2746526"/>
                  <a:gd name="connsiteX18" fmla="*/ 191443 w 1894450"/>
                  <a:gd name="connsiteY18" fmla="*/ 2162747 h 2746526"/>
                  <a:gd name="connsiteX19" fmla="*/ 97299 w 1894450"/>
                  <a:gd name="connsiteY19" fmla="*/ 2161011 h 2746526"/>
                  <a:gd name="connsiteX20" fmla="*/ 97540 w 1894450"/>
                  <a:gd name="connsiteY20" fmla="*/ 2160938 h 2746526"/>
                  <a:gd name="connsiteX21" fmla="*/ 175228 w 1894450"/>
                  <a:gd name="connsiteY21" fmla="*/ 2100072 h 2746526"/>
                  <a:gd name="connsiteX22" fmla="*/ 785048 w 1894450"/>
                  <a:gd name="connsiteY22" fmla="*/ 1531168 h 2746526"/>
                  <a:gd name="connsiteX23" fmla="*/ 667259 w 1894450"/>
                  <a:gd name="connsiteY23" fmla="*/ 1151728 h 2746526"/>
                  <a:gd name="connsiteX24" fmla="*/ 390930 w 1894450"/>
                  <a:gd name="connsiteY24" fmla="*/ 1194949 h 2746526"/>
                  <a:gd name="connsiteX25" fmla="*/ 180507 w 1894450"/>
                  <a:gd name="connsiteY25" fmla="*/ 1021769 h 2746526"/>
                  <a:gd name="connsiteX26" fmla="*/ 0 w 1894450"/>
                  <a:gd name="connsiteY26" fmla="*/ 690986 h 2746526"/>
                  <a:gd name="connsiteX27" fmla="*/ 437901 w 1894450"/>
                  <a:gd name="connsiteY27" fmla="*/ 540381 h 2746526"/>
                  <a:gd name="connsiteX28" fmla="*/ 264222 w 1894450"/>
                  <a:gd name="connsiteY28" fmla="*/ 251913 h 2746526"/>
                  <a:gd name="connsiteX29" fmla="*/ 400482 w 1894450"/>
                  <a:gd name="connsiteY29" fmla="*/ 15349 h 2746526"/>
                  <a:gd name="connsiteX30" fmla="*/ 437152 w 1894450"/>
                  <a:gd name="connsiteY30" fmla="*/ 381 h 2746526"/>
                  <a:gd name="connsiteX31" fmla="*/ 1469944 w 1894450"/>
                  <a:gd name="connsiteY31" fmla="*/ 1774823 h 2746526"/>
                  <a:gd name="connsiteX32" fmla="*/ 1333710 w 1894450"/>
                  <a:gd name="connsiteY32" fmla="*/ 1857860 h 2746526"/>
                  <a:gd name="connsiteX33" fmla="*/ 1441493 w 1894450"/>
                  <a:gd name="connsiteY33" fmla="*/ 2026925 h 2746526"/>
                  <a:gd name="connsiteX34" fmla="*/ 1477077 w 1894450"/>
                  <a:gd name="connsiteY34" fmla="*/ 1941124 h 2746526"/>
                  <a:gd name="connsiteX35" fmla="*/ 1469944 w 1894450"/>
                  <a:gd name="connsiteY35" fmla="*/ 1774823 h 2746526"/>
                  <a:gd name="connsiteX0" fmla="*/ 437152 w 1894450"/>
                  <a:gd name="connsiteY0" fmla="*/ 381 h 2746526"/>
                  <a:gd name="connsiteX1" fmla="*/ 550317 w 1894450"/>
                  <a:gd name="connsiteY1" fmla="*/ 82209 h 2746526"/>
                  <a:gd name="connsiteX2" fmla="*/ 567413 w 1894450"/>
                  <a:gd name="connsiteY2" fmla="*/ 98547 h 2746526"/>
                  <a:gd name="connsiteX3" fmla="*/ 740880 w 1894450"/>
                  <a:gd name="connsiteY3" fmla="*/ 320490 h 2746526"/>
                  <a:gd name="connsiteX4" fmla="*/ 1070970 w 1894450"/>
                  <a:gd name="connsiteY4" fmla="*/ 220454 h 2746526"/>
                  <a:gd name="connsiteX5" fmla="*/ 1382960 w 1894450"/>
                  <a:gd name="connsiteY5" fmla="*/ 601001 h 2746526"/>
                  <a:gd name="connsiteX6" fmla="*/ 1398043 w 1894450"/>
                  <a:gd name="connsiteY6" fmla="*/ 762621 h 2746526"/>
                  <a:gd name="connsiteX7" fmla="*/ 1046351 w 1894450"/>
                  <a:gd name="connsiteY7" fmla="*/ 948093 h 2746526"/>
                  <a:gd name="connsiteX8" fmla="*/ 1123662 w 1894450"/>
                  <a:gd name="connsiteY8" fmla="*/ 1196165 h 2746526"/>
                  <a:gd name="connsiteX9" fmla="*/ 1325138 w 1894450"/>
                  <a:gd name="connsiteY9" fmla="*/ 939324 h 2746526"/>
                  <a:gd name="connsiteX10" fmla="*/ 1433995 w 1894450"/>
                  <a:gd name="connsiteY10" fmla="*/ 902374 h 2746526"/>
                  <a:gd name="connsiteX11" fmla="*/ 1686148 w 1894450"/>
                  <a:gd name="connsiteY11" fmla="*/ 1249243 h 2746526"/>
                  <a:gd name="connsiteX12" fmla="*/ 1654723 w 1894450"/>
                  <a:gd name="connsiteY12" fmla="*/ 1571980 h 2746526"/>
                  <a:gd name="connsiteX13" fmla="*/ 1888275 w 1894450"/>
                  <a:gd name="connsiteY13" fmla="*/ 2544715 h 2746526"/>
                  <a:gd name="connsiteX14" fmla="*/ 1845036 w 1894450"/>
                  <a:gd name="connsiteY14" fmla="*/ 2742784 h 2746526"/>
                  <a:gd name="connsiteX15" fmla="*/ 1634863 w 1894450"/>
                  <a:gd name="connsiteY15" fmla="*/ 2663357 h 2746526"/>
                  <a:gd name="connsiteX16" fmla="*/ 1006707 w 1894450"/>
                  <a:gd name="connsiteY16" fmla="*/ 2023608 h 2746526"/>
                  <a:gd name="connsiteX17" fmla="*/ 191443 w 1894450"/>
                  <a:gd name="connsiteY17" fmla="*/ 2162747 h 2746526"/>
                  <a:gd name="connsiteX18" fmla="*/ 97299 w 1894450"/>
                  <a:gd name="connsiteY18" fmla="*/ 2161011 h 2746526"/>
                  <a:gd name="connsiteX19" fmla="*/ 97540 w 1894450"/>
                  <a:gd name="connsiteY19" fmla="*/ 2160938 h 2746526"/>
                  <a:gd name="connsiteX20" fmla="*/ 175228 w 1894450"/>
                  <a:gd name="connsiteY20" fmla="*/ 2100072 h 2746526"/>
                  <a:gd name="connsiteX21" fmla="*/ 785048 w 1894450"/>
                  <a:gd name="connsiteY21" fmla="*/ 1531168 h 2746526"/>
                  <a:gd name="connsiteX22" fmla="*/ 667259 w 1894450"/>
                  <a:gd name="connsiteY22" fmla="*/ 1151728 h 2746526"/>
                  <a:gd name="connsiteX23" fmla="*/ 390930 w 1894450"/>
                  <a:gd name="connsiteY23" fmla="*/ 1194949 h 2746526"/>
                  <a:gd name="connsiteX24" fmla="*/ 180507 w 1894450"/>
                  <a:gd name="connsiteY24" fmla="*/ 1021769 h 2746526"/>
                  <a:gd name="connsiteX25" fmla="*/ 0 w 1894450"/>
                  <a:gd name="connsiteY25" fmla="*/ 690986 h 2746526"/>
                  <a:gd name="connsiteX26" fmla="*/ 437901 w 1894450"/>
                  <a:gd name="connsiteY26" fmla="*/ 540381 h 2746526"/>
                  <a:gd name="connsiteX27" fmla="*/ 264222 w 1894450"/>
                  <a:gd name="connsiteY27" fmla="*/ 251913 h 2746526"/>
                  <a:gd name="connsiteX28" fmla="*/ 400482 w 1894450"/>
                  <a:gd name="connsiteY28" fmla="*/ 15349 h 2746526"/>
                  <a:gd name="connsiteX29" fmla="*/ 437152 w 1894450"/>
                  <a:gd name="connsiteY29" fmla="*/ 381 h 2746526"/>
                  <a:gd name="connsiteX30" fmla="*/ 1469944 w 1894450"/>
                  <a:gd name="connsiteY30" fmla="*/ 1774823 h 2746526"/>
                  <a:gd name="connsiteX31" fmla="*/ 1333710 w 1894450"/>
                  <a:gd name="connsiteY31" fmla="*/ 1857860 h 2746526"/>
                  <a:gd name="connsiteX32" fmla="*/ 1441493 w 1894450"/>
                  <a:gd name="connsiteY32" fmla="*/ 2026925 h 2746526"/>
                  <a:gd name="connsiteX33" fmla="*/ 1477077 w 1894450"/>
                  <a:gd name="connsiteY33" fmla="*/ 1941124 h 2746526"/>
                  <a:gd name="connsiteX34" fmla="*/ 1469944 w 1894450"/>
                  <a:gd name="connsiteY34" fmla="*/ 1774823 h 2746526"/>
                  <a:gd name="connsiteX0" fmla="*/ 437152 w 1894450"/>
                  <a:gd name="connsiteY0" fmla="*/ 381 h 2746526"/>
                  <a:gd name="connsiteX1" fmla="*/ 550317 w 1894450"/>
                  <a:gd name="connsiteY1" fmla="*/ 82209 h 2746526"/>
                  <a:gd name="connsiteX2" fmla="*/ 740880 w 1894450"/>
                  <a:gd name="connsiteY2" fmla="*/ 320490 h 2746526"/>
                  <a:gd name="connsiteX3" fmla="*/ 1070970 w 1894450"/>
                  <a:gd name="connsiteY3" fmla="*/ 220454 h 2746526"/>
                  <a:gd name="connsiteX4" fmla="*/ 1382960 w 1894450"/>
                  <a:gd name="connsiteY4" fmla="*/ 601001 h 2746526"/>
                  <a:gd name="connsiteX5" fmla="*/ 1398043 w 1894450"/>
                  <a:gd name="connsiteY5" fmla="*/ 762621 h 2746526"/>
                  <a:gd name="connsiteX6" fmla="*/ 1046351 w 1894450"/>
                  <a:gd name="connsiteY6" fmla="*/ 948093 h 2746526"/>
                  <a:gd name="connsiteX7" fmla="*/ 1123662 w 1894450"/>
                  <a:gd name="connsiteY7" fmla="*/ 1196165 h 2746526"/>
                  <a:gd name="connsiteX8" fmla="*/ 1325138 w 1894450"/>
                  <a:gd name="connsiteY8" fmla="*/ 939324 h 2746526"/>
                  <a:gd name="connsiteX9" fmla="*/ 1433995 w 1894450"/>
                  <a:gd name="connsiteY9" fmla="*/ 902374 h 2746526"/>
                  <a:gd name="connsiteX10" fmla="*/ 1686148 w 1894450"/>
                  <a:gd name="connsiteY10" fmla="*/ 1249243 h 2746526"/>
                  <a:gd name="connsiteX11" fmla="*/ 1654723 w 1894450"/>
                  <a:gd name="connsiteY11" fmla="*/ 1571980 h 2746526"/>
                  <a:gd name="connsiteX12" fmla="*/ 1888275 w 1894450"/>
                  <a:gd name="connsiteY12" fmla="*/ 2544715 h 2746526"/>
                  <a:gd name="connsiteX13" fmla="*/ 1845036 w 1894450"/>
                  <a:gd name="connsiteY13" fmla="*/ 2742784 h 2746526"/>
                  <a:gd name="connsiteX14" fmla="*/ 1634863 w 1894450"/>
                  <a:gd name="connsiteY14" fmla="*/ 2663357 h 2746526"/>
                  <a:gd name="connsiteX15" fmla="*/ 1006707 w 1894450"/>
                  <a:gd name="connsiteY15" fmla="*/ 2023608 h 2746526"/>
                  <a:gd name="connsiteX16" fmla="*/ 191443 w 1894450"/>
                  <a:gd name="connsiteY16" fmla="*/ 2162747 h 2746526"/>
                  <a:gd name="connsiteX17" fmla="*/ 97299 w 1894450"/>
                  <a:gd name="connsiteY17" fmla="*/ 2161011 h 2746526"/>
                  <a:gd name="connsiteX18" fmla="*/ 97540 w 1894450"/>
                  <a:gd name="connsiteY18" fmla="*/ 2160938 h 2746526"/>
                  <a:gd name="connsiteX19" fmla="*/ 175228 w 1894450"/>
                  <a:gd name="connsiteY19" fmla="*/ 2100072 h 2746526"/>
                  <a:gd name="connsiteX20" fmla="*/ 785048 w 1894450"/>
                  <a:gd name="connsiteY20" fmla="*/ 1531168 h 2746526"/>
                  <a:gd name="connsiteX21" fmla="*/ 667259 w 1894450"/>
                  <a:gd name="connsiteY21" fmla="*/ 1151728 h 2746526"/>
                  <a:gd name="connsiteX22" fmla="*/ 390930 w 1894450"/>
                  <a:gd name="connsiteY22" fmla="*/ 1194949 h 2746526"/>
                  <a:gd name="connsiteX23" fmla="*/ 180507 w 1894450"/>
                  <a:gd name="connsiteY23" fmla="*/ 1021769 h 2746526"/>
                  <a:gd name="connsiteX24" fmla="*/ 0 w 1894450"/>
                  <a:gd name="connsiteY24" fmla="*/ 690986 h 2746526"/>
                  <a:gd name="connsiteX25" fmla="*/ 437901 w 1894450"/>
                  <a:gd name="connsiteY25" fmla="*/ 540381 h 2746526"/>
                  <a:gd name="connsiteX26" fmla="*/ 264222 w 1894450"/>
                  <a:gd name="connsiteY26" fmla="*/ 251913 h 2746526"/>
                  <a:gd name="connsiteX27" fmla="*/ 400482 w 1894450"/>
                  <a:gd name="connsiteY27" fmla="*/ 15349 h 2746526"/>
                  <a:gd name="connsiteX28" fmla="*/ 437152 w 1894450"/>
                  <a:gd name="connsiteY28" fmla="*/ 381 h 2746526"/>
                  <a:gd name="connsiteX29" fmla="*/ 1469944 w 1894450"/>
                  <a:gd name="connsiteY29" fmla="*/ 1774823 h 2746526"/>
                  <a:gd name="connsiteX30" fmla="*/ 1333710 w 1894450"/>
                  <a:gd name="connsiteY30" fmla="*/ 1857860 h 2746526"/>
                  <a:gd name="connsiteX31" fmla="*/ 1441493 w 1894450"/>
                  <a:gd name="connsiteY31" fmla="*/ 2026925 h 2746526"/>
                  <a:gd name="connsiteX32" fmla="*/ 1477077 w 1894450"/>
                  <a:gd name="connsiteY32" fmla="*/ 1941124 h 2746526"/>
                  <a:gd name="connsiteX33" fmla="*/ 1469944 w 1894450"/>
                  <a:gd name="connsiteY33" fmla="*/ 1774823 h 2746526"/>
                  <a:gd name="connsiteX0" fmla="*/ 437152 w 1894450"/>
                  <a:gd name="connsiteY0" fmla="*/ 381 h 2746526"/>
                  <a:gd name="connsiteX1" fmla="*/ 740880 w 1894450"/>
                  <a:gd name="connsiteY1" fmla="*/ 320490 h 2746526"/>
                  <a:gd name="connsiteX2" fmla="*/ 1070970 w 1894450"/>
                  <a:gd name="connsiteY2" fmla="*/ 220454 h 2746526"/>
                  <a:gd name="connsiteX3" fmla="*/ 1382960 w 1894450"/>
                  <a:gd name="connsiteY3" fmla="*/ 601001 h 2746526"/>
                  <a:gd name="connsiteX4" fmla="*/ 1398043 w 1894450"/>
                  <a:gd name="connsiteY4" fmla="*/ 762621 h 2746526"/>
                  <a:gd name="connsiteX5" fmla="*/ 1046351 w 1894450"/>
                  <a:gd name="connsiteY5" fmla="*/ 948093 h 2746526"/>
                  <a:gd name="connsiteX6" fmla="*/ 1123662 w 1894450"/>
                  <a:gd name="connsiteY6" fmla="*/ 1196165 h 2746526"/>
                  <a:gd name="connsiteX7" fmla="*/ 1325138 w 1894450"/>
                  <a:gd name="connsiteY7" fmla="*/ 939324 h 2746526"/>
                  <a:gd name="connsiteX8" fmla="*/ 1433995 w 1894450"/>
                  <a:gd name="connsiteY8" fmla="*/ 902374 h 2746526"/>
                  <a:gd name="connsiteX9" fmla="*/ 1686148 w 1894450"/>
                  <a:gd name="connsiteY9" fmla="*/ 1249243 h 2746526"/>
                  <a:gd name="connsiteX10" fmla="*/ 1654723 w 1894450"/>
                  <a:gd name="connsiteY10" fmla="*/ 1571980 h 2746526"/>
                  <a:gd name="connsiteX11" fmla="*/ 1888275 w 1894450"/>
                  <a:gd name="connsiteY11" fmla="*/ 2544715 h 2746526"/>
                  <a:gd name="connsiteX12" fmla="*/ 1845036 w 1894450"/>
                  <a:gd name="connsiteY12" fmla="*/ 2742784 h 2746526"/>
                  <a:gd name="connsiteX13" fmla="*/ 1634863 w 1894450"/>
                  <a:gd name="connsiteY13" fmla="*/ 2663357 h 2746526"/>
                  <a:gd name="connsiteX14" fmla="*/ 1006707 w 1894450"/>
                  <a:gd name="connsiteY14" fmla="*/ 2023608 h 2746526"/>
                  <a:gd name="connsiteX15" fmla="*/ 191443 w 1894450"/>
                  <a:gd name="connsiteY15" fmla="*/ 2162747 h 2746526"/>
                  <a:gd name="connsiteX16" fmla="*/ 97299 w 1894450"/>
                  <a:gd name="connsiteY16" fmla="*/ 2161011 h 2746526"/>
                  <a:gd name="connsiteX17" fmla="*/ 97540 w 1894450"/>
                  <a:gd name="connsiteY17" fmla="*/ 2160938 h 2746526"/>
                  <a:gd name="connsiteX18" fmla="*/ 175228 w 1894450"/>
                  <a:gd name="connsiteY18" fmla="*/ 2100072 h 2746526"/>
                  <a:gd name="connsiteX19" fmla="*/ 785048 w 1894450"/>
                  <a:gd name="connsiteY19" fmla="*/ 1531168 h 2746526"/>
                  <a:gd name="connsiteX20" fmla="*/ 667259 w 1894450"/>
                  <a:gd name="connsiteY20" fmla="*/ 1151728 h 2746526"/>
                  <a:gd name="connsiteX21" fmla="*/ 390930 w 1894450"/>
                  <a:gd name="connsiteY21" fmla="*/ 1194949 h 2746526"/>
                  <a:gd name="connsiteX22" fmla="*/ 180507 w 1894450"/>
                  <a:gd name="connsiteY22" fmla="*/ 1021769 h 2746526"/>
                  <a:gd name="connsiteX23" fmla="*/ 0 w 1894450"/>
                  <a:gd name="connsiteY23" fmla="*/ 690986 h 2746526"/>
                  <a:gd name="connsiteX24" fmla="*/ 437901 w 1894450"/>
                  <a:gd name="connsiteY24" fmla="*/ 540381 h 2746526"/>
                  <a:gd name="connsiteX25" fmla="*/ 264222 w 1894450"/>
                  <a:gd name="connsiteY25" fmla="*/ 251913 h 2746526"/>
                  <a:gd name="connsiteX26" fmla="*/ 400482 w 1894450"/>
                  <a:gd name="connsiteY26" fmla="*/ 15349 h 2746526"/>
                  <a:gd name="connsiteX27" fmla="*/ 437152 w 1894450"/>
                  <a:gd name="connsiteY27" fmla="*/ 381 h 2746526"/>
                  <a:gd name="connsiteX28" fmla="*/ 1469944 w 1894450"/>
                  <a:gd name="connsiteY28" fmla="*/ 1774823 h 2746526"/>
                  <a:gd name="connsiteX29" fmla="*/ 1333710 w 1894450"/>
                  <a:gd name="connsiteY29" fmla="*/ 1857860 h 2746526"/>
                  <a:gd name="connsiteX30" fmla="*/ 1441493 w 1894450"/>
                  <a:gd name="connsiteY30" fmla="*/ 2026925 h 2746526"/>
                  <a:gd name="connsiteX31" fmla="*/ 1477077 w 1894450"/>
                  <a:gd name="connsiteY31" fmla="*/ 1941124 h 2746526"/>
                  <a:gd name="connsiteX32" fmla="*/ 1469944 w 1894450"/>
                  <a:gd name="connsiteY32" fmla="*/ 1774823 h 2746526"/>
                  <a:gd name="connsiteX0" fmla="*/ 437152 w 1894450"/>
                  <a:gd name="connsiteY0" fmla="*/ 381 h 2746526"/>
                  <a:gd name="connsiteX1" fmla="*/ 740880 w 1894450"/>
                  <a:gd name="connsiteY1" fmla="*/ 320490 h 2746526"/>
                  <a:gd name="connsiteX2" fmla="*/ 1070970 w 1894450"/>
                  <a:gd name="connsiteY2" fmla="*/ 220454 h 2746526"/>
                  <a:gd name="connsiteX3" fmla="*/ 1382960 w 1894450"/>
                  <a:gd name="connsiteY3" fmla="*/ 601001 h 2746526"/>
                  <a:gd name="connsiteX4" fmla="*/ 1398043 w 1894450"/>
                  <a:gd name="connsiteY4" fmla="*/ 762621 h 2746526"/>
                  <a:gd name="connsiteX5" fmla="*/ 1046351 w 1894450"/>
                  <a:gd name="connsiteY5" fmla="*/ 948093 h 2746526"/>
                  <a:gd name="connsiteX6" fmla="*/ 1123662 w 1894450"/>
                  <a:gd name="connsiteY6" fmla="*/ 1196165 h 2746526"/>
                  <a:gd name="connsiteX7" fmla="*/ 1325138 w 1894450"/>
                  <a:gd name="connsiteY7" fmla="*/ 939324 h 2746526"/>
                  <a:gd name="connsiteX8" fmla="*/ 1433995 w 1894450"/>
                  <a:gd name="connsiteY8" fmla="*/ 902374 h 2746526"/>
                  <a:gd name="connsiteX9" fmla="*/ 1686148 w 1894450"/>
                  <a:gd name="connsiteY9" fmla="*/ 1249243 h 2746526"/>
                  <a:gd name="connsiteX10" fmla="*/ 1654723 w 1894450"/>
                  <a:gd name="connsiteY10" fmla="*/ 1571980 h 2746526"/>
                  <a:gd name="connsiteX11" fmla="*/ 1888275 w 1894450"/>
                  <a:gd name="connsiteY11" fmla="*/ 2544715 h 2746526"/>
                  <a:gd name="connsiteX12" fmla="*/ 1845036 w 1894450"/>
                  <a:gd name="connsiteY12" fmla="*/ 2742784 h 2746526"/>
                  <a:gd name="connsiteX13" fmla="*/ 1634863 w 1894450"/>
                  <a:gd name="connsiteY13" fmla="*/ 2663357 h 2746526"/>
                  <a:gd name="connsiteX14" fmla="*/ 1006707 w 1894450"/>
                  <a:gd name="connsiteY14" fmla="*/ 2023608 h 2746526"/>
                  <a:gd name="connsiteX15" fmla="*/ 191443 w 1894450"/>
                  <a:gd name="connsiteY15" fmla="*/ 2162747 h 2746526"/>
                  <a:gd name="connsiteX16" fmla="*/ 97299 w 1894450"/>
                  <a:gd name="connsiteY16" fmla="*/ 2161011 h 2746526"/>
                  <a:gd name="connsiteX17" fmla="*/ 97540 w 1894450"/>
                  <a:gd name="connsiteY17" fmla="*/ 2160938 h 2746526"/>
                  <a:gd name="connsiteX18" fmla="*/ 175228 w 1894450"/>
                  <a:gd name="connsiteY18" fmla="*/ 2100072 h 2746526"/>
                  <a:gd name="connsiteX19" fmla="*/ 785048 w 1894450"/>
                  <a:gd name="connsiteY19" fmla="*/ 1531168 h 2746526"/>
                  <a:gd name="connsiteX20" fmla="*/ 667259 w 1894450"/>
                  <a:gd name="connsiteY20" fmla="*/ 1151728 h 2746526"/>
                  <a:gd name="connsiteX21" fmla="*/ 390930 w 1894450"/>
                  <a:gd name="connsiteY21" fmla="*/ 1194949 h 2746526"/>
                  <a:gd name="connsiteX22" fmla="*/ 180507 w 1894450"/>
                  <a:gd name="connsiteY22" fmla="*/ 1021769 h 2746526"/>
                  <a:gd name="connsiteX23" fmla="*/ 0 w 1894450"/>
                  <a:gd name="connsiteY23" fmla="*/ 690986 h 2746526"/>
                  <a:gd name="connsiteX24" fmla="*/ 437901 w 1894450"/>
                  <a:gd name="connsiteY24" fmla="*/ 540381 h 2746526"/>
                  <a:gd name="connsiteX25" fmla="*/ 264222 w 1894450"/>
                  <a:gd name="connsiteY25" fmla="*/ 251913 h 2746526"/>
                  <a:gd name="connsiteX26" fmla="*/ 400482 w 1894450"/>
                  <a:gd name="connsiteY26" fmla="*/ 15349 h 2746526"/>
                  <a:gd name="connsiteX27" fmla="*/ 437152 w 1894450"/>
                  <a:gd name="connsiteY27" fmla="*/ 381 h 2746526"/>
                  <a:gd name="connsiteX28" fmla="*/ 1469944 w 1894450"/>
                  <a:gd name="connsiteY28" fmla="*/ 1774823 h 2746526"/>
                  <a:gd name="connsiteX29" fmla="*/ 1333710 w 1894450"/>
                  <a:gd name="connsiteY29" fmla="*/ 1857860 h 2746526"/>
                  <a:gd name="connsiteX30" fmla="*/ 1441493 w 1894450"/>
                  <a:gd name="connsiteY30" fmla="*/ 2026925 h 2746526"/>
                  <a:gd name="connsiteX31" fmla="*/ 1477077 w 1894450"/>
                  <a:gd name="connsiteY31" fmla="*/ 1941124 h 2746526"/>
                  <a:gd name="connsiteX32" fmla="*/ 1469944 w 1894450"/>
                  <a:gd name="connsiteY32" fmla="*/ 1774823 h 2746526"/>
                  <a:gd name="connsiteX0" fmla="*/ 545102 w 1894450"/>
                  <a:gd name="connsiteY0" fmla="*/ 25 h 2828720"/>
                  <a:gd name="connsiteX1" fmla="*/ 740880 w 1894450"/>
                  <a:gd name="connsiteY1" fmla="*/ 402684 h 2828720"/>
                  <a:gd name="connsiteX2" fmla="*/ 1070970 w 1894450"/>
                  <a:gd name="connsiteY2" fmla="*/ 302648 h 2828720"/>
                  <a:gd name="connsiteX3" fmla="*/ 1382960 w 1894450"/>
                  <a:gd name="connsiteY3" fmla="*/ 683195 h 2828720"/>
                  <a:gd name="connsiteX4" fmla="*/ 1398043 w 1894450"/>
                  <a:gd name="connsiteY4" fmla="*/ 844815 h 2828720"/>
                  <a:gd name="connsiteX5" fmla="*/ 1046351 w 1894450"/>
                  <a:gd name="connsiteY5" fmla="*/ 1030287 h 2828720"/>
                  <a:gd name="connsiteX6" fmla="*/ 1123662 w 1894450"/>
                  <a:gd name="connsiteY6" fmla="*/ 1278359 h 2828720"/>
                  <a:gd name="connsiteX7" fmla="*/ 1325138 w 1894450"/>
                  <a:gd name="connsiteY7" fmla="*/ 1021518 h 2828720"/>
                  <a:gd name="connsiteX8" fmla="*/ 1433995 w 1894450"/>
                  <a:gd name="connsiteY8" fmla="*/ 984568 h 2828720"/>
                  <a:gd name="connsiteX9" fmla="*/ 1686148 w 1894450"/>
                  <a:gd name="connsiteY9" fmla="*/ 1331437 h 2828720"/>
                  <a:gd name="connsiteX10" fmla="*/ 1654723 w 1894450"/>
                  <a:gd name="connsiteY10" fmla="*/ 1654174 h 2828720"/>
                  <a:gd name="connsiteX11" fmla="*/ 1888275 w 1894450"/>
                  <a:gd name="connsiteY11" fmla="*/ 2626909 h 2828720"/>
                  <a:gd name="connsiteX12" fmla="*/ 1845036 w 1894450"/>
                  <a:gd name="connsiteY12" fmla="*/ 2824978 h 2828720"/>
                  <a:gd name="connsiteX13" fmla="*/ 1634863 w 1894450"/>
                  <a:gd name="connsiteY13" fmla="*/ 2745551 h 2828720"/>
                  <a:gd name="connsiteX14" fmla="*/ 1006707 w 1894450"/>
                  <a:gd name="connsiteY14" fmla="*/ 2105802 h 2828720"/>
                  <a:gd name="connsiteX15" fmla="*/ 191443 w 1894450"/>
                  <a:gd name="connsiteY15" fmla="*/ 2244941 h 2828720"/>
                  <a:gd name="connsiteX16" fmla="*/ 97299 w 1894450"/>
                  <a:gd name="connsiteY16" fmla="*/ 2243205 h 2828720"/>
                  <a:gd name="connsiteX17" fmla="*/ 97540 w 1894450"/>
                  <a:gd name="connsiteY17" fmla="*/ 2243132 h 2828720"/>
                  <a:gd name="connsiteX18" fmla="*/ 175228 w 1894450"/>
                  <a:gd name="connsiteY18" fmla="*/ 2182266 h 2828720"/>
                  <a:gd name="connsiteX19" fmla="*/ 785048 w 1894450"/>
                  <a:gd name="connsiteY19" fmla="*/ 1613362 h 2828720"/>
                  <a:gd name="connsiteX20" fmla="*/ 667259 w 1894450"/>
                  <a:gd name="connsiteY20" fmla="*/ 1233922 h 2828720"/>
                  <a:gd name="connsiteX21" fmla="*/ 390930 w 1894450"/>
                  <a:gd name="connsiteY21" fmla="*/ 1277143 h 2828720"/>
                  <a:gd name="connsiteX22" fmla="*/ 180507 w 1894450"/>
                  <a:gd name="connsiteY22" fmla="*/ 1103963 h 2828720"/>
                  <a:gd name="connsiteX23" fmla="*/ 0 w 1894450"/>
                  <a:gd name="connsiteY23" fmla="*/ 773180 h 2828720"/>
                  <a:gd name="connsiteX24" fmla="*/ 437901 w 1894450"/>
                  <a:gd name="connsiteY24" fmla="*/ 622575 h 2828720"/>
                  <a:gd name="connsiteX25" fmla="*/ 264222 w 1894450"/>
                  <a:gd name="connsiteY25" fmla="*/ 334107 h 2828720"/>
                  <a:gd name="connsiteX26" fmla="*/ 400482 w 1894450"/>
                  <a:gd name="connsiteY26" fmla="*/ 97543 h 2828720"/>
                  <a:gd name="connsiteX27" fmla="*/ 545102 w 1894450"/>
                  <a:gd name="connsiteY27" fmla="*/ 25 h 2828720"/>
                  <a:gd name="connsiteX28" fmla="*/ 1469944 w 1894450"/>
                  <a:gd name="connsiteY28" fmla="*/ 1857017 h 2828720"/>
                  <a:gd name="connsiteX29" fmla="*/ 1333710 w 1894450"/>
                  <a:gd name="connsiteY29" fmla="*/ 1940054 h 2828720"/>
                  <a:gd name="connsiteX30" fmla="*/ 1441493 w 1894450"/>
                  <a:gd name="connsiteY30" fmla="*/ 2109119 h 2828720"/>
                  <a:gd name="connsiteX31" fmla="*/ 1477077 w 1894450"/>
                  <a:gd name="connsiteY31" fmla="*/ 2023318 h 2828720"/>
                  <a:gd name="connsiteX32" fmla="*/ 1469944 w 1894450"/>
                  <a:gd name="connsiteY32" fmla="*/ 1857017 h 2828720"/>
                  <a:gd name="connsiteX0" fmla="*/ 545102 w 1894450"/>
                  <a:gd name="connsiteY0" fmla="*/ 391 h 2829086"/>
                  <a:gd name="connsiteX1" fmla="*/ 740880 w 1894450"/>
                  <a:gd name="connsiteY1" fmla="*/ 4030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23662 w 1894450"/>
                  <a:gd name="connsiteY6" fmla="*/ 127872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54723 w 1894450"/>
                  <a:gd name="connsiteY10" fmla="*/ 1654540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67259 w 1894450"/>
                  <a:gd name="connsiteY20" fmla="*/ 123428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69944 w 1894450"/>
                  <a:gd name="connsiteY27" fmla="*/ 1857383 h 2829086"/>
                  <a:gd name="connsiteX28" fmla="*/ 1333710 w 1894450"/>
                  <a:gd name="connsiteY28" fmla="*/ 1940420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69944 w 1894450"/>
                  <a:gd name="connsiteY31" fmla="*/ 1857383 h 2829086"/>
                  <a:gd name="connsiteX0" fmla="*/ 545102 w 1894450"/>
                  <a:gd name="connsiteY0" fmla="*/ 391 h 2829086"/>
                  <a:gd name="connsiteX1" fmla="*/ 772630 w 1894450"/>
                  <a:gd name="connsiteY1" fmla="*/ 406225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23662 w 1894450"/>
                  <a:gd name="connsiteY6" fmla="*/ 127872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54723 w 1894450"/>
                  <a:gd name="connsiteY10" fmla="*/ 1654540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67259 w 1894450"/>
                  <a:gd name="connsiteY20" fmla="*/ 123428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69944 w 1894450"/>
                  <a:gd name="connsiteY27" fmla="*/ 1857383 h 2829086"/>
                  <a:gd name="connsiteX28" fmla="*/ 1333710 w 1894450"/>
                  <a:gd name="connsiteY28" fmla="*/ 1940420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69944 w 1894450"/>
                  <a:gd name="connsiteY31" fmla="*/ 1857383 h 2829086"/>
                  <a:gd name="connsiteX0" fmla="*/ 545102 w 1894450"/>
                  <a:gd name="connsiteY0" fmla="*/ 391 h 2829086"/>
                  <a:gd name="connsiteX1" fmla="*/ 772630 w 1894450"/>
                  <a:gd name="connsiteY1" fmla="*/ 406225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23662 w 1894450"/>
                  <a:gd name="connsiteY6" fmla="*/ 127872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54723 w 1894450"/>
                  <a:gd name="connsiteY10" fmla="*/ 1654540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67259 w 1894450"/>
                  <a:gd name="connsiteY20" fmla="*/ 123428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69944 w 1894450"/>
                  <a:gd name="connsiteY27" fmla="*/ 1857383 h 2829086"/>
                  <a:gd name="connsiteX28" fmla="*/ 1333710 w 1894450"/>
                  <a:gd name="connsiteY28" fmla="*/ 1940420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69944 w 1894450"/>
                  <a:gd name="connsiteY31" fmla="*/ 185738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23662 w 1894450"/>
                  <a:gd name="connsiteY6" fmla="*/ 127872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54723 w 1894450"/>
                  <a:gd name="connsiteY10" fmla="*/ 1654540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67259 w 1894450"/>
                  <a:gd name="connsiteY20" fmla="*/ 123428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69944 w 1894450"/>
                  <a:gd name="connsiteY27" fmla="*/ 1857383 h 2829086"/>
                  <a:gd name="connsiteX28" fmla="*/ 1333710 w 1894450"/>
                  <a:gd name="connsiteY28" fmla="*/ 1940420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69944 w 1894450"/>
                  <a:gd name="connsiteY31" fmla="*/ 185738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23662 w 1894450"/>
                  <a:gd name="connsiteY6" fmla="*/ 127872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54723 w 1894450"/>
                  <a:gd name="connsiteY10" fmla="*/ 1654540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67259 w 1894450"/>
                  <a:gd name="connsiteY20" fmla="*/ 123428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69944 w 1894450"/>
                  <a:gd name="connsiteY27" fmla="*/ 1857383 h 2829086"/>
                  <a:gd name="connsiteX28" fmla="*/ 1333710 w 1894450"/>
                  <a:gd name="connsiteY28" fmla="*/ 1940420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69944 w 1894450"/>
                  <a:gd name="connsiteY31" fmla="*/ 185738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23662 w 1894450"/>
                  <a:gd name="connsiteY6" fmla="*/ 127872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54723 w 1894450"/>
                  <a:gd name="connsiteY10" fmla="*/ 1654540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67259 w 1894450"/>
                  <a:gd name="connsiteY20" fmla="*/ 123428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69944 w 1894450"/>
                  <a:gd name="connsiteY27" fmla="*/ 1857383 h 2829086"/>
                  <a:gd name="connsiteX28" fmla="*/ 1333710 w 1894450"/>
                  <a:gd name="connsiteY28" fmla="*/ 1940420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69944 w 1894450"/>
                  <a:gd name="connsiteY31" fmla="*/ 185738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23662 w 1894450"/>
                  <a:gd name="connsiteY6" fmla="*/ 127872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54723 w 1894450"/>
                  <a:gd name="connsiteY10" fmla="*/ 1654540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69944 w 1894450"/>
                  <a:gd name="connsiteY27" fmla="*/ 1857383 h 2829086"/>
                  <a:gd name="connsiteX28" fmla="*/ 1333710 w 1894450"/>
                  <a:gd name="connsiteY28" fmla="*/ 1940420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69944 w 1894450"/>
                  <a:gd name="connsiteY31" fmla="*/ 185738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54723 w 1894450"/>
                  <a:gd name="connsiteY10" fmla="*/ 1654540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69944 w 1894450"/>
                  <a:gd name="connsiteY27" fmla="*/ 1857383 h 2829086"/>
                  <a:gd name="connsiteX28" fmla="*/ 1333710 w 1894450"/>
                  <a:gd name="connsiteY28" fmla="*/ 1940420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69944 w 1894450"/>
                  <a:gd name="connsiteY31" fmla="*/ 185738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54723 w 1894450"/>
                  <a:gd name="connsiteY10" fmla="*/ 1654540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69944 w 1894450"/>
                  <a:gd name="connsiteY27" fmla="*/ 1857383 h 2829086"/>
                  <a:gd name="connsiteX28" fmla="*/ 1333710 w 1894450"/>
                  <a:gd name="connsiteY28" fmla="*/ 1940420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69944 w 1894450"/>
                  <a:gd name="connsiteY31" fmla="*/ 185738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54723 w 1894450"/>
                  <a:gd name="connsiteY10" fmla="*/ 1654540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47719 w 1894450"/>
                  <a:gd name="connsiteY27" fmla="*/ 1784358 h 2829086"/>
                  <a:gd name="connsiteX28" fmla="*/ 1333710 w 1894450"/>
                  <a:gd name="connsiteY28" fmla="*/ 1940420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47719 w 1894450"/>
                  <a:gd name="connsiteY31" fmla="*/ 1784358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54723 w 1894450"/>
                  <a:gd name="connsiteY10" fmla="*/ 1654540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47719 w 1894450"/>
                  <a:gd name="connsiteY27" fmla="*/ 1784358 h 2829086"/>
                  <a:gd name="connsiteX28" fmla="*/ 1311485 w 1894450"/>
                  <a:gd name="connsiteY28" fmla="*/ 1854695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47719 w 1894450"/>
                  <a:gd name="connsiteY31" fmla="*/ 1784358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54723 w 1894450"/>
                  <a:gd name="connsiteY10" fmla="*/ 1654540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50894 w 1894450"/>
                  <a:gd name="connsiteY27" fmla="*/ 1749433 h 2829086"/>
                  <a:gd name="connsiteX28" fmla="*/ 1311485 w 1894450"/>
                  <a:gd name="connsiteY28" fmla="*/ 1854695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50894 w 1894450"/>
                  <a:gd name="connsiteY31" fmla="*/ 17494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50894 w 1894450"/>
                  <a:gd name="connsiteY27" fmla="*/ 1749433 h 2829086"/>
                  <a:gd name="connsiteX28" fmla="*/ 1311485 w 1894450"/>
                  <a:gd name="connsiteY28" fmla="*/ 1854695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50894 w 1894450"/>
                  <a:gd name="connsiteY31" fmla="*/ 17494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50894 w 1894450"/>
                  <a:gd name="connsiteY27" fmla="*/ 1749433 h 2829086"/>
                  <a:gd name="connsiteX28" fmla="*/ 1311485 w 1894450"/>
                  <a:gd name="connsiteY28" fmla="*/ 1854695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2023684 h 2829086"/>
                  <a:gd name="connsiteX31" fmla="*/ 1450894 w 1894450"/>
                  <a:gd name="connsiteY31" fmla="*/ 17494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50894 w 1894450"/>
                  <a:gd name="connsiteY27" fmla="*/ 1749433 h 2829086"/>
                  <a:gd name="connsiteX28" fmla="*/ 1311485 w 1894450"/>
                  <a:gd name="connsiteY28" fmla="*/ 1854695 h 2829086"/>
                  <a:gd name="connsiteX29" fmla="*/ 1441493 w 1894450"/>
                  <a:gd name="connsiteY29" fmla="*/ 2109485 h 2829086"/>
                  <a:gd name="connsiteX30" fmla="*/ 1477077 w 1894450"/>
                  <a:gd name="connsiteY30" fmla="*/ 1912559 h 2829086"/>
                  <a:gd name="connsiteX31" fmla="*/ 1450894 w 1894450"/>
                  <a:gd name="connsiteY31" fmla="*/ 17494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50894 w 1894450"/>
                  <a:gd name="connsiteY27" fmla="*/ 1749433 h 2829086"/>
                  <a:gd name="connsiteX28" fmla="*/ 1311485 w 1894450"/>
                  <a:gd name="connsiteY28" fmla="*/ 1854695 h 2829086"/>
                  <a:gd name="connsiteX29" fmla="*/ 1447843 w 1894450"/>
                  <a:gd name="connsiteY29" fmla="*/ 2042810 h 2829086"/>
                  <a:gd name="connsiteX30" fmla="*/ 1477077 w 1894450"/>
                  <a:gd name="connsiteY30" fmla="*/ 1912559 h 2829086"/>
                  <a:gd name="connsiteX31" fmla="*/ 1450894 w 1894450"/>
                  <a:gd name="connsiteY31" fmla="*/ 17494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50894 w 1894450"/>
                  <a:gd name="connsiteY27" fmla="*/ 1749433 h 2829086"/>
                  <a:gd name="connsiteX28" fmla="*/ 1311485 w 1894450"/>
                  <a:gd name="connsiteY28" fmla="*/ 1854695 h 2829086"/>
                  <a:gd name="connsiteX29" fmla="*/ 1476418 w 1894450"/>
                  <a:gd name="connsiteY29" fmla="*/ 2030110 h 2829086"/>
                  <a:gd name="connsiteX30" fmla="*/ 1477077 w 1894450"/>
                  <a:gd name="connsiteY30" fmla="*/ 1912559 h 2829086"/>
                  <a:gd name="connsiteX31" fmla="*/ 1450894 w 1894450"/>
                  <a:gd name="connsiteY31" fmla="*/ 17494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450894 w 1894450"/>
                  <a:gd name="connsiteY27" fmla="*/ 1749433 h 2829086"/>
                  <a:gd name="connsiteX28" fmla="*/ 1311485 w 1894450"/>
                  <a:gd name="connsiteY28" fmla="*/ 1854695 h 2829086"/>
                  <a:gd name="connsiteX29" fmla="*/ 1476418 w 1894450"/>
                  <a:gd name="connsiteY29" fmla="*/ 2030110 h 2829086"/>
                  <a:gd name="connsiteX30" fmla="*/ 1502477 w 1894450"/>
                  <a:gd name="connsiteY30" fmla="*/ 1903034 h 2829086"/>
                  <a:gd name="connsiteX31" fmla="*/ 1450894 w 1894450"/>
                  <a:gd name="connsiteY31" fmla="*/ 17494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55669 w 1894450"/>
                  <a:gd name="connsiteY27" fmla="*/ 1673233 h 2829086"/>
                  <a:gd name="connsiteX28" fmla="*/ 1311485 w 1894450"/>
                  <a:gd name="connsiteY28" fmla="*/ 1854695 h 2829086"/>
                  <a:gd name="connsiteX29" fmla="*/ 1476418 w 1894450"/>
                  <a:gd name="connsiteY29" fmla="*/ 2030110 h 2829086"/>
                  <a:gd name="connsiteX30" fmla="*/ 1502477 w 1894450"/>
                  <a:gd name="connsiteY30" fmla="*/ 1903034 h 2829086"/>
                  <a:gd name="connsiteX31" fmla="*/ 1555669 w 1894450"/>
                  <a:gd name="connsiteY31" fmla="*/ 16732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55669 w 1894450"/>
                  <a:gd name="connsiteY27" fmla="*/ 1673233 h 2829086"/>
                  <a:gd name="connsiteX28" fmla="*/ 1311485 w 1894450"/>
                  <a:gd name="connsiteY28" fmla="*/ 1854695 h 2829086"/>
                  <a:gd name="connsiteX29" fmla="*/ 1476418 w 1894450"/>
                  <a:gd name="connsiteY29" fmla="*/ 2030110 h 2829086"/>
                  <a:gd name="connsiteX30" fmla="*/ 1559627 w 1894450"/>
                  <a:gd name="connsiteY30" fmla="*/ 1896684 h 2829086"/>
                  <a:gd name="connsiteX31" fmla="*/ 1555669 w 1894450"/>
                  <a:gd name="connsiteY31" fmla="*/ 16732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55669 w 1894450"/>
                  <a:gd name="connsiteY27" fmla="*/ 1673233 h 2829086"/>
                  <a:gd name="connsiteX28" fmla="*/ 1340060 w 1894450"/>
                  <a:gd name="connsiteY28" fmla="*/ 1832470 h 2829086"/>
                  <a:gd name="connsiteX29" fmla="*/ 1476418 w 1894450"/>
                  <a:gd name="connsiteY29" fmla="*/ 2030110 h 2829086"/>
                  <a:gd name="connsiteX30" fmla="*/ 1559627 w 1894450"/>
                  <a:gd name="connsiteY30" fmla="*/ 1896684 h 2829086"/>
                  <a:gd name="connsiteX31" fmla="*/ 1555669 w 1894450"/>
                  <a:gd name="connsiteY31" fmla="*/ 16732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55669 w 1894450"/>
                  <a:gd name="connsiteY27" fmla="*/ 1673233 h 2829086"/>
                  <a:gd name="connsiteX28" fmla="*/ 1340060 w 1894450"/>
                  <a:gd name="connsiteY28" fmla="*/ 1832470 h 2829086"/>
                  <a:gd name="connsiteX29" fmla="*/ 1482768 w 1894450"/>
                  <a:gd name="connsiteY29" fmla="*/ 2007885 h 2829086"/>
                  <a:gd name="connsiteX30" fmla="*/ 1559627 w 1894450"/>
                  <a:gd name="connsiteY30" fmla="*/ 1896684 h 2829086"/>
                  <a:gd name="connsiteX31" fmla="*/ 1555669 w 1894450"/>
                  <a:gd name="connsiteY31" fmla="*/ 16732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55669 w 1894450"/>
                  <a:gd name="connsiteY27" fmla="*/ 1673233 h 2829086"/>
                  <a:gd name="connsiteX28" fmla="*/ 1381335 w 1894450"/>
                  <a:gd name="connsiteY28" fmla="*/ 1807070 h 2829086"/>
                  <a:gd name="connsiteX29" fmla="*/ 1482768 w 1894450"/>
                  <a:gd name="connsiteY29" fmla="*/ 2007885 h 2829086"/>
                  <a:gd name="connsiteX30" fmla="*/ 1559627 w 1894450"/>
                  <a:gd name="connsiteY30" fmla="*/ 1896684 h 2829086"/>
                  <a:gd name="connsiteX31" fmla="*/ 1555669 w 1894450"/>
                  <a:gd name="connsiteY31" fmla="*/ 16732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55669 w 1894450"/>
                  <a:gd name="connsiteY27" fmla="*/ 1673233 h 2829086"/>
                  <a:gd name="connsiteX28" fmla="*/ 1381335 w 1894450"/>
                  <a:gd name="connsiteY28" fmla="*/ 1807070 h 2829086"/>
                  <a:gd name="connsiteX29" fmla="*/ 1501818 w 1894450"/>
                  <a:gd name="connsiteY29" fmla="*/ 1982485 h 2829086"/>
                  <a:gd name="connsiteX30" fmla="*/ 1559627 w 1894450"/>
                  <a:gd name="connsiteY30" fmla="*/ 1896684 h 2829086"/>
                  <a:gd name="connsiteX31" fmla="*/ 1555669 w 1894450"/>
                  <a:gd name="connsiteY31" fmla="*/ 16732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55669 w 1894450"/>
                  <a:gd name="connsiteY27" fmla="*/ 1673233 h 2829086"/>
                  <a:gd name="connsiteX28" fmla="*/ 1381335 w 1894450"/>
                  <a:gd name="connsiteY28" fmla="*/ 1807070 h 2829086"/>
                  <a:gd name="connsiteX29" fmla="*/ 1501818 w 1894450"/>
                  <a:gd name="connsiteY29" fmla="*/ 1982485 h 2829086"/>
                  <a:gd name="connsiteX30" fmla="*/ 1565977 w 1894450"/>
                  <a:gd name="connsiteY30" fmla="*/ 1871284 h 2829086"/>
                  <a:gd name="connsiteX31" fmla="*/ 1555669 w 1894450"/>
                  <a:gd name="connsiteY31" fmla="*/ 16732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90594 w 1894450"/>
                  <a:gd name="connsiteY27" fmla="*/ 1647833 h 2829086"/>
                  <a:gd name="connsiteX28" fmla="*/ 1381335 w 1894450"/>
                  <a:gd name="connsiteY28" fmla="*/ 1807070 h 2829086"/>
                  <a:gd name="connsiteX29" fmla="*/ 1501818 w 1894450"/>
                  <a:gd name="connsiteY29" fmla="*/ 1982485 h 2829086"/>
                  <a:gd name="connsiteX30" fmla="*/ 1565977 w 1894450"/>
                  <a:gd name="connsiteY30" fmla="*/ 1871284 h 2829086"/>
                  <a:gd name="connsiteX31" fmla="*/ 1590594 w 1894450"/>
                  <a:gd name="connsiteY31" fmla="*/ 16478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90594 w 1894450"/>
                  <a:gd name="connsiteY27" fmla="*/ 1647833 h 2829086"/>
                  <a:gd name="connsiteX28" fmla="*/ 1381335 w 1894450"/>
                  <a:gd name="connsiteY28" fmla="*/ 1807070 h 2829086"/>
                  <a:gd name="connsiteX29" fmla="*/ 1501818 w 1894450"/>
                  <a:gd name="connsiteY29" fmla="*/ 1982485 h 2829086"/>
                  <a:gd name="connsiteX30" fmla="*/ 1565977 w 1894450"/>
                  <a:gd name="connsiteY30" fmla="*/ 1871284 h 2829086"/>
                  <a:gd name="connsiteX31" fmla="*/ 1590594 w 1894450"/>
                  <a:gd name="connsiteY31" fmla="*/ 16478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90594 w 1894450"/>
                  <a:gd name="connsiteY27" fmla="*/ 1647833 h 2829086"/>
                  <a:gd name="connsiteX28" fmla="*/ 1381335 w 1894450"/>
                  <a:gd name="connsiteY28" fmla="*/ 1807070 h 2829086"/>
                  <a:gd name="connsiteX29" fmla="*/ 1501818 w 1894450"/>
                  <a:gd name="connsiteY29" fmla="*/ 1982485 h 2829086"/>
                  <a:gd name="connsiteX30" fmla="*/ 1565977 w 1894450"/>
                  <a:gd name="connsiteY30" fmla="*/ 1871284 h 2829086"/>
                  <a:gd name="connsiteX31" fmla="*/ 1590594 w 1894450"/>
                  <a:gd name="connsiteY31" fmla="*/ 1647833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68369 w 1894450"/>
                  <a:gd name="connsiteY27" fmla="*/ 1657358 h 2829086"/>
                  <a:gd name="connsiteX28" fmla="*/ 1381335 w 1894450"/>
                  <a:gd name="connsiteY28" fmla="*/ 1807070 h 2829086"/>
                  <a:gd name="connsiteX29" fmla="*/ 1501818 w 1894450"/>
                  <a:gd name="connsiteY29" fmla="*/ 1982485 h 2829086"/>
                  <a:gd name="connsiteX30" fmla="*/ 1565977 w 1894450"/>
                  <a:gd name="connsiteY30" fmla="*/ 1871284 h 2829086"/>
                  <a:gd name="connsiteX31" fmla="*/ 1568369 w 1894450"/>
                  <a:gd name="connsiteY31" fmla="*/ 1657358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68369 w 1894450"/>
                  <a:gd name="connsiteY27" fmla="*/ 1657358 h 2829086"/>
                  <a:gd name="connsiteX28" fmla="*/ 1381335 w 1894450"/>
                  <a:gd name="connsiteY28" fmla="*/ 1807070 h 2829086"/>
                  <a:gd name="connsiteX29" fmla="*/ 1501818 w 1894450"/>
                  <a:gd name="connsiteY29" fmla="*/ 1982485 h 2829086"/>
                  <a:gd name="connsiteX30" fmla="*/ 1565977 w 1894450"/>
                  <a:gd name="connsiteY30" fmla="*/ 1871284 h 2829086"/>
                  <a:gd name="connsiteX31" fmla="*/ 1568369 w 1894450"/>
                  <a:gd name="connsiteY31" fmla="*/ 1657358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68369 w 1894450"/>
                  <a:gd name="connsiteY27" fmla="*/ 1657358 h 2829086"/>
                  <a:gd name="connsiteX28" fmla="*/ 1381335 w 1894450"/>
                  <a:gd name="connsiteY28" fmla="*/ 1807070 h 2829086"/>
                  <a:gd name="connsiteX29" fmla="*/ 1501818 w 1894450"/>
                  <a:gd name="connsiteY29" fmla="*/ 1982485 h 2829086"/>
                  <a:gd name="connsiteX30" fmla="*/ 1565977 w 1894450"/>
                  <a:gd name="connsiteY30" fmla="*/ 1871284 h 2829086"/>
                  <a:gd name="connsiteX31" fmla="*/ 1568369 w 1894450"/>
                  <a:gd name="connsiteY31" fmla="*/ 1657358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97540 w 1894450"/>
                  <a:gd name="connsiteY17" fmla="*/ 2243498 h 2829086"/>
                  <a:gd name="connsiteX18" fmla="*/ 175228 w 1894450"/>
                  <a:gd name="connsiteY18" fmla="*/ 2182632 h 2829086"/>
                  <a:gd name="connsiteX19" fmla="*/ 785048 w 1894450"/>
                  <a:gd name="connsiteY19" fmla="*/ 1613728 h 2829086"/>
                  <a:gd name="connsiteX20" fmla="*/ 651384 w 1894450"/>
                  <a:gd name="connsiteY20" fmla="*/ 1240638 h 2829086"/>
                  <a:gd name="connsiteX21" fmla="*/ 390930 w 1894450"/>
                  <a:gd name="connsiteY21" fmla="*/ 1277509 h 2829086"/>
                  <a:gd name="connsiteX22" fmla="*/ 180507 w 1894450"/>
                  <a:gd name="connsiteY22" fmla="*/ 1104329 h 2829086"/>
                  <a:gd name="connsiteX23" fmla="*/ 0 w 1894450"/>
                  <a:gd name="connsiteY23" fmla="*/ 773546 h 2829086"/>
                  <a:gd name="connsiteX24" fmla="*/ 437901 w 1894450"/>
                  <a:gd name="connsiteY24" fmla="*/ 622941 h 2829086"/>
                  <a:gd name="connsiteX25" fmla="*/ 264222 w 1894450"/>
                  <a:gd name="connsiteY25" fmla="*/ 334473 h 2829086"/>
                  <a:gd name="connsiteX26" fmla="*/ 545102 w 1894450"/>
                  <a:gd name="connsiteY26" fmla="*/ 391 h 2829086"/>
                  <a:gd name="connsiteX27" fmla="*/ 1568369 w 1894450"/>
                  <a:gd name="connsiteY27" fmla="*/ 1657358 h 2829086"/>
                  <a:gd name="connsiteX28" fmla="*/ 1381335 w 1894450"/>
                  <a:gd name="connsiteY28" fmla="*/ 1807070 h 2829086"/>
                  <a:gd name="connsiteX29" fmla="*/ 1501818 w 1894450"/>
                  <a:gd name="connsiteY29" fmla="*/ 1982485 h 2829086"/>
                  <a:gd name="connsiteX30" fmla="*/ 1565977 w 1894450"/>
                  <a:gd name="connsiteY30" fmla="*/ 1871284 h 2829086"/>
                  <a:gd name="connsiteX31" fmla="*/ 1568369 w 1894450"/>
                  <a:gd name="connsiteY31" fmla="*/ 1657358 h 2829086"/>
                  <a:gd name="connsiteX0" fmla="*/ 545102 w 1894450"/>
                  <a:gd name="connsiteY0" fmla="*/ 391 h 2829086"/>
                  <a:gd name="connsiteX1" fmla="*/ 791680 w 1894450"/>
                  <a:gd name="connsiteY1" fmla="*/ 390350 h 2829086"/>
                  <a:gd name="connsiteX2" fmla="*/ 1070970 w 1894450"/>
                  <a:gd name="connsiteY2" fmla="*/ 303014 h 2829086"/>
                  <a:gd name="connsiteX3" fmla="*/ 1382960 w 1894450"/>
                  <a:gd name="connsiteY3" fmla="*/ 683561 h 2829086"/>
                  <a:gd name="connsiteX4" fmla="*/ 1398043 w 1894450"/>
                  <a:gd name="connsiteY4" fmla="*/ 845181 h 2829086"/>
                  <a:gd name="connsiteX5" fmla="*/ 1046351 w 1894450"/>
                  <a:gd name="connsiteY5" fmla="*/ 1030653 h 2829086"/>
                  <a:gd name="connsiteX6" fmla="*/ 1145887 w 1894450"/>
                  <a:gd name="connsiteY6" fmla="*/ 1259675 h 2829086"/>
                  <a:gd name="connsiteX7" fmla="*/ 1325138 w 1894450"/>
                  <a:gd name="connsiteY7" fmla="*/ 1021884 h 2829086"/>
                  <a:gd name="connsiteX8" fmla="*/ 1433995 w 1894450"/>
                  <a:gd name="connsiteY8" fmla="*/ 984934 h 2829086"/>
                  <a:gd name="connsiteX9" fmla="*/ 1686148 w 1894450"/>
                  <a:gd name="connsiteY9" fmla="*/ 1331803 h 2829086"/>
                  <a:gd name="connsiteX10" fmla="*/ 1622973 w 1894450"/>
                  <a:gd name="connsiteY10" fmla="*/ 1619615 h 2829086"/>
                  <a:gd name="connsiteX11" fmla="*/ 1888275 w 1894450"/>
                  <a:gd name="connsiteY11" fmla="*/ 2627275 h 2829086"/>
                  <a:gd name="connsiteX12" fmla="*/ 1845036 w 1894450"/>
                  <a:gd name="connsiteY12" fmla="*/ 2825344 h 2829086"/>
                  <a:gd name="connsiteX13" fmla="*/ 1634863 w 1894450"/>
                  <a:gd name="connsiteY13" fmla="*/ 2745917 h 2829086"/>
                  <a:gd name="connsiteX14" fmla="*/ 1006707 w 1894450"/>
                  <a:gd name="connsiteY14" fmla="*/ 2106168 h 2829086"/>
                  <a:gd name="connsiteX15" fmla="*/ 191443 w 1894450"/>
                  <a:gd name="connsiteY15" fmla="*/ 2245307 h 2829086"/>
                  <a:gd name="connsiteX16" fmla="*/ 97299 w 1894450"/>
                  <a:gd name="connsiteY16" fmla="*/ 2243571 h 2829086"/>
                  <a:gd name="connsiteX17" fmla="*/ 175228 w 1894450"/>
                  <a:gd name="connsiteY17" fmla="*/ 2182632 h 2829086"/>
                  <a:gd name="connsiteX18" fmla="*/ 785048 w 1894450"/>
                  <a:gd name="connsiteY18" fmla="*/ 1613728 h 2829086"/>
                  <a:gd name="connsiteX19" fmla="*/ 651384 w 1894450"/>
                  <a:gd name="connsiteY19" fmla="*/ 1240638 h 2829086"/>
                  <a:gd name="connsiteX20" fmla="*/ 390930 w 1894450"/>
                  <a:gd name="connsiteY20" fmla="*/ 1277509 h 2829086"/>
                  <a:gd name="connsiteX21" fmla="*/ 180507 w 1894450"/>
                  <a:gd name="connsiteY21" fmla="*/ 1104329 h 2829086"/>
                  <a:gd name="connsiteX22" fmla="*/ 0 w 1894450"/>
                  <a:gd name="connsiteY22" fmla="*/ 773546 h 2829086"/>
                  <a:gd name="connsiteX23" fmla="*/ 437901 w 1894450"/>
                  <a:gd name="connsiteY23" fmla="*/ 622941 h 2829086"/>
                  <a:gd name="connsiteX24" fmla="*/ 264222 w 1894450"/>
                  <a:gd name="connsiteY24" fmla="*/ 334473 h 2829086"/>
                  <a:gd name="connsiteX25" fmla="*/ 545102 w 1894450"/>
                  <a:gd name="connsiteY25" fmla="*/ 391 h 2829086"/>
                  <a:gd name="connsiteX26" fmla="*/ 1568369 w 1894450"/>
                  <a:gd name="connsiteY26" fmla="*/ 1657358 h 2829086"/>
                  <a:gd name="connsiteX27" fmla="*/ 1381335 w 1894450"/>
                  <a:gd name="connsiteY27" fmla="*/ 1807070 h 2829086"/>
                  <a:gd name="connsiteX28" fmla="*/ 1501818 w 1894450"/>
                  <a:gd name="connsiteY28" fmla="*/ 1982485 h 2829086"/>
                  <a:gd name="connsiteX29" fmla="*/ 1565977 w 1894450"/>
                  <a:gd name="connsiteY29" fmla="*/ 1871284 h 2829086"/>
                  <a:gd name="connsiteX30" fmla="*/ 1568369 w 1894450"/>
                  <a:gd name="connsiteY30" fmla="*/ 1657358 h 2829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894450" h="2829086">
                    <a:moveTo>
                      <a:pt x="545102" y="391"/>
                    </a:moveTo>
                    <a:cubicBezTo>
                      <a:pt x="601835" y="51248"/>
                      <a:pt x="692394" y="185396"/>
                      <a:pt x="791680" y="390350"/>
                    </a:cubicBezTo>
                    <a:cubicBezTo>
                      <a:pt x="864066" y="364844"/>
                      <a:pt x="953314" y="296730"/>
                      <a:pt x="1070970" y="303014"/>
                    </a:cubicBezTo>
                    <a:cubicBezTo>
                      <a:pt x="1207733" y="397018"/>
                      <a:pt x="1302511" y="541044"/>
                      <a:pt x="1382960" y="683561"/>
                    </a:cubicBezTo>
                    <a:cubicBezTo>
                      <a:pt x="1403071" y="730815"/>
                      <a:pt x="1450335" y="802704"/>
                      <a:pt x="1398043" y="845181"/>
                    </a:cubicBezTo>
                    <a:cubicBezTo>
                      <a:pt x="1274104" y="939691"/>
                      <a:pt x="1183365" y="957509"/>
                      <a:pt x="1046351" y="1030653"/>
                    </a:cubicBezTo>
                    <a:cubicBezTo>
                      <a:pt x="1064702" y="1122650"/>
                      <a:pt x="1098111" y="1178210"/>
                      <a:pt x="1145887" y="1259675"/>
                    </a:cubicBezTo>
                    <a:cubicBezTo>
                      <a:pt x="1252228" y="1164162"/>
                      <a:pt x="1249968" y="1142534"/>
                      <a:pt x="1325138" y="1021884"/>
                    </a:cubicBezTo>
                    <a:cubicBezTo>
                      <a:pt x="1345249" y="983426"/>
                      <a:pt x="1394021" y="949243"/>
                      <a:pt x="1433995" y="984934"/>
                    </a:cubicBezTo>
                    <a:cubicBezTo>
                      <a:pt x="1553912" y="1067379"/>
                      <a:pt x="1632601" y="1198835"/>
                      <a:pt x="1686148" y="1331803"/>
                    </a:cubicBezTo>
                    <a:cubicBezTo>
                      <a:pt x="1728638" y="1438123"/>
                      <a:pt x="1790067" y="1429260"/>
                      <a:pt x="1622973" y="1619615"/>
                    </a:cubicBezTo>
                    <a:cubicBezTo>
                      <a:pt x="1681297" y="1948383"/>
                      <a:pt x="1835481" y="2296998"/>
                      <a:pt x="1888275" y="2627275"/>
                    </a:cubicBezTo>
                    <a:cubicBezTo>
                      <a:pt x="1893554" y="2692379"/>
                      <a:pt x="1911406" y="2784372"/>
                      <a:pt x="1845036" y="2825344"/>
                    </a:cubicBezTo>
                    <a:cubicBezTo>
                      <a:pt x="1766095" y="2843943"/>
                      <a:pt x="1695198" y="2789401"/>
                      <a:pt x="1634863" y="2745917"/>
                    </a:cubicBezTo>
                    <a:cubicBezTo>
                      <a:pt x="1412877" y="2565443"/>
                      <a:pt x="1156541" y="2347467"/>
                      <a:pt x="1006707" y="2106168"/>
                    </a:cubicBezTo>
                    <a:cubicBezTo>
                      <a:pt x="720300" y="2217015"/>
                      <a:pt x="480780" y="2246692"/>
                      <a:pt x="191443" y="2245307"/>
                    </a:cubicBezTo>
                    <a:lnTo>
                      <a:pt x="97299" y="2243571"/>
                    </a:lnTo>
                    <a:lnTo>
                      <a:pt x="175228" y="2182632"/>
                    </a:lnTo>
                    <a:cubicBezTo>
                      <a:pt x="295384" y="2077760"/>
                      <a:pt x="615034" y="1864185"/>
                      <a:pt x="785048" y="1613728"/>
                    </a:cubicBezTo>
                    <a:cubicBezTo>
                      <a:pt x="745325" y="1501373"/>
                      <a:pt x="682304" y="1355509"/>
                      <a:pt x="651384" y="1240638"/>
                    </a:cubicBezTo>
                    <a:cubicBezTo>
                      <a:pt x="541018" y="1279599"/>
                      <a:pt x="510597" y="1303649"/>
                      <a:pt x="390930" y="1277509"/>
                    </a:cubicBezTo>
                    <a:cubicBezTo>
                      <a:pt x="300927" y="1249860"/>
                      <a:pt x="240340" y="1171942"/>
                      <a:pt x="180507" y="1104329"/>
                    </a:cubicBezTo>
                    <a:cubicBezTo>
                      <a:pt x="104080" y="1004791"/>
                      <a:pt x="21118" y="900730"/>
                      <a:pt x="0" y="773546"/>
                    </a:cubicBezTo>
                    <a:cubicBezTo>
                      <a:pt x="205897" y="747406"/>
                      <a:pt x="253624" y="710913"/>
                      <a:pt x="437901" y="622941"/>
                    </a:cubicBezTo>
                    <a:cubicBezTo>
                      <a:pt x="422568" y="562866"/>
                      <a:pt x="286597" y="392286"/>
                      <a:pt x="264222" y="334473"/>
                    </a:cubicBezTo>
                    <a:cubicBezTo>
                      <a:pt x="282089" y="230715"/>
                      <a:pt x="465659" y="-11038"/>
                      <a:pt x="545102" y="391"/>
                    </a:cubicBezTo>
                    <a:close/>
                    <a:moveTo>
                      <a:pt x="1568369" y="1657358"/>
                    </a:moveTo>
                    <a:cubicBezTo>
                      <a:pt x="1500743" y="1710641"/>
                      <a:pt x="1454996" y="1762328"/>
                      <a:pt x="1381335" y="1807070"/>
                    </a:cubicBezTo>
                    <a:cubicBezTo>
                      <a:pt x="1416029" y="1883733"/>
                      <a:pt x="1449526" y="1915377"/>
                      <a:pt x="1501818" y="1982485"/>
                    </a:cubicBezTo>
                    <a:cubicBezTo>
                      <a:pt x="1532237" y="2006112"/>
                      <a:pt x="1547955" y="1938936"/>
                      <a:pt x="1565977" y="1871284"/>
                    </a:cubicBezTo>
                    <a:cubicBezTo>
                      <a:pt x="1572408" y="1800511"/>
                      <a:pt x="1573369" y="1767742"/>
                      <a:pt x="1568369" y="1657358"/>
                    </a:cubicBezTo>
                    <a:close/>
                  </a:path>
                </a:pathLst>
              </a:custGeom>
              <a:grpFill/>
              <a:ln w="8308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B5E98319-98B5-5BF9-9403-0519C934E938}"/>
                  </a:ext>
                </a:extLst>
              </p:cNvPr>
              <p:cNvSpPr/>
              <p:nvPr/>
            </p:nvSpPr>
            <p:spPr>
              <a:xfrm>
                <a:off x="5968136" y="2526111"/>
                <a:ext cx="6250" cy="1034"/>
              </a:xfrm>
              <a:custGeom>
                <a:avLst/>
                <a:gdLst>
                  <a:gd name="connsiteX0" fmla="*/ 11034 w 20372"/>
                  <a:gd name="connsiteY0" fmla="*/ 12 h 3369"/>
                  <a:gd name="connsiteX1" fmla="*/ 16904 w 20372"/>
                  <a:gd name="connsiteY1" fmla="*/ 1422 h 3369"/>
                  <a:gd name="connsiteX2" fmla="*/ 20372 w 20372"/>
                  <a:gd name="connsiteY2" fmla="*/ 3369 h 3369"/>
                  <a:gd name="connsiteX3" fmla="*/ 0 w 20372"/>
                  <a:gd name="connsiteY3" fmla="*/ 2993 h 3369"/>
                  <a:gd name="connsiteX4" fmla="*/ 11034 w 20372"/>
                  <a:gd name="connsiteY4" fmla="*/ 12 h 3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72" h="3369">
                    <a:moveTo>
                      <a:pt x="11034" y="12"/>
                    </a:moveTo>
                    <a:cubicBezTo>
                      <a:pt x="13685" y="-92"/>
                      <a:pt x="15476" y="537"/>
                      <a:pt x="16904" y="1422"/>
                    </a:cubicBezTo>
                    <a:lnTo>
                      <a:pt x="20372" y="3369"/>
                    </a:lnTo>
                    <a:lnTo>
                      <a:pt x="0" y="2993"/>
                    </a:lnTo>
                    <a:cubicBezTo>
                      <a:pt x="4871" y="951"/>
                      <a:pt x="8383" y="116"/>
                      <a:pt x="11034" y="12"/>
                    </a:cubicBezTo>
                    <a:close/>
                  </a:path>
                </a:pathLst>
              </a:custGeom>
              <a:grpFill/>
              <a:ln w="8308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02437801-238B-0C89-2017-6A3D5CD2BFA7}"/>
                  </a:ext>
                </a:extLst>
              </p:cNvPr>
              <p:cNvSpPr/>
              <p:nvPr/>
            </p:nvSpPr>
            <p:spPr>
              <a:xfrm>
                <a:off x="5974386" y="2527144"/>
                <a:ext cx="3933" cy="816"/>
              </a:xfrm>
              <a:custGeom>
                <a:avLst/>
                <a:gdLst>
                  <a:gd name="connsiteX0" fmla="*/ 0 w 12818"/>
                  <a:gd name="connsiteY0" fmla="*/ 0 h 2661"/>
                  <a:gd name="connsiteX1" fmla="*/ 12818 w 12818"/>
                  <a:gd name="connsiteY1" fmla="*/ 237 h 2661"/>
                  <a:gd name="connsiteX2" fmla="*/ 4741 w 12818"/>
                  <a:gd name="connsiteY2" fmla="*/ 2661 h 2661"/>
                  <a:gd name="connsiteX3" fmla="*/ 0 w 12818"/>
                  <a:gd name="connsiteY3" fmla="*/ 0 h 2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818" h="2661">
                    <a:moveTo>
                      <a:pt x="0" y="0"/>
                    </a:moveTo>
                    <a:lnTo>
                      <a:pt x="12818" y="237"/>
                    </a:lnTo>
                    <a:lnTo>
                      <a:pt x="4741" y="266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8308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F6BBBC4-84AA-C460-03E1-7AA75E10D729}"/>
                  </a:ext>
                </a:extLst>
              </p:cNvPr>
              <p:cNvSpPr/>
              <p:nvPr/>
            </p:nvSpPr>
            <p:spPr>
              <a:xfrm>
                <a:off x="6627345" y="1782710"/>
                <a:ext cx="300465" cy="931781"/>
              </a:xfrm>
              <a:custGeom>
                <a:avLst/>
                <a:gdLst>
                  <a:gd name="connsiteX0" fmla="*/ 648454 w 1300052"/>
                  <a:gd name="connsiteY0" fmla="*/ 417 h 3126817"/>
                  <a:gd name="connsiteX1" fmla="*/ 800596 w 1300052"/>
                  <a:gd name="connsiteY1" fmla="*/ 89888 h 3126817"/>
                  <a:gd name="connsiteX2" fmla="*/ 1213580 w 1300052"/>
                  <a:gd name="connsiteY2" fmla="*/ 695158 h 3126817"/>
                  <a:gd name="connsiteX3" fmla="*/ 1213893 w 1300052"/>
                  <a:gd name="connsiteY3" fmla="*/ 1335738 h 3126817"/>
                  <a:gd name="connsiteX4" fmla="*/ 1254476 w 1300052"/>
                  <a:gd name="connsiteY4" fmla="*/ 2308381 h 3126817"/>
                  <a:gd name="connsiteX5" fmla="*/ 1272448 w 1300052"/>
                  <a:gd name="connsiteY5" fmla="*/ 3056446 h 3126817"/>
                  <a:gd name="connsiteX6" fmla="*/ 1137056 w 1300052"/>
                  <a:gd name="connsiteY6" fmla="*/ 3117469 h 3126817"/>
                  <a:gd name="connsiteX7" fmla="*/ 819805 w 1300052"/>
                  <a:gd name="connsiteY7" fmla="*/ 2858199 h 3126817"/>
                  <a:gd name="connsiteX8" fmla="*/ 514944 w 1300052"/>
                  <a:gd name="connsiteY8" fmla="*/ 2328823 h 3126817"/>
                  <a:gd name="connsiteX9" fmla="*/ 723759 w 1300052"/>
                  <a:gd name="connsiteY9" fmla="*/ 2391083 h 3126817"/>
                  <a:gd name="connsiteX10" fmla="*/ 720972 w 1300052"/>
                  <a:gd name="connsiteY10" fmla="*/ 1580758 h 3126817"/>
                  <a:gd name="connsiteX11" fmla="*/ 708269 w 1300052"/>
                  <a:gd name="connsiteY11" fmla="*/ 649622 h 3126817"/>
                  <a:gd name="connsiteX12" fmla="*/ 210701 w 1300052"/>
                  <a:gd name="connsiteY12" fmla="*/ 967436 h 3126817"/>
                  <a:gd name="connsiteX13" fmla="*/ 115161 w 1300052"/>
                  <a:gd name="connsiteY13" fmla="*/ 1225385 h 3126817"/>
                  <a:gd name="connsiteX14" fmla="*/ 115144 w 1300052"/>
                  <a:gd name="connsiteY14" fmla="*/ 1227361 h 3126817"/>
                  <a:gd name="connsiteX15" fmla="*/ 66272 w 1300052"/>
                  <a:gd name="connsiteY15" fmla="*/ 1172224 h 3126817"/>
                  <a:gd name="connsiteX16" fmla="*/ 0 w 1300052"/>
                  <a:gd name="connsiteY16" fmla="*/ 1115419 h 3126817"/>
                  <a:gd name="connsiteX17" fmla="*/ 46935 w 1300052"/>
                  <a:gd name="connsiteY17" fmla="*/ 999707 h 3126817"/>
                  <a:gd name="connsiteX18" fmla="*/ 339274 w 1300052"/>
                  <a:gd name="connsiteY18" fmla="*/ 261805 h 3126817"/>
                  <a:gd name="connsiteX19" fmla="*/ 589917 w 1300052"/>
                  <a:gd name="connsiteY19" fmla="*/ 11520 h 3126817"/>
                  <a:gd name="connsiteX20" fmla="*/ 648454 w 1300052"/>
                  <a:gd name="connsiteY20" fmla="*/ 417 h 3126817"/>
                  <a:gd name="connsiteX0" fmla="*/ 648454 w 1300052"/>
                  <a:gd name="connsiteY0" fmla="*/ 417 h 3126817"/>
                  <a:gd name="connsiteX1" fmla="*/ 800596 w 1300052"/>
                  <a:gd name="connsiteY1" fmla="*/ 89888 h 3126817"/>
                  <a:gd name="connsiteX2" fmla="*/ 1213580 w 1300052"/>
                  <a:gd name="connsiteY2" fmla="*/ 695158 h 3126817"/>
                  <a:gd name="connsiteX3" fmla="*/ 1213893 w 1300052"/>
                  <a:gd name="connsiteY3" fmla="*/ 1335738 h 3126817"/>
                  <a:gd name="connsiteX4" fmla="*/ 1254476 w 1300052"/>
                  <a:gd name="connsiteY4" fmla="*/ 2308381 h 3126817"/>
                  <a:gd name="connsiteX5" fmla="*/ 1272448 w 1300052"/>
                  <a:gd name="connsiteY5" fmla="*/ 3056446 h 3126817"/>
                  <a:gd name="connsiteX6" fmla="*/ 1137056 w 1300052"/>
                  <a:gd name="connsiteY6" fmla="*/ 3117469 h 3126817"/>
                  <a:gd name="connsiteX7" fmla="*/ 819805 w 1300052"/>
                  <a:gd name="connsiteY7" fmla="*/ 2858199 h 3126817"/>
                  <a:gd name="connsiteX8" fmla="*/ 514944 w 1300052"/>
                  <a:gd name="connsiteY8" fmla="*/ 2328823 h 3126817"/>
                  <a:gd name="connsiteX9" fmla="*/ 723759 w 1300052"/>
                  <a:gd name="connsiteY9" fmla="*/ 2391083 h 3126817"/>
                  <a:gd name="connsiteX10" fmla="*/ 720972 w 1300052"/>
                  <a:gd name="connsiteY10" fmla="*/ 1580758 h 3126817"/>
                  <a:gd name="connsiteX11" fmla="*/ 708269 w 1300052"/>
                  <a:gd name="connsiteY11" fmla="*/ 649622 h 3126817"/>
                  <a:gd name="connsiteX12" fmla="*/ 210701 w 1300052"/>
                  <a:gd name="connsiteY12" fmla="*/ 967436 h 3126817"/>
                  <a:gd name="connsiteX13" fmla="*/ 115161 w 1300052"/>
                  <a:gd name="connsiteY13" fmla="*/ 1225385 h 3126817"/>
                  <a:gd name="connsiteX14" fmla="*/ 66272 w 1300052"/>
                  <a:gd name="connsiteY14" fmla="*/ 1172224 h 3126817"/>
                  <a:gd name="connsiteX15" fmla="*/ 0 w 1300052"/>
                  <a:gd name="connsiteY15" fmla="*/ 1115419 h 3126817"/>
                  <a:gd name="connsiteX16" fmla="*/ 46935 w 1300052"/>
                  <a:gd name="connsiteY16" fmla="*/ 999707 h 3126817"/>
                  <a:gd name="connsiteX17" fmla="*/ 339274 w 1300052"/>
                  <a:gd name="connsiteY17" fmla="*/ 261805 h 3126817"/>
                  <a:gd name="connsiteX18" fmla="*/ 589917 w 1300052"/>
                  <a:gd name="connsiteY18" fmla="*/ 11520 h 3126817"/>
                  <a:gd name="connsiteX19" fmla="*/ 648454 w 1300052"/>
                  <a:gd name="connsiteY19" fmla="*/ 417 h 3126817"/>
                  <a:gd name="connsiteX0" fmla="*/ 648454 w 1300052"/>
                  <a:gd name="connsiteY0" fmla="*/ 417 h 3126817"/>
                  <a:gd name="connsiteX1" fmla="*/ 800596 w 1300052"/>
                  <a:gd name="connsiteY1" fmla="*/ 89888 h 3126817"/>
                  <a:gd name="connsiteX2" fmla="*/ 1213580 w 1300052"/>
                  <a:gd name="connsiteY2" fmla="*/ 695158 h 3126817"/>
                  <a:gd name="connsiteX3" fmla="*/ 1213893 w 1300052"/>
                  <a:gd name="connsiteY3" fmla="*/ 1335738 h 3126817"/>
                  <a:gd name="connsiteX4" fmla="*/ 1254476 w 1300052"/>
                  <a:gd name="connsiteY4" fmla="*/ 2308381 h 3126817"/>
                  <a:gd name="connsiteX5" fmla="*/ 1272448 w 1300052"/>
                  <a:gd name="connsiteY5" fmla="*/ 3056446 h 3126817"/>
                  <a:gd name="connsiteX6" fmla="*/ 1137056 w 1300052"/>
                  <a:gd name="connsiteY6" fmla="*/ 3117469 h 3126817"/>
                  <a:gd name="connsiteX7" fmla="*/ 819805 w 1300052"/>
                  <a:gd name="connsiteY7" fmla="*/ 2858199 h 3126817"/>
                  <a:gd name="connsiteX8" fmla="*/ 514944 w 1300052"/>
                  <a:gd name="connsiteY8" fmla="*/ 2328823 h 3126817"/>
                  <a:gd name="connsiteX9" fmla="*/ 723759 w 1300052"/>
                  <a:gd name="connsiteY9" fmla="*/ 2391083 h 3126817"/>
                  <a:gd name="connsiteX10" fmla="*/ 720972 w 1300052"/>
                  <a:gd name="connsiteY10" fmla="*/ 1580758 h 3126817"/>
                  <a:gd name="connsiteX11" fmla="*/ 708269 w 1300052"/>
                  <a:gd name="connsiteY11" fmla="*/ 649622 h 3126817"/>
                  <a:gd name="connsiteX12" fmla="*/ 210701 w 1300052"/>
                  <a:gd name="connsiteY12" fmla="*/ 967436 h 3126817"/>
                  <a:gd name="connsiteX13" fmla="*/ 66272 w 1300052"/>
                  <a:gd name="connsiteY13" fmla="*/ 1172224 h 3126817"/>
                  <a:gd name="connsiteX14" fmla="*/ 0 w 1300052"/>
                  <a:gd name="connsiteY14" fmla="*/ 1115419 h 3126817"/>
                  <a:gd name="connsiteX15" fmla="*/ 46935 w 1300052"/>
                  <a:gd name="connsiteY15" fmla="*/ 999707 h 3126817"/>
                  <a:gd name="connsiteX16" fmla="*/ 339274 w 1300052"/>
                  <a:gd name="connsiteY16" fmla="*/ 261805 h 3126817"/>
                  <a:gd name="connsiteX17" fmla="*/ 589917 w 1300052"/>
                  <a:gd name="connsiteY17" fmla="*/ 11520 h 3126817"/>
                  <a:gd name="connsiteX18" fmla="*/ 648454 w 1300052"/>
                  <a:gd name="connsiteY18" fmla="*/ 417 h 3126817"/>
                  <a:gd name="connsiteX0" fmla="*/ 648454 w 1300052"/>
                  <a:gd name="connsiteY0" fmla="*/ 417 h 3126817"/>
                  <a:gd name="connsiteX1" fmla="*/ 800596 w 1300052"/>
                  <a:gd name="connsiteY1" fmla="*/ 89888 h 3126817"/>
                  <a:gd name="connsiteX2" fmla="*/ 1213580 w 1300052"/>
                  <a:gd name="connsiteY2" fmla="*/ 695158 h 3126817"/>
                  <a:gd name="connsiteX3" fmla="*/ 1213893 w 1300052"/>
                  <a:gd name="connsiteY3" fmla="*/ 1335738 h 3126817"/>
                  <a:gd name="connsiteX4" fmla="*/ 1254476 w 1300052"/>
                  <a:gd name="connsiteY4" fmla="*/ 2308381 h 3126817"/>
                  <a:gd name="connsiteX5" fmla="*/ 1272448 w 1300052"/>
                  <a:gd name="connsiteY5" fmla="*/ 3056446 h 3126817"/>
                  <a:gd name="connsiteX6" fmla="*/ 1137056 w 1300052"/>
                  <a:gd name="connsiteY6" fmla="*/ 3117469 h 3126817"/>
                  <a:gd name="connsiteX7" fmla="*/ 819805 w 1300052"/>
                  <a:gd name="connsiteY7" fmla="*/ 2858199 h 3126817"/>
                  <a:gd name="connsiteX8" fmla="*/ 514944 w 1300052"/>
                  <a:gd name="connsiteY8" fmla="*/ 2328823 h 3126817"/>
                  <a:gd name="connsiteX9" fmla="*/ 723759 w 1300052"/>
                  <a:gd name="connsiteY9" fmla="*/ 2391083 h 3126817"/>
                  <a:gd name="connsiteX10" fmla="*/ 720972 w 1300052"/>
                  <a:gd name="connsiteY10" fmla="*/ 1580758 h 3126817"/>
                  <a:gd name="connsiteX11" fmla="*/ 708269 w 1300052"/>
                  <a:gd name="connsiteY11" fmla="*/ 649622 h 3126817"/>
                  <a:gd name="connsiteX12" fmla="*/ 210701 w 1300052"/>
                  <a:gd name="connsiteY12" fmla="*/ 967436 h 3126817"/>
                  <a:gd name="connsiteX13" fmla="*/ 0 w 1300052"/>
                  <a:gd name="connsiteY13" fmla="*/ 1115419 h 3126817"/>
                  <a:gd name="connsiteX14" fmla="*/ 46935 w 1300052"/>
                  <a:gd name="connsiteY14" fmla="*/ 999707 h 3126817"/>
                  <a:gd name="connsiteX15" fmla="*/ 339274 w 1300052"/>
                  <a:gd name="connsiteY15" fmla="*/ 261805 h 3126817"/>
                  <a:gd name="connsiteX16" fmla="*/ 589917 w 1300052"/>
                  <a:gd name="connsiteY16" fmla="*/ 11520 h 3126817"/>
                  <a:gd name="connsiteX17" fmla="*/ 648454 w 1300052"/>
                  <a:gd name="connsiteY17" fmla="*/ 417 h 3126817"/>
                  <a:gd name="connsiteX0" fmla="*/ 648454 w 1300052"/>
                  <a:gd name="connsiteY0" fmla="*/ 417 h 3126817"/>
                  <a:gd name="connsiteX1" fmla="*/ 800596 w 1300052"/>
                  <a:gd name="connsiteY1" fmla="*/ 89888 h 3126817"/>
                  <a:gd name="connsiteX2" fmla="*/ 1213580 w 1300052"/>
                  <a:gd name="connsiteY2" fmla="*/ 695158 h 3126817"/>
                  <a:gd name="connsiteX3" fmla="*/ 1213893 w 1300052"/>
                  <a:gd name="connsiteY3" fmla="*/ 1335738 h 3126817"/>
                  <a:gd name="connsiteX4" fmla="*/ 1254476 w 1300052"/>
                  <a:gd name="connsiteY4" fmla="*/ 2308381 h 3126817"/>
                  <a:gd name="connsiteX5" fmla="*/ 1272448 w 1300052"/>
                  <a:gd name="connsiteY5" fmla="*/ 3056446 h 3126817"/>
                  <a:gd name="connsiteX6" fmla="*/ 1137056 w 1300052"/>
                  <a:gd name="connsiteY6" fmla="*/ 3117469 h 3126817"/>
                  <a:gd name="connsiteX7" fmla="*/ 819805 w 1300052"/>
                  <a:gd name="connsiteY7" fmla="*/ 2858199 h 3126817"/>
                  <a:gd name="connsiteX8" fmla="*/ 514944 w 1300052"/>
                  <a:gd name="connsiteY8" fmla="*/ 2328823 h 3126817"/>
                  <a:gd name="connsiteX9" fmla="*/ 723759 w 1300052"/>
                  <a:gd name="connsiteY9" fmla="*/ 2391083 h 3126817"/>
                  <a:gd name="connsiteX10" fmla="*/ 720972 w 1300052"/>
                  <a:gd name="connsiteY10" fmla="*/ 1580758 h 3126817"/>
                  <a:gd name="connsiteX11" fmla="*/ 708269 w 1300052"/>
                  <a:gd name="connsiteY11" fmla="*/ 649622 h 3126817"/>
                  <a:gd name="connsiteX12" fmla="*/ 0 w 1300052"/>
                  <a:gd name="connsiteY12" fmla="*/ 1115419 h 3126817"/>
                  <a:gd name="connsiteX13" fmla="*/ 46935 w 1300052"/>
                  <a:gd name="connsiteY13" fmla="*/ 999707 h 3126817"/>
                  <a:gd name="connsiteX14" fmla="*/ 339274 w 1300052"/>
                  <a:gd name="connsiteY14" fmla="*/ 261805 h 3126817"/>
                  <a:gd name="connsiteX15" fmla="*/ 589917 w 1300052"/>
                  <a:gd name="connsiteY15" fmla="*/ 11520 h 3126817"/>
                  <a:gd name="connsiteX16" fmla="*/ 648454 w 1300052"/>
                  <a:gd name="connsiteY16" fmla="*/ 417 h 3126817"/>
                  <a:gd name="connsiteX0" fmla="*/ 648454 w 1300052"/>
                  <a:gd name="connsiteY0" fmla="*/ 417 h 3126817"/>
                  <a:gd name="connsiteX1" fmla="*/ 800596 w 1300052"/>
                  <a:gd name="connsiteY1" fmla="*/ 89888 h 3126817"/>
                  <a:gd name="connsiteX2" fmla="*/ 1213580 w 1300052"/>
                  <a:gd name="connsiteY2" fmla="*/ 695158 h 3126817"/>
                  <a:gd name="connsiteX3" fmla="*/ 1213893 w 1300052"/>
                  <a:gd name="connsiteY3" fmla="*/ 1335738 h 3126817"/>
                  <a:gd name="connsiteX4" fmla="*/ 1254476 w 1300052"/>
                  <a:gd name="connsiteY4" fmla="*/ 2308381 h 3126817"/>
                  <a:gd name="connsiteX5" fmla="*/ 1272448 w 1300052"/>
                  <a:gd name="connsiteY5" fmla="*/ 3056446 h 3126817"/>
                  <a:gd name="connsiteX6" fmla="*/ 1137056 w 1300052"/>
                  <a:gd name="connsiteY6" fmla="*/ 3117469 h 3126817"/>
                  <a:gd name="connsiteX7" fmla="*/ 819805 w 1300052"/>
                  <a:gd name="connsiteY7" fmla="*/ 2858199 h 3126817"/>
                  <a:gd name="connsiteX8" fmla="*/ 514944 w 1300052"/>
                  <a:gd name="connsiteY8" fmla="*/ 2328823 h 3126817"/>
                  <a:gd name="connsiteX9" fmla="*/ 723759 w 1300052"/>
                  <a:gd name="connsiteY9" fmla="*/ 2391083 h 3126817"/>
                  <a:gd name="connsiteX10" fmla="*/ 720972 w 1300052"/>
                  <a:gd name="connsiteY10" fmla="*/ 1580758 h 3126817"/>
                  <a:gd name="connsiteX11" fmla="*/ 708269 w 1300052"/>
                  <a:gd name="connsiteY11" fmla="*/ 649622 h 3126817"/>
                  <a:gd name="connsiteX12" fmla="*/ 0 w 1300052"/>
                  <a:gd name="connsiteY12" fmla="*/ 1115419 h 3126817"/>
                  <a:gd name="connsiteX13" fmla="*/ 339274 w 1300052"/>
                  <a:gd name="connsiteY13" fmla="*/ 261805 h 3126817"/>
                  <a:gd name="connsiteX14" fmla="*/ 589917 w 1300052"/>
                  <a:gd name="connsiteY14" fmla="*/ 11520 h 3126817"/>
                  <a:gd name="connsiteX15" fmla="*/ 648454 w 1300052"/>
                  <a:gd name="connsiteY15" fmla="*/ 417 h 3126817"/>
                  <a:gd name="connsiteX0" fmla="*/ 324604 w 976202"/>
                  <a:gd name="connsiteY0" fmla="*/ 417 h 3126817"/>
                  <a:gd name="connsiteX1" fmla="*/ 476746 w 976202"/>
                  <a:gd name="connsiteY1" fmla="*/ 89888 h 3126817"/>
                  <a:gd name="connsiteX2" fmla="*/ 889730 w 976202"/>
                  <a:gd name="connsiteY2" fmla="*/ 695158 h 3126817"/>
                  <a:gd name="connsiteX3" fmla="*/ 890043 w 976202"/>
                  <a:gd name="connsiteY3" fmla="*/ 1335738 h 3126817"/>
                  <a:gd name="connsiteX4" fmla="*/ 930626 w 976202"/>
                  <a:gd name="connsiteY4" fmla="*/ 2308381 h 3126817"/>
                  <a:gd name="connsiteX5" fmla="*/ 948598 w 976202"/>
                  <a:gd name="connsiteY5" fmla="*/ 3056446 h 3126817"/>
                  <a:gd name="connsiteX6" fmla="*/ 813206 w 976202"/>
                  <a:gd name="connsiteY6" fmla="*/ 3117469 h 3126817"/>
                  <a:gd name="connsiteX7" fmla="*/ 495955 w 976202"/>
                  <a:gd name="connsiteY7" fmla="*/ 2858199 h 3126817"/>
                  <a:gd name="connsiteX8" fmla="*/ 191094 w 976202"/>
                  <a:gd name="connsiteY8" fmla="*/ 2328823 h 3126817"/>
                  <a:gd name="connsiteX9" fmla="*/ 399909 w 976202"/>
                  <a:gd name="connsiteY9" fmla="*/ 2391083 h 3126817"/>
                  <a:gd name="connsiteX10" fmla="*/ 397122 w 976202"/>
                  <a:gd name="connsiteY10" fmla="*/ 1580758 h 3126817"/>
                  <a:gd name="connsiteX11" fmla="*/ 384419 w 976202"/>
                  <a:gd name="connsiteY11" fmla="*/ 649622 h 3126817"/>
                  <a:gd name="connsiteX12" fmla="*/ 0 w 976202"/>
                  <a:gd name="connsiteY12" fmla="*/ 710607 h 3126817"/>
                  <a:gd name="connsiteX13" fmla="*/ 15424 w 976202"/>
                  <a:gd name="connsiteY13" fmla="*/ 261805 h 3126817"/>
                  <a:gd name="connsiteX14" fmla="*/ 266067 w 976202"/>
                  <a:gd name="connsiteY14" fmla="*/ 11520 h 3126817"/>
                  <a:gd name="connsiteX15" fmla="*/ 324604 w 976202"/>
                  <a:gd name="connsiteY15" fmla="*/ 417 h 3126817"/>
                  <a:gd name="connsiteX0" fmla="*/ 309180 w 960778"/>
                  <a:gd name="connsiteY0" fmla="*/ 417 h 3126817"/>
                  <a:gd name="connsiteX1" fmla="*/ 461322 w 960778"/>
                  <a:gd name="connsiteY1" fmla="*/ 89888 h 3126817"/>
                  <a:gd name="connsiteX2" fmla="*/ 874306 w 960778"/>
                  <a:gd name="connsiteY2" fmla="*/ 695158 h 3126817"/>
                  <a:gd name="connsiteX3" fmla="*/ 874619 w 960778"/>
                  <a:gd name="connsiteY3" fmla="*/ 1335738 h 3126817"/>
                  <a:gd name="connsiteX4" fmla="*/ 915202 w 960778"/>
                  <a:gd name="connsiteY4" fmla="*/ 2308381 h 3126817"/>
                  <a:gd name="connsiteX5" fmla="*/ 933174 w 960778"/>
                  <a:gd name="connsiteY5" fmla="*/ 3056446 h 3126817"/>
                  <a:gd name="connsiteX6" fmla="*/ 797782 w 960778"/>
                  <a:gd name="connsiteY6" fmla="*/ 3117469 h 3126817"/>
                  <a:gd name="connsiteX7" fmla="*/ 480531 w 960778"/>
                  <a:gd name="connsiteY7" fmla="*/ 2858199 h 3126817"/>
                  <a:gd name="connsiteX8" fmla="*/ 175670 w 960778"/>
                  <a:gd name="connsiteY8" fmla="*/ 2328823 h 3126817"/>
                  <a:gd name="connsiteX9" fmla="*/ 384485 w 960778"/>
                  <a:gd name="connsiteY9" fmla="*/ 2391083 h 3126817"/>
                  <a:gd name="connsiteX10" fmla="*/ 381698 w 960778"/>
                  <a:gd name="connsiteY10" fmla="*/ 1580758 h 3126817"/>
                  <a:gd name="connsiteX11" fmla="*/ 368995 w 960778"/>
                  <a:gd name="connsiteY11" fmla="*/ 649622 h 3126817"/>
                  <a:gd name="connsiteX12" fmla="*/ 0 w 960778"/>
                  <a:gd name="connsiteY12" fmla="*/ 261805 h 3126817"/>
                  <a:gd name="connsiteX13" fmla="*/ 250643 w 960778"/>
                  <a:gd name="connsiteY13" fmla="*/ 11520 h 3126817"/>
                  <a:gd name="connsiteX14" fmla="*/ 309180 w 960778"/>
                  <a:gd name="connsiteY14" fmla="*/ 417 h 3126817"/>
                  <a:gd name="connsiteX0" fmla="*/ 133510 w 785108"/>
                  <a:gd name="connsiteY0" fmla="*/ 417 h 3126817"/>
                  <a:gd name="connsiteX1" fmla="*/ 285652 w 785108"/>
                  <a:gd name="connsiteY1" fmla="*/ 89888 h 3126817"/>
                  <a:gd name="connsiteX2" fmla="*/ 698636 w 785108"/>
                  <a:gd name="connsiteY2" fmla="*/ 695158 h 3126817"/>
                  <a:gd name="connsiteX3" fmla="*/ 698949 w 785108"/>
                  <a:gd name="connsiteY3" fmla="*/ 1335738 h 3126817"/>
                  <a:gd name="connsiteX4" fmla="*/ 739532 w 785108"/>
                  <a:gd name="connsiteY4" fmla="*/ 2308381 h 3126817"/>
                  <a:gd name="connsiteX5" fmla="*/ 757504 w 785108"/>
                  <a:gd name="connsiteY5" fmla="*/ 3056446 h 3126817"/>
                  <a:gd name="connsiteX6" fmla="*/ 622112 w 785108"/>
                  <a:gd name="connsiteY6" fmla="*/ 3117469 h 3126817"/>
                  <a:gd name="connsiteX7" fmla="*/ 304861 w 785108"/>
                  <a:gd name="connsiteY7" fmla="*/ 2858199 h 3126817"/>
                  <a:gd name="connsiteX8" fmla="*/ 0 w 785108"/>
                  <a:gd name="connsiteY8" fmla="*/ 2328823 h 3126817"/>
                  <a:gd name="connsiteX9" fmla="*/ 208815 w 785108"/>
                  <a:gd name="connsiteY9" fmla="*/ 2391083 h 3126817"/>
                  <a:gd name="connsiteX10" fmla="*/ 206028 w 785108"/>
                  <a:gd name="connsiteY10" fmla="*/ 1580758 h 3126817"/>
                  <a:gd name="connsiteX11" fmla="*/ 193325 w 785108"/>
                  <a:gd name="connsiteY11" fmla="*/ 649622 h 3126817"/>
                  <a:gd name="connsiteX12" fmla="*/ 74973 w 785108"/>
                  <a:gd name="connsiteY12" fmla="*/ 11520 h 3126817"/>
                  <a:gd name="connsiteX13" fmla="*/ 133510 w 785108"/>
                  <a:gd name="connsiteY13" fmla="*/ 417 h 3126817"/>
                  <a:gd name="connsiteX0" fmla="*/ 133510 w 785108"/>
                  <a:gd name="connsiteY0" fmla="*/ 0 h 3126400"/>
                  <a:gd name="connsiteX1" fmla="*/ 285652 w 785108"/>
                  <a:gd name="connsiteY1" fmla="*/ 89471 h 3126400"/>
                  <a:gd name="connsiteX2" fmla="*/ 698636 w 785108"/>
                  <a:gd name="connsiteY2" fmla="*/ 694741 h 3126400"/>
                  <a:gd name="connsiteX3" fmla="*/ 698949 w 785108"/>
                  <a:gd name="connsiteY3" fmla="*/ 1335321 h 3126400"/>
                  <a:gd name="connsiteX4" fmla="*/ 739532 w 785108"/>
                  <a:gd name="connsiteY4" fmla="*/ 2307964 h 3126400"/>
                  <a:gd name="connsiteX5" fmla="*/ 757504 w 785108"/>
                  <a:gd name="connsiteY5" fmla="*/ 3056029 h 3126400"/>
                  <a:gd name="connsiteX6" fmla="*/ 622112 w 785108"/>
                  <a:gd name="connsiteY6" fmla="*/ 3117052 h 3126400"/>
                  <a:gd name="connsiteX7" fmla="*/ 304861 w 785108"/>
                  <a:gd name="connsiteY7" fmla="*/ 2857782 h 3126400"/>
                  <a:gd name="connsiteX8" fmla="*/ 0 w 785108"/>
                  <a:gd name="connsiteY8" fmla="*/ 2328406 h 3126400"/>
                  <a:gd name="connsiteX9" fmla="*/ 208815 w 785108"/>
                  <a:gd name="connsiteY9" fmla="*/ 2390666 h 3126400"/>
                  <a:gd name="connsiteX10" fmla="*/ 206028 w 785108"/>
                  <a:gd name="connsiteY10" fmla="*/ 1580341 h 3126400"/>
                  <a:gd name="connsiteX11" fmla="*/ 193325 w 785108"/>
                  <a:gd name="connsiteY11" fmla="*/ 649205 h 3126400"/>
                  <a:gd name="connsiteX12" fmla="*/ 133510 w 785108"/>
                  <a:gd name="connsiteY12" fmla="*/ 0 h 3126400"/>
                  <a:gd name="connsiteX0" fmla="*/ 193325 w 785108"/>
                  <a:gd name="connsiteY0" fmla="*/ 559867 h 3037062"/>
                  <a:gd name="connsiteX1" fmla="*/ 285652 w 785108"/>
                  <a:gd name="connsiteY1" fmla="*/ 133 h 3037062"/>
                  <a:gd name="connsiteX2" fmla="*/ 698636 w 785108"/>
                  <a:gd name="connsiteY2" fmla="*/ 605403 h 3037062"/>
                  <a:gd name="connsiteX3" fmla="*/ 698949 w 785108"/>
                  <a:gd name="connsiteY3" fmla="*/ 1245983 h 3037062"/>
                  <a:gd name="connsiteX4" fmla="*/ 739532 w 785108"/>
                  <a:gd name="connsiteY4" fmla="*/ 2218626 h 3037062"/>
                  <a:gd name="connsiteX5" fmla="*/ 757504 w 785108"/>
                  <a:gd name="connsiteY5" fmla="*/ 2966691 h 3037062"/>
                  <a:gd name="connsiteX6" fmla="*/ 622112 w 785108"/>
                  <a:gd name="connsiteY6" fmla="*/ 3027714 h 3037062"/>
                  <a:gd name="connsiteX7" fmla="*/ 304861 w 785108"/>
                  <a:gd name="connsiteY7" fmla="*/ 2768444 h 3037062"/>
                  <a:gd name="connsiteX8" fmla="*/ 0 w 785108"/>
                  <a:gd name="connsiteY8" fmla="*/ 2239068 h 3037062"/>
                  <a:gd name="connsiteX9" fmla="*/ 208815 w 785108"/>
                  <a:gd name="connsiteY9" fmla="*/ 2301328 h 3037062"/>
                  <a:gd name="connsiteX10" fmla="*/ 206028 w 785108"/>
                  <a:gd name="connsiteY10" fmla="*/ 1491003 h 3037062"/>
                  <a:gd name="connsiteX11" fmla="*/ 193325 w 785108"/>
                  <a:gd name="connsiteY11" fmla="*/ 559867 h 3037062"/>
                  <a:gd name="connsiteX0" fmla="*/ 193325 w 785108"/>
                  <a:gd name="connsiteY0" fmla="*/ 559867 h 3037062"/>
                  <a:gd name="connsiteX1" fmla="*/ 285652 w 785108"/>
                  <a:gd name="connsiteY1" fmla="*/ 133 h 3037062"/>
                  <a:gd name="connsiteX2" fmla="*/ 698637 w 785108"/>
                  <a:gd name="connsiteY2" fmla="*/ 457935 h 3037062"/>
                  <a:gd name="connsiteX3" fmla="*/ 698949 w 785108"/>
                  <a:gd name="connsiteY3" fmla="*/ 1245983 h 3037062"/>
                  <a:gd name="connsiteX4" fmla="*/ 739532 w 785108"/>
                  <a:gd name="connsiteY4" fmla="*/ 2218626 h 3037062"/>
                  <a:gd name="connsiteX5" fmla="*/ 757504 w 785108"/>
                  <a:gd name="connsiteY5" fmla="*/ 2966691 h 3037062"/>
                  <a:gd name="connsiteX6" fmla="*/ 622112 w 785108"/>
                  <a:gd name="connsiteY6" fmla="*/ 3027714 h 3037062"/>
                  <a:gd name="connsiteX7" fmla="*/ 304861 w 785108"/>
                  <a:gd name="connsiteY7" fmla="*/ 2768444 h 3037062"/>
                  <a:gd name="connsiteX8" fmla="*/ 0 w 785108"/>
                  <a:gd name="connsiteY8" fmla="*/ 2239068 h 3037062"/>
                  <a:gd name="connsiteX9" fmla="*/ 208815 w 785108"/>
                  <a:gd name="connsiteY9" fmla="*/ 2301328 h 3037062"/>
                  <a:gd name="connsiteX10" fmla="*/ 206028 w 785108"/>
                  <a:gd name="connsiteY10" fmla="*/ 1491003 h 3037062"/>
                  <a:gd name="connsiteX11" fmla="*/ 193325 w 785108"/>
                  <a:gd name="connsiteY11" fmla="*/ 559867 h 3037062"/>
                  <a:gd name="connsiteX0" fmla="*/ 193325 w 785108"/>
                  <a:gd name="connsiteY0" fmla="*/ 559867 h 3037062"/>
                  <a:gd name="connsiteX1" fmla="*/ 285652 w 785108"/>
                  <a:gd name="connsiteY1" fmla="*/ 133 h 3037062"/>
                  <a:gd name="connsiteX2" fmla="*/ 698637 w 785108"/>
                  <a:gd name="connsiteY2" fmla="*/ 457935 h 3037062"/>
                  <a:gd name="connsiteX3" fmla="*/ 698949 w 785108"/>
                  <a:gd name="connsiteY3" fmla="*/ 1245983 h 3037062"/>
                  <a:gd name="connsiteX4" fmla="*/ 739532 w 785108"/>
                  <a:gd name="connsiteY4" fmla="*/ 2218626 h 3037062"/>
                  <a:gd name="connsiteX5" fmla="*/ 757504 w 785108"/>
                  <a:gd name="connsiteY5" fmla="*/ 2966691 h 3037062"/>
                  <a:gd name="connsiteX6" fmla="*/ 622112 w 785108"/>
                  <a:gd name="connsiteY6" fmla="*/ 3027714 h 3037062"/>
                  <a:gd name="connsiteX7" fmla="*/ 304861 w 785108"/>
                  <a:gd name="connsiteY7" fmla="*/ 2768444 h 3037062"/>
                  <a:gd name="connsiteX8" fmla="*/ 0 w 785108"/>
                  <a:gd name="connsiteY8" fmla="*/ 2239068 h 3037062"/>
                  <a:gd name="connsiteX9" fmla="*/ 208815 w 785108"/>
                  <a:gd name="connsiteY9" fmla="*/ 2301328 h 3037062"/>
                  <a:gd name="connsiteX10" fmla="*/ 206028 w 785108"/>
                  <a:gd name="connsiteY10" fmla="*/ 1491003 h 3037062"/>
                  <a:gd name="connsiteX11" fmla="*/ 193325 w 785108"/>
                  <a:gd name="connsiteY11" fmla="*/ 559867 h 3037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85108" h="3037062">
                    <a:moveTo>
                      <a:pt x="193325" y="559867"/>
                    </a:moveTo>
                    <a:cubicBezTo>
                      <a:pt x="206596" y="311389"/>
                      <a:pt x="201434" y="-7456"/>
                      <a:pt x="285652" y="133"/>
                    </a:cubicBezTo>
                    <a:cubicBezTo>
                      <a:pt x="540965" y="242214"/>
                      <a:pt x="605382" y="230570"/>
                      <a:pt x="698637" y="457935"/>
                    </a:cubicBezTo>
                    <a:cubicBezTo>
                      <a:pt x="783530" y="663612"/>
                      <a:pt x="707624" y="1033799"/>
                      <a:pt x="698949" y="1245983"/>
                    </a:cubicBezTo>
                    <a:cubicBezTo>
                      <a:pt x="684696" y="1570917"/>
                      <a:pt x="719395" y="1894924"/>
                      <a:pt x="739532" y="2218626"/>
                    </a:cubicBezTo>
                    <a:cubicBezTo>
                      <a:pt x="757504" y="2467052"/>
                      <a:pt x="821016" y="2719812"/>
                      <a:pt x="757504" y="2966691"/>
                    </a:cubicBezTo>
                    <a:cubicBezTo>
                      <a:pt x="748829" y="3029260"/>
                      <a:pt x="673852" y="3051566"/>
                      <a:pt x="622112" y="3027714"/>
                    </a:cubicBezTo>
                    <a:cubicBezTo>
                      <a:pt x="494158" y="2973507"/>
                      <a:pt x="391610" y="2874692"/>
                      <a:pt x="304861" y="2768444"/>
                    </a:cubicBezTo>
                    <a:cubicBezTo>
                      <a:pt x="201176" y="2637002"/>
                      <a:pt x="16008" y="2316922"/>
                      <a:pt x="0" y="2239068"/>
                    </a:cubicBezTo>
                    <a:cubicBezTo>
                      <a:pt x="71567" y="2254246"/>
                      <a:pt x="131978" y="2314031"/>
                      <a:pt x="208815" y="2301328"/>
                    </a:cubicBezTo>
                    <a:cubicBezTo>
                      <a:pt x="263652" y="2033700"/>
                      <a:pt x="217490" y="1760181"/>
                      <a:pt x="206028" y="1491003"/>
                    </a:cubicBezTo>
                    <a:cubicBezTo>
                      <a:pt x="194566" y="1180932"/>
                      <a:pt x="160175" y="869624"/>
                      <a:pt x="193325" y="559867"/>
                    </a:cubicBezTo>
                    <a:close/>
                  </a:path>
                </a:pathLst>
              </a:custGeom>
              <a:grpFill/>
              <a:ln w="8308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45BFAE18-1C57-0C09-8A40-80026BD2FEB9}"/>
                  </a:ext>
                </a:extLst>
              </p:cNvPr>
              <p:cNvSpPr/>
              <p:nvPr/>
            </p:nvSpPr>
            <p:spPr>
              <a:xfrm>
                <a:off x="6497620" y="2005102"/>
                <a:ext cx="180515" cy="405741"/>
              </a:xfrm>
              <a:custGeom>
                <a:avLst/>
                <a:gdLst>
                  <a:gd name="connsiteX0" fmla="*/ 129178 w 588375"/>
                  <a:gd name="connsiteY0" fmla="*/ 293 h 1322480"/>
                  <a:gd name="connsiteX1" fmla="*/ 218948 w 588375"/>
                  <a:gd name="connsiteY1" fmla="*/ 51155 h 1322480"/>
                  <a:gd name="connsiteX2" fmla="*/ 471796 w 588375"/>
                  <a:gd name="connsiteY2" fmla="*/ 444621 h 1322480"/>
                  <a:gd name="connsiteX3" fmla="*/ 549693 w 588375"/>
                  <a:gd name="connsiteY3" fmla="*/ 300923 h 1322480"/>
                  <a:gd name="connsiteX4" fmla="*/ 552275 w 588375"/>
                  <a:gd name="connsiteY4" fmla="*/ 293302 h 1322480"/>
                  <a:gd name="connsiteX5" fmla="*/ 588375 w 588375"/>
                  <a:gd name="connsiteY5" fmla="*/ 407617 h 1322480"/>
                  <a:gd name="connsiteX6" fmla="*/ 575806 w 588375"/>
                  <a:gd name="connsiteY6" fmla="*/ 440005 h 1322480"/>
                  <a:gd name="connsiteX7" fmla="*/ 538727 w 588375"/>
                  <a:gd name="connsiteY7" fmla="*/ 591919 h 1322480"/>
                  <a:gd name="connsiteX8" fmla="*/ 551991 w 588375"/>
                  <a:gd name="connsiteY8" fmla="*/ 792069 h 1322480"/>
                  <a:gd name="connsiteX9" fmla="*/ 516818 w 588375"/>
                  <a:gd name="connsiteY9" fmla="*/ 1146148 h 1322480"/>
                  <a:gd name="connsiteX10" fmla="*/ 96934 w 588375"/>
                  <a:gd name="connsiteY10" fmla="*/ 1318399 h 1322480"/>
                  <a:gd name="connsiteX11" fmla="*/ 114835 w 588375"/>
                  <a:gd name="connsiteY11" fmla="*/ 510534 h 1322480"/>
                  <a:gd name="connsiteX12" fmla="*/ 1392 w 588375"/>
                  <a:gd name="connsiteY12" fmla="*/ 129397 h 1322480"/>
                  <a:gd name="connsiteX13" fmla="*/ 91818 w 588375"/>
                  <a:gd name="connsiteY13" fmla="*/ 5108 h 1322480"/>
                  <a:gd name="connsiteX14" fmla="*/ 129178 w 588375"/>
                  <a:gd name="connsiteY14" fmla="*/ 293 h 1322480"/>
                  <a:gd name="connsiteX0" fmla="*/ 129178 w 588375"/>
                  <a:gd name="connsiteY0" fmla="*/ 293 h 1322480"/>
                  <a:gd name="connsiteX1" fmla="*/ 218948 w 588375"/>
                  <a:gd name="connsiteY1" fmla="*/ 51155 h 1322480"/>
                  <a:gd name="connsiteX2" fmla="*/ 471796 w 588375"/>
                  <a:gd name="connsiteY2" fmla="*/ 444621 h 1322480"/>
                  <a:gd name="connsiteX3" fmla="*/ 549693 w 588375"/>
                  <a:gd name="connsiteY3" fmla="*/ 300923 h 1322480"/>
                  <a:gd name="connsiteX4" fmla="*/ 588375 w 588375"/>
                  <a:gd name="connsiteY4" fmla="*/ 407617 h 1322480"/>
                  <a:gd name="connsiteX5" fmla="*/ 575806 w 588375"/>
                  <a:gd name="connsiteY5" fmla="*/ 440005 h 1322480"/>
                  <a:gd name="connsiteX6" fmla="*/ 538727 w 588375"/>
                  <a:gd name="connsiteY6" fmla="*/ 591919 h 1322480"/>
                  <a:gd name="connsiteX7" fmla="*/ 551991 w 588375"/>
                  <a:gd name="connsiteY7" fmla="*/ 792069 h 1322480"/>
                  <a:gd name="connsiteX8" fmla="*/ 516818 w 588375"/>
                  <a:gd name="connsiteY8" fmla="*/ 1146148 h 1322480"/>
                  <a:gd name="connsiteX9" fmla="*/ 96934 w 588375"/>
                  <a:gd name="connsiteY9" fmla="*/ 1318399 h 1322480"/>
                  <a:gd name="connsiteX10" fmla="*/ 114835 w 588375"/>
                  <a:gd name="connsiteY10" fmla="*/ 510534 h 1322480"/>
                  <a:gd name="connsiteX11" fmla="*/ 1392 w 588375"/>
                  <a:gd name="connsiteY11" fmla="*/ 129397 h 1322480"/>
                  <a:gd name="connsiteX12" fmla="*/ 91818 w 588375"/>
                  <a:gd name="connsiteY12" fmla="*/ 5108 h 1322480"/>
                  <a:gd name="connsiteX13" fmla="*/ 129178 w 588375"/>
                  <a:gd name="connsiteY13" fmla="*/ 293 h 1322480"/>
                  <a:gd name="connsiteX0" fmla="*/ 129178 w 588375"/>
                  <a:gd name="connsiteY0" fmla="*/ 293 h 1322480"/>
                  <a:gd name="connsiteX1" fmla="*/ 218948 w 588375"/>
                  <a:gd name="connsiteY1" fmla="*/ 51155 h 1322480"/>
                  <a:gd name="connsiteX2" fmla="*/ 471796 w 588375"/>
                  <a:gd name="connsiteY2" fmla="*/ 444621 h 1322480"/>
                  <a:gd name="connsiteX3" fmla="*/ 588375 w 588375"/>
                  <a:gd name="connsiteY3" fmla="*/ 407617 h 1322480"/>
                  <a:gd name="connsiteX4" fmla="*/ 575806 w 588375"/>
                  <a:gd name="connsiteY4" fmla="*/ 440005 h 1322480"/>
                  <a:gd name="connsiteX5" fmla="*/ 538727 w 588375"/>
                  <a:gd name="connsiteY5" fmla="*/ 591919 h 1322480"/>
                  <a:gd name="connsiteX6" fmla="*/ 551991 w 588375"/>
                  <a:gd name="connsiteY6" fmla="*/ 792069 h 1322480"/>
                  <a:gd name="connsiteX7" fmla="*/ 516818 w 588375"/>
                  <a:gd name="connsiteY7" fmla="*/ 1146148 h 1322480"/>
                  <a:gd name="connsiteX8" fmla="*/ 96934 w 588375"/>
                  <a:gd name="connsiteY8" fmla="*/ 1318399 h 1322480"/>
                  <a:gd name="connsiteX9" fmla="*/ 114835 w 588375"/>
                  <a:gd name="connsiteY9" fmla="*/ 510534 h 1322480"/>
                  <a:gd name="connsiteX10" fmla="*/ 1392 w 588375"/>
                  <a:gd name="connsiteY10" fmla="*/ 129397 h 1322480"/>
                  <a:gd name="connsiteX11" fmla="*/ 91818 w 588375"/>
                  <a:gd name="connsiteY11" fmla="*/ 5108 h 1322480"/>
                  <a:gd name="connsiteX12" fmla="*/ 129178 w 588375"/>
                  <a:gd name="connsiteY12" fmla="*/ 293 h 1322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88375" h="1322480">
                    <a:moveTo>
                      <a:pt x="129178" y="293"/>
                    </a:moveTo>
                    <a:cubicBezTo>
                      <a:pt x="162889" y="3174"/>
                      <a:pt x="187444" y="26889"/>
                      <a:pt x="218948" y="51155"/>
                    </a:cubicBezTo>
                    <a:cubicBezTo>
                      <a:pt x="339947" y="154043"/>
                      <a:pt x="411902" y="300538"/>
                      <a:pt x="471796" y="444621"/>
                    </a:cubicBezTo>
                    <a:cubicBezTo>
                      <a:pt x="533367" y="504031"/>
                      <a:pt x="571040" y="408386"/>
                      <a:pt x="588375" y="407617"/>
                    </a:cubicBezTo>
                    <a:lnTo>
                      <a:pt x="575806" y="440005"/>
                    </a:lnTo>
                    <a:cubicBezTo>
                      <a:pt x="560208" y="489873"/>
                      <a:pt x="547872" y="540727"/>
                      <a:pt x="538727" y="591919"/>
                    </a:cubicBezTo>
                    <a:cubicBezTo>
                      <a:pt x="523654" y="658637"/>
                      <a:pt x="548778" y="725152"/>
                      <a:pt x="551991" y="792069"/>
                    </a:cubicBezTo>
                    <a:cubicBezTo>
                      <a:pt x="559630" y="910230"/>
                      <a:pt x="554604" y="1033013"/>
                      <a:pt x="516818" y="1146148"/>
                    </a:cubicBezTo>
                    <a:cubicBezTo>
                      <a:pt x="495917" y="1207640"/>
                      <a:pt x="145374" y="1348140"/>
                      <a:pt x="96934" y="1318399"/>
                    </a:cubicBezTo>
                    <a:cubicBezTo>
                      <a:pt x="152406" y="1229472"/>
                      <a:pt x="140964" y="709836"/>
                      <a:pt x="114835" y="510534"/>
                    </a:cubicBezTo>
                    <a:cubicBezTo>
                      <a:pt x="113628" y="383530"/>
                      <a:pt x="28325" y="251174"/>
                      <a:pt x="1392" y="129397"/>
                    </a:cubicBezTo>
                    <a:cubicBezTo>
                      <a:pt x="-8657" y="79560"/>
                      <a:pt x="37148" y="31233"/>
                      <a:pt x="91818" y="5108"/>
                    </a:cubicBezTo>
                    <a:cubicBezTo>
                      <a:pt x="105686" y="687"/>
                      <a:pt x="117940" y="-667"/>
                      <a:pt x="129178" y="293"/>
                    </a:cubicBezTo>
                    <a:close/>
                  </a:path>
                </a:pathLst>
              </a:custGeom>
              <a:grpFill/>
              <a:ln w="8308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l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B64427F6-A2EE-8390-5E34-876D90DB8F1F}"/>
                </a:ext>
              </a:extLst>
            </p:cNvPr>
            <p:cNvGrpSpPr/>
            <p:nvPr/>
          </p:nvGrpSpPr>
          <p:grpSpPr>
            <a:xfrm>
              <a:off x="959771" y="1682776"/>
              <a:ext cx="1285269" cy="1276160"/>
              <a:chOff x="1948468" y="2962346"/>
              <a:chExt cx="3237111" cy="3214168"/>
            </a:xfrm>
            <a:grpFill/>
          </p:grpSpPr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5B29D690-5CDB-868E-C40A-3C6577199EFD}"/>
                  </a:ext>
                </a:extLst>
              </p:cNvPr>
              <p:cNvSpPr/>
              <p:nvPr/>
            </p:nvSpPr>
            <p:spPr>
              <a:xfrm>
                <a:off x="1948468" y="2962346"/>
                <a:ext cx="1929070" cy="3214168"/>
              </a:xfrm>
              <a:custGeom>
                <a:avLst/>
                <a:gdLst>
                  <a:gd name="connsiteX0" fmla="*/ 518897 w 757185"/>
                  <a:gd name="connsiteY0" fmla="*/ 17880 h 1248769"/>
                  <a:gd name="connsiteX1" fmla="*/ 619334 w 757185"/>
                  <a:gd name="connsiteY1" fmla="*/ 340 h 1248769"/>
                  <a:gd name="connsiteX2" fmla="*/ 681359 w 757185"/>
                  <a:gd name="connsiteY2" fmla="*/ 39326 h 1248769"/>
                  <a:gd name="connsiteX3" fmla="*/ 757186 w 757185"/>
                  <a:gd name="connsiteY3" fmla="*/ 170418 h 1248769"/>
                  <a:gd name="connsiteX4" fmla="*/ 633136 w 757185"/>
                  <a:gd name="connsiteY4" fmla="*/ 197019 h 1248769"/>
                  <a:gd name="connsiteX5" fmla="*/ 669969 w 757185"/>
                  <a:gd name="connsiteY5" fmla="*/ 301011 h 1248769"/>
                  <a:gd name="connsiteX6" fmla="*/ 628231 w 757185"/>
                  <a:gd name="connsiteY6" fmla="*/ 651725 h 1248769"/>
                  <a:gd name="connsiteX7" fmla="*/ 657746 w 757185"/>
                  <a:gd name="connsiteY7" fmla="*/ 726623 h 1248769"/>
                  <a:gd name="connsiteX8" fmla="*/ 616009 w 757185"/>
                  <a:gd name="connsiteY8" fmla="*/ 727038 h 1248769"/>
                  <a:gd name="connsiteX9" fmla="*/ 573273 w 757185"/>
                  <a:gd name="connsiteY9" fmla="*/ 1115160 h 1248769"/>
                  <a:gd name="connsiteX10" fmla="*/ 552155 w 757185"/>
                  <a:gd name="connsiteY10" fmla="*/ 1248412 h 1248769"/>
                  <a:gd name="connsiteX11" fmla="*/ 493289 w 757185"/>
                  <a:gd name="connsiteY11" fmla="*/ 1209010 h 1248769"/>
                  <a:gd name="connsiteX12" fmla="*/ 415301 w 757185"/>
                  <a:gd name="connsiteY12" fmla="*/ 1066031 h 1248769"/>
                  <a:gd name="connsiteX13" fmla="*/ 443902 w 757185"/>
                  <a:gd name="connsiteY13" fmla="*/ 783980 h 1248769"/>
                  <a:gd name="connsiteX14" fmla="*/ 153234 w 757185"/>
                  <a:gd name="connsiteY14" fmla="*/ 892212 h 1248769"/>
                  <a:gd name="connsiteX15" fmla="*/ 82229 w 757185"/>
                  <a:gd name="connsiteY15" fmla="*/ 890217 h 1248769"/>
                  <a:gd name="connsiteX16" fmla="*/ 1996 w 757185"/>
                  <a:gd name="connsiteY16" fmla="*/ 775584 h 1248769"/>
                  <a:gd name="connsiteX17" fmla="*/ 44316 w 757185"/>
                  <a:gd name="connsiteY17" fmla="*/ 724545 h 1248769"/>
                  <a:gd name="connsiteX18" fmla="*/ 297487 w 757185"/>
                  <a:gd name="connsiteY18" fmla="*/ 623628 h 1248769"/>
                  <a:gd name="connsiteX19" fmla="*/ 218252 w 757185"/>
                  <a:gd name="connsiteY19" fmla="*/ 484140 h 1248769"/>
                  <a:gd name="connsiteX20" fmla="*/ 292665 w 757185"/>
                  <a:gd name="connsiteY20" fmla="*/ 283305 h 1248769"/>
                  <a:gd name="connsiteX21" fmla="*/ 214760 w 757185"/>
                  <a:gd name="connsiteY21" fmla="*/ 264269 h 1248769"/>
                  <a:gd name="connsiteX22" fmla="*/ 122637 w 757185"/>
                  <a:gd name="connsiteY22" fmla="*/ 116552 h 1248769"/>
                  <a:gd name="connsiteX23" fmla="*/ 518897 w 757185"/>
                  <a:gd name="connsiteY23" fmla="*/ 17880 h 1248769"/>
                  <a:gd name="connsiteX24" fmla="*/ 462443 w 757185"/>
                  <a:gd name="connsiteY24" fmla="*/ 241076 h 1248769"/>
                  <a:gd name="connsiteX25" fmla="*/ 473002 w 757185"/>
                  <a:gd name="connsiteY25" fmla="*/ 312067 h 1248769"/>
                  <a:gd name="connsiteX26" fmla="*/ 511581 w 757185"/>
                  <a:gd name="connsiteY26" fmla="*/ 326864 h 1248769"/>
                  <a:gd name="connsiteX27" fmla="*/ 528791 w 757185"/>
                  <a:gd name="connsiteY27" fmla="*/ 223952 h 1248769"/>
                  <a:gd name="connsiteX28" fmla="*/ 462443 w 757185"/>
                  <a:gd name="connsiteY28" fmla="*/ 241076 h 1248769"/>
                  <a:gd name="connsiteX29" fmla="*/ 450803 w 757185"/>
                  <a:gd name="connsiteY29" fmla="*/ 377904 h 1248769"/>
                  <a:gd name="connsiteX30" fmla="*/ 436087 w 757185"/>
                  <a:gd name="connsiteY30" fmla="*/ 419966 h 1248769"/>
                  <a:gd name="connsiteX31" fmla="*/ 464522 w 757185"/>
                  <a:gd name="connsiteY31" fmla="*/ 389957 h 1248769"/>
                  <a:gd name="connsiteX32" fmla="*/ 450803 w 757185"/>
                  <a:gd name="connsiteY32" fmla="*/ 377904 h 1248769"/>
                  <a:gd name="connsiteX33" fmla="*/ 388612 w 757185"/>
                  <a:gd name="connsiteY33" fmla="*/ 544824 h 1248769"/>
                  <a:gd name="connsiteX34" fmla="*/ 370487 w 757185"/>
                  <a:gd name="connsiteY34" fmla="*/ 597194 h 1248769"/>
                  <a:gd name="connsiteX35" fmla="*/ 428687 w 757185"/>
                  <a:gd name="connsiteY35" fmla="*/ 577825 h 1248769"/>
                  <a:gd name="connsiteX36" fmla="*/ 388612 w 757185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28231 w 757186"/>
                  <a:gd name="connsiteY6" fmla="*/ 651725 h 1248769"/>
                  <a:gd name="connsiteX7" fmla="*/ 657746 w 757186"/>
                  <a:gd name="connsiteY7" fmla="*/ 726623 h 1248769"/>
                  <a:gd name="connsiteX8" fmla="*/ 616009 w 757186"/>
                  <a:gd name="connsiteY8" fmla="*/ 727038 h 1248769"/>
                  <a:gd name="connsiteX9" fmla="*/ 573273 w 757186"/>
                  <a:gd name="connsiteY9" fmla="*/ 1115160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28231 w 757186"/>
                  <a:gd name="connsiteY6" fmla="*/ 651725 h 1248769"/>
                  <a:gd name="connsiteX7" fmla="*/ 686032 w 757186"/>
                  <a:gd name="connsiteY7" fmla="*/ 711195 h 1248769"/>
                  <a:gd name="connsiteX8" fmla="*/ 616009 w 757186"/>
                  <a:gd name="connsiteY8" fmla="*/ 727038 h 1248769"/>
                  <a:gd name="connsiteX9" fmla="*/ 573273 w 757186"/>
                  <a:gd name="connsiteY9" fmla="*/ 1115160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35945 w 757186"/>
                  <a:gd name="connsiteY6" fmla="*/ 620868 h 1248769"/>
                  <a:gd name="connsiteX7" fmla="*/ 686032 w 757186"/>
                  <a:gd name="connsiteY7" fmla="*/ 711195 h 1248769"/>
                  <a:gd name="connsiteX8" fmla="*/ 616009 w 757186"/>
                  <a:gd name="connsiteY8" fmla="*/ 727038 h 1248769"/>
                  <a:gd name="connsiteX9" fmla="*/ 573273 w 757186"/>
                  <a:gd name="connsiteY9" fmla="*/ 1115160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35945 w 757186"/>
                  <a:gd name="connsiteY6" fmla="*/ 620868 h 1248769"/>
                  <a:gd name="connsiteX7" fmla="*/ 686032 w 757186"/>
                  <a:gd name="connsiteY7" fmla="*/ 711195 h 1248769"/>
                  <a:gd name="connsiteX8" fmla="*/ 634009 w 757186"/>
                  <a:gd name="connsiteY8" fmla="*/ 721895 h 1248769"/>
                  <a:gd name="connsiteX9" fmla="*/ 573273 w 757186"/>
                  <a:gd name="connsiteY9" fmla="*/ 1115160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35945 w 757186"/>
                  <a:gd name="connsiteY6" fmla="*/ 620868 h 1248769"/>
                  <a:gd name="connsiteX7" fmla="*/ 686032 w 757186"/>
                  <a:gd name="connsiteY7" fmla="*/ 711195 h 1248769"/>
                  <a:gd name="connsiteX8" fmla="*/ 634009 w 757186"/>
                  <a:gd name="connsiteY8" fmla="*/ 721895 h 1248769"/>
                  <a:gd name="connsiteX9" fmla="*/ 606702 w 757186"/>
                  <a:gd name="connsiteY9" fmla="*/ 1102303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53302 w 757186"/>
                  <a:gd name="connsiteY6" fmla="*/ 618940 h 1248769"/>
                  <a:gd name="connsiteX7" fmla="*/ 686032 w 757186"/>
                  <a:gd name="connsiteY7" fmla="*/ 711195 h 1248769"/>
                  <a:gd name="connsiteX8" fmla="*/ 634009 w 757186"/>
                  <a:gd name="connsiteY8" fmla="*/ 721895 h 1248769"/>
                  <a:gd name="connsiteX9" fmla="*/ 606702 w 757186"/>
                  <a:gd name="connsiteY9" fmla="*/ 1102303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53302 w 757186"/>
                  <a:gd name="connsiteY6" fmla="*/ 618940 h 1248769"/>
                  <a:gd name="connsiteX7" fmla="*/ 732318 w 757186"/>
                  <a:gd name="connsiteY7" fmla="*/ 686123 h 1248769"/>
                  <a:gd name="connsiteX8" fmla="*/ 634009 w 757186"/>
                  <a:gd name="connsiteY8" fmla="*/ 721895 h 1248769"/>
                  <a:gd name="connsiteX9" fmla="*/ 606702 w 757186"/>
                  <a:gd name="connsiteY9" fmla="*/ 1102303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53302 w 757186"/>
                  <a:gd name="connsiteY6" fmla="*/ 618940 h 1248769"/>
                  <a:gd name="connsiteX7" fmla="*/ 732318 w 757186"/>
                  <a:gd name="connsiteY7" fmla="*/ 686123 h 1248769"/>
                  <a:gd name="connsiteX8" fmla="*/ 634009 w 757186"/>
                  <a:gd name="connsiteY8" fmla="*/ 721895 h 1248769"/>
                  <a:gd name="connsiteX9" fmla="*/ 606702 w 757186"/>
                  <a:gd name="connsiteY9" fmla="*/ 1102303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53302 w 757186"/>
                  <a:gd name="connsiteY6" fmla="*/ 618940 h 1248769"/>
                  <a:gd name="connsiteX7" fmla="*/ 732318 w 757186"/>
                  <a:gd name="connsiteY7" fmla="*/ 686123 h 1248769"/>
                  <a:gd name="connsiteX8" fmla="*/ 634009 w 757186"/>
                  <a:gd name="connsiteY8" fmla="*/ 721895 h 1248769"/>
                  <a:gd name="connsiteX9" fmla="*/ 606702 w 757186"/>
                  <a:gd name="connsiteY9" fmla="*/ 1102303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53302 w 757186"/>
                  <a:gd name="connsiteY6" fmla="*/ 618940 h 1248769"/>
                  <a:gd name="connsiteX7" fmla="*/ 732318 w 757186"/>
                  <a:gd name="connsiteY7" fmla="*/ 686123 h 1248769"/>
                  <a:gd name="connsiteX8" fmla="*/ 634009 w 757186"/>
                  <a:gd name="connsiteY8" fmla="*/ 721895 h 1248769"/>
                  <a:gd name="connsiteX9" fmla="*/ 606702 w 757186"/>
                  <a:gd name="connsiteY9" fmla="*/ 1102303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53302 w 757186"/>
                  <a:gd name="connsiteY6" fmla="*/ 618940 h 1248769"/>
                  <a:gd name="connsiteX7" fmla="*/ 732318 w 757186"/>
                  <a:gd name="connsiteY7" fmla="*/ 686123 h 1248769"/>
                  <a:gd name="connsiteX8" fmla="*/ 634009 w 757186"/>
                  <a:gd name="connsiteY8" fmla="*/ 721895 h 1248769"/>
                  <a:gd name="connsiteX9" fmla="*/ 606702 w 757186"/>
                  <a:gd name="connsiteY9" fmla="*/ 1102303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53302 w 757186"/>
                  <a:gd name="connsiteY6" fmla="*/ 618940 h 1248769"/>
                  <a:gd name="connsiteX7" fmla="*/ 732318 w 757186"/>
                  <a:gd name="connsiteY7" fmla="*/ 686123 h 1248769"/>
                  <a:gd name="connsiteX8" fmla="*/ 634009 w 757186"/>
                  <a:gd name="connsiteY8" fmla="*/ 721895 h 1248769"/>
                  <a:gd name="connsiteX9" fmla="*/ 606702 w 757186"/>
                  <a:gd name="connsiteY9" fmla="*/ 1102303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53302 w 757186"/>
                  <a:gd name="connsiteY6" fmla="*/ 618940 h 1248769"/>
                  <a:gd name="connsiteX7" fmla="*/ 732318 w 757186"/>
                  <a:gd name="connsiteY7" fmla="*/ 686123 h 1248769"/>
                  <a:gd name="connsiteX8" fmla="*/ 634009 w 757186"/>
                  <a:gd name="connsiteY8" fmla="*/ 721895 h 1248769"/>
                  <a:gd name="connsiteX9" fmla="*/ 606702 w 757186"/>
                  <a:gd name="connsiteY9" fmla="*/ 1102303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53302 w 757186"/>
                  <a:gd name="connsiteY6" fmla="*/ 618940 h 1248769"/>
                  <a:gd name="connsiteX7" fmla="*/ 732318 w 757186"/>
                  <a:gd name="connsiteY7" fmla="*/ 686123 h 1248769"/>
                  <a:gd name="connsiteX8" fmla="*/ 634009 w 757186"/>
                  <a:gd name="connsiteY8" fmla="*/ 721895 h 1248769"/>
                  <a:gd name="connsiteX9" fmla="*/ 606702 w 757186"/>
                  <a:gd name="connsiteY9" fmla="*/ 1102303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53302 w 757186"/>
                  <a:gd name="connsiteY6" fmla="*/ 618940 h 1248769"/>
                  <a:gd name="connsiteX7" fmla="*/ 732318 w 757186"/>
                  <a:gd name="connsiteY7" fmla="*/ 686123 h 1248769"/>
                  <a:gd name="connsiteX8" fmla="*/ 634009 w 757186"/>
                  <a:gd name="connsiteY8" fmla="*/ 721895 h 1248769"/>
                  <a:gd name="connsiteX9" fmla="*/ 606702 w 757186"/>
                  <a:gd name="connsiteY9" fmla="*/ 1102303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57186"/>
                  <a:gd name="connsiteY0" fmla="*/ 17880 h 1248769"/>
                  <a:gd name="connsiteX1" fmla="*/ 619334 w 757186"/>
                  <a:gd name="connsiteY1" fmla="*/ 340 h 1248769"/>
                  <a:gd name="connsiteX2" fmla="*/ 681359 w 757186"/>
                  <a:gd name="connsiteY2" fmla="*/ 39326 h 1248769"/>
                  <a:gd name="connsiteX3" fmla="*/ 757186 w 757186"/>
                  <a:gd name="connsiteY3" fmla="*/ 170418 h 1248769"/>
                  <a:gd name="connsiteX4" fmla="*/ 633136 w 757186"/>
                  <a:gd name="connsiteY4" fmla="*/ 197019 h 1248769"/>
                  <a:gd name="connsiteX5" fmla="*/ 695683 w 757186"/>
                  <a:gd name="connsiteY5" fmla="*/ 290725 h 1248769"/>
                  <a:gd name="connsiteX6" fmla="*/ 653302 w 757186"/>
                  <a:gd name="connsiteY6" fmla="*/ 618940 h 1248769"/>
                  <a:gd name="connsiteX7" fmla="*/ 732318 w 757186"/>
                  <a:gd name="connsiteY7" fmla="*/ 686123 h 1248769"/>
                  <a:gd name="connsiteX8" fmla="*/ 634009 w 757186"/>
                  <a:gd name="connsiteY8" fmla="*/ 721895 h 1248769"/>
                  <a:gd name="connsiteX9" fmla="*/ 606702 w 757186"/>
                  <a:gd name="connsiteY9" fmla="*/ 1102303 h 1248769"/>
                  <a:gd name="connsiteX10" fmla="*/ 552155 w 757186"/>
                  <a:gd name="connsiteY10" fmla="*/ 1248412 h 1248769"/>
                  <a:gd name="connsiteX11" fmla="*/ 493289 w 757186"/>
                  <a:gd name="connsiteY11" fmla="*/ 1209010 h 1248769"/>
                  <a:gd name="connsiteX12" fmla="*/ 415301 w 757186"/>
                  <a:gd name="connsiteY12" fmla="*/ 1066031 h 1248769"/>
                  <a:gd name="connsiteX13" fmla="*/ 443902 w 757186"/>
                  <a:gd name="connsiteY13" fmla="*/ 783980 h 1248769"/>
                  <a:gd name="connsiteX14" fmla="*/ 153234 w 757186"/>
                  <a:gd name="connsiteY14" fmla="*/ 892212 h 1248769"/>
                  <a:gd name="connsiteX15" fmla="*/ 82229 w 757186"/>
                  <a:gd name="connsiteY15" fmla="*/ 890217 h 1248769"/>
                  <a:gd name="connsiteX16" fmla="*/ 1996 w 757186"/>
                  <a:gd name="connsiteY16" fmla="*/ 775584 h 1248769"/>
                  <a:gd name="connsiteX17" fmla="*/ 44316 w 757186"/>
                  <a:gd name="connsiteY17" fmla="*/ 724545 h 1248769"/>
                  <a:gd name="connsiteX18" fmla="*/ 297487 w 757186"/>
                  <a:gd name="connsiteY18" fmla="*/ 623628 h 1248769"/>
                  <a:gd name="connsiteX19" fmla="*/ 218252 w 757186"/>
                  <a:gd name="connsiteY19" fmla="*/ 484140 h 1248769"/>
                  <a:gd name="connsiteX20" fmla="*/ 292665 w 757186"/>
                  <a:gd name="connsiteY20" fmla="*/ 283305 h 1248769"/>
                  <a:gd name="connsiteX21" fmla="*/ 214760 w 757186"/>
                  <a:gd name="connsiteY21" fmla="*/ 264269 h 1248769"/>
                  <a:gd name="connsiteX22" fmla="*/ 122637 w 757186"/>
                  <a:gd name="connsiteY22" fmla="*/ 116552 h 1248769"/>
                  <a:gd name="connsiteX23" fmla="*/ 518897 w 757186"/>
                  <a:gd name="connsiteY23" fmla="*/ 17880 h 1248769"/>
                  <a:gd name="connsiteX24" fmla="*/ 462443 w 757186"/>
                  <a:gd name="connsiteY24" fmla="*/ 241076 h 1248769"/>
                  <a:gd name="connsiteX25" fmla="*/ 473002 w 757186"/>
                  <a:gd name="connsiteY25" fmla="*/ 312067 h 1248769"/>
                  <a:gd name="connsiteX26" fmla="*/ 511581 w 757186"/>
                  <a:gd name="connsiteY26" fmla="*/ 326864 h 1248769"/>
                  <a:gd name="connsiteX27" fmla="*/ 528791 w 757186"/>
                  <a:gd name="connsiteY27" fmla="*/ 223952 h 1248769"/>
                  <a:gd name="connsiteX28" fmla="*/ 462443 w 757186"/>
                  <a:gd name="connsiteY28" fmla="*/ 241076 h 1248769"/>
                  <a:gd name="connsiteX29" fmla="*/ 450803 w 757186"/>
                  <a:gd name="connsiteY29" fmla="*/ 377904 h 1248769"/>
                  <a:gd name="connsiteX30" fmla="*/ 436087 w 757186"/>
                  <a:gd name="connsiteY30" fmla="*/ 419966 h 1248769"/>
                  <a:gd name="connsiteX31" fmla="*/ 464522 w 757186"/>
                  <a:gd name="connsiteY31" fmla="*/ 389957 h 1248769"/>
                  <a:gd name="connsiteX32" fmla="*/ 450803 w 757186"/>
                  <a:gd name="connsiteY32" fmla="*/ 377904 h 1248769"/>
                  <a:gd name="connsiteX33" fmla="*/ 388612 w 757186"/>
                  <a:gd name="connsiteY33" fmla="*/ 544824 h 1248769"/>
                  <a:gd name="connsiteX34" fmla="*/ 370487 w 757186"/>
                  <a:gd name="connsiteY34" fmla="*/ 597194 h 1248769"/>
                  <a:gd name="connsiteX35" fmla="*/ 428687 w 757186"/>
                  <a:gd name="connsiteY35" fmla="*/ 577825 h 1248769"/>
                  <a:gd name="connsiteX36" fmla="*/ 388612 w 757186"/>
                  <a:gd name="connsiteY36" fmla="*/ 544824 h 1248769"/>
                  <a:gd name="connsiteX0" fmla="*/ 518897 w 781175"/>
                  <a:gd name="connsiteY0" fmla="*/ 17880 h 1248769"/>
                  <a:gd name="connsiteX1" fmla="*/ 619334 w 781175"/>
                  <a:gd name="connsiteY1" fmla="*/ 340 h 1248769"/>
                  <a:gd name="connsiteX2" fmla="*/ 681359 w 781175"/>
                  <a:gd name="connsiteY2" fmla="*/ 39326 h 1248769"/>
                  <a:gd name="connsiteX3" fmla="*/ 757186 w 781175"/>
                  <a:gd name="connsiteY3" fmla="*/ 170418 h 1248769"/>
                  <a:gd name="connsiteX4" fmla="*/ 633136 w 781175"/>
                  <a:gd name="connsiteY4" fmla="*/ 197019 h 1248769"/>
                  <a:gd name="connsiteX5" fmla="*/ 695683 w 781175"/>
                  <a:gd name="connsiteY5" fmla="*/ 290725 h 1248769"/>
                  <a:gd name="connsiteX6" fmla="*/ 653302 w 781175"/>
                  <a:gd name="connsiteY6" fmla="*/ 618940 h 1248769"/>
                  <a:gd name="connsiteX7" fmla="*/ 781175 w 781175"/>
                  <a:gd name="connsiteY7" fmla="*/ 673266 h 1248769"/>
                  <a:gd name="connsiteX8" fmla="*/ 634009 w 781175"/>
                  <a:gd name="connsiteY8" fmla="*/ 721895 h 1248769"/>
                  <a:gd name="connsiteX9" fmla="*/ 606702 w 781175"/>
                  <a:gd name="connsiteY9" fmla="*/ 1102303 h 1248769"/>
                  <a:gd name="connsiteX10" fmla="*/ 552155 w 781175"/>
                  <a:gd name="connsiteY10" fmla="*/ 1248412 h 1248769"/>
                  <a:gd name="connsiteX11" fmla="*/ 493289 w 781175"/>
                  <a:gd name="connsiteY11" fmla="*/ 1209010 h 1248769"/>
                  <a:gd name="connsiteX12" fmla="*/ 415301 w 781175"/>
                  <a:gd name="connsiteY12" fmla="*/ 1066031 h 1248769"/>
                  <a:gd name="connsiteX13" fmla="*/ 443902 w 781175"/>
                  <a:gd name="connsiteY13" fmla="*/ 783980 h 1248769"/>
                  <a:gd name="connsiteX14" fmla="*/ 153234 w 781175"/>
                  <a:gd name="connsiteY14" fmla="*/ 892212 h 1248769"/>
                  <a:gd name="connsiteX15" fmla="*/ 82229 w 781175"/>
                  <a:gd name="connsiteY15" fmla="*/ 890217 h 1248769"/>
                  <a:gd name="connsiteX16" fmla="*/ 1996 w 781175"/>
                  <a:gd name="connsiteY16" fmla="*/ 775584 h 1248769"/>
                  <a:gd name="connsiteX17" fmla="*/ 44316 w 781175"/>
                  <a:gd name="connsiteY17" fmla="*/ 724545 h 1248769"/>
                  <a:gd name="connsiteX18" fmla="*/ 297487 w 781175"/>
                  <a:gd name="connsiteY18" fmla="*/ 623628 h 1248769"/>
                  <a:gd name="connsiteX19" fmla="*/ 218252 w 781175"/>
                  <a:gd name="connsiteY19" fmla="*/ 484140 h 1248769"/>
                  <a:gd name="connsiteX20" fmla="*/ 292665 w 781175"/>
                  <a:gd name="connsiteY20" fmla="*/ 283305 h 1248769"/>
                  <a:gd name="connsiteX21" fmla="*/ 214760 w 781175"/>
                  <a:gd name="connsiteY21" fmla="*/ 264269 h 1248769"/>
                  <a:gd name="connsiteX22" fmla="*/ 122637 w 781175"/>
                  <a:gd name="connsiteY22" fmla="*/ 116552 h 1248769"/>
                  <a:gd name="connsiteX23" fmla="*/ 518897 w 781175"/>
                  <a:gd name="connsiteY23" fmla="*/ 17880 h 1248769"/>
                  <a:gd name="connsiteX24" fmla="*/ 462443 w 781175"/>
                  <a:gd name="connsiteY24" fmla="*/ 241076 h 1248769"/>
                  <a:gd name="connsiteX25" fmla="*/ 473002 w 781175"/>
                  <a:gd name="connsiteY25" fmla="*/ 312067 h 1248769"/>
                  <a:gd name="connsiteX26" fmla="*/ 511581 w 781175"/>
                  <a:gd name="connsiteY26" fmla="*/ 326864 h 1248769"/>
                  <a:gd name="connsiteX27" fmla="*/ 528791 w 781175"/>
                  <a:gd name="connsiteY27" fmla="*/ 223952 h 1248769"/>
                  <a:gd name="connsiteX28" fmla="*/ 462443 w 781175"/>
                  <a:gd name="connsiteY28" fmla="*/ 241076 h 1248769"/>
                  <a:gd name="connsiteX29" fmla="*/ 450803 w 781175"/>
                  <a:gd name="connsiteY29" fmla="*/ 377904 h 1248769"/>
                  <a:gd name="connsiteX30" fmla="*/ 436087 w 781175"/>
                  <a:gd name="connsiteY30" fmla="*/ 419966 h 1248769"/>
                  <a:gd name="connsiteX31" fmla="*/ 464522 w 781175"/>
                  <a:gd name="connsiteY31" fmla="*/ 389957 h 1248769"/>
                  <a:gd name="connsiteX32" fmla="*/ 450803 w 781175"/>
                  <a:gd name="connsiteY32" fmla="*/ 377904 h 1248769"/>
                  <a:gd name="connsiteX33" fmla="*/ 388612 w 781175"/>
                  <a:gd name="connsiteY33" fmla="*/ 544824 h 1248769"/>
                  <a:gd name="connsiteX34" fmla="*/ 370487 w 781175"/>
                  <a:gd name="connsiteY34" fmla="*/ 597194 h 1248769"/>
                  <a:gd name="connsiteX35" fmla="*/ 428687 w 781175"/>
                  <a:gd name="connsiteY35" fmla="*/ 577825 h 1248769"/>
                  <a:gd name="connsiteX36" fmla="*/ 388612 w 781175"/>
                  <a:gd name="connsiteY36" fmla="*/ 544824 h 1248769"/>
                  <a:gd name="connsiteX0" fmla="*/ 518897 w 781175"/>
                  <a:gd name="connsiteY0" fmla="*/ 17880 h 1248769"/>
                  <a:gd name="connsiteX1" fmla="*/ 619334 w 781175"/>
                  <a:gd name="connsiteY1" fmla="*/ 340 h 1248769"/>
                  <a:gd name="connsiteX2" fmla="*/ 681359 w 781175"/>
                  <a:gd name="connsiteY2" fmla="*/ 39326 h 1248769"/>
                  <a:gd name="connsiteX3" fmla="*/ 757186 w 781175"/>
                  <a:gd name="connsiteY3" fmla="*/ 170418 h 1248769"/>
                  <a:gd name="connsiteX4" fmla="*/ 633136 w 781175"/>
                  <a:gd name="connsiteY4" fmla="*/ 197019 h 1248769"/>
                  <a:gd name="connsiteX5" fmla="*/ 695683 w 781175"/>
                  <a:gd name="connsiteY5" fmla="*/ 290725 h 1248769"/>
                  <a:gd name="connsiteX6" fmla="*/ 653302 w 781175"/>
                  <a:gd name="connsiteY6" fmla="*/ 618940 h 1248769"/>
                  <a:gd name="connsiteX7" fmla="*/ 781175 w 781175"/>
                  <a:gd name="connsiteY7" fmla="*/ 673266 h 1248769"/>
                  <a:gd name="connsiteX8" fmla="*/ 634009 w 781175"/>
                  <a:gd name="connsiteY8" fmla="*/ 721895 h 1248769"/>
                  <a:gd name="connsiteX9" fmla="*/ 606702 w 781175"/>
                  <a:gd name="connsiteY9" fmla="*/ 1102303 h 1248769"/>
                  <a:gd name="connsiteX10" fmla="*/ 552155 w 781175"/>
                  <a:gd name="connsiteY10" fmla="*/ 1248412 h 1248769"/>
                  <a:gd name="connsiteX11" fmla="*/ 493289 w 781175"/>
                  <a:gd name="connsiteY11" fmla="*/ 1209010 h 1248769"/>
                  <a:gd name="connsiteX12" fmla="*/ 415301 w 781175"/>
                  <a:gd name="connsiteY12" fmla="*/ 1066031 h 1248769"/>
                  <a:gd name="connsiteX13" fmla="*/ 443902 w 781175"/>
                  <a:gd name="connsiteY13" fmla="*/ 783980 h 1248769"/>
                  <a:gd name="connsiteX14" fmla="*/ 153234 w 781175"/>
                  <a:gd name="connsiteY14" fmla="*/ 892212 h 1248769"/>
                  <a:gd name="connsiteX15" fmla="*/ 82229 w 781175"/>
                  <a:gd name="connsiteY15" fmla="*/ 890217 h 1248769"/>
                  <a:gd name="connsiteX16" fmla="*/ 1996 w 781175"/>
                  <a:gd name="connsiteY16" fmla="*/ 775584 h 1248769"/>
                  <a:gd name="connsiteX17" fmla="*/ 44316 w 781175"/>
                  <a:gd name="connsiteY17" fmla="*/ 724545 h 1248769"/>
                  <a:gd name="connsiteX18" fmla="*/ 297487 w 781175"/>
                  <a:gd name="connsiteY18" fmla="*/ 623628 h 1248769"/>
                  <a:gd name="connsiteX19" fmla="*/ 218252 w 781175"/>
                  <a:gd name="connsiteY19" fmla="*/ 484140 h 1248769"/>
                  <a:gd name="connsiteX20" fmla="*/ 292665 w 781175"/>
                  <a:gd name="connsiteY20" fmla="*/ 283305 h 1248769"/>
                  <a:gd name="connsiteX21" fmla="*/ 214760 w 781175"/>
                  <a:gd name="connsiteY21" fmla="*/ 264269 h 1248769"/>
                  <a:gd name="connsiteX22" fmla="*/ 122637 w 781175"/>
                  <a:gd name="connsiteY22" fmla="*/ 116552 h 1248769"/>
                  <a:gd name="connsiteX23" fmla="*/ 518897 w 781175"/>
                  <a:gd name="connsiteY23" fmla="*/ 17880 h 1248769"/>
                  <a:gd name="connsiteX24" fmla="*/ 462443 w 781175"/>
                  <a:gd name="connsiteY24" fmla="*/ 241076 h 1248769"/>
                  <a:gd name="connsiteX25" fmla="*/ 473002 w 781175"/>
                  <a:gd name="connsiteY25" fmla="*/ 312067 h 1248769"/>
                  <a:gd name="connsiteX26" fmla="*/ 511581 w 781175"/>
                  <a:gd name="connsiteY26" fmla="*/ 326864 h 1248769"/>
                  <a:gd name="connsiteX27" fmla="*/ 528791 w 781175"/>
                  <a:gd name="connsiteY27" fmla="*/ 223952 h 1248769"/>
                  <a:gd name="connsiteX28" fmla="*/ 462443 w 781175"/>
                  <a:gd name="connsiteY28" fmla="*/ 241076 h 1248769"/>
                  <a:gd name="connsiteX29" fmla="*/ 450803 w 781175"/>
                  <a:gd name="connsiteY29" fmla="*/ 377904 h 1248769"/>
                  <a:gd name="connsiteX30" fmla="*/ 436087 w 781175"/>
                  <a:gd name="connsiteY30" fmla="*/ 419966 h 1248769"/>
                  <a:gd name="connsiteX31" fmla="*/ 464522 w 781175"/>
                  <a:gd name="connsiteY31" fmla="*/ 389957 h 1248769"/>
                  <a:gd name="connsiteX32" fmla="*/ 450803 w 781175"/>
                  <a:gd name="connsiteY32" fmla="*/ 377904 h 1248769"/>
                  <a:gd name="connsiteX33" fmla="*/ 388612 w 781175"/>
                  <a:gd name="connsiteY33" fmla="*/ 544824 h 1248769"/>
                  <a:gd name="connsiteX34" fmla="*/ 370487 w 781175"/>
                  <a:gd name="connsiteY34" fmla="*/ 597194 h 1248769"/>
                  <a:gd name="connsiteX35" fmla="*/ 428687 w 781175"/>
                  <a:gd name="connsiteY35" fmla="*/ 577825 h 1248769"/>
                  <a:gd name="connsiteX36" fmla="*/ 388612 w 781175"/>
                  <a:gd name="connsiteY36" fmla="*/ 544824 h 1248769"/>
                  <a:gd name="connsiteX0" fmla="*/ 518897 w 781175"/>
                  <a:gd name="connsiteY0" fmla="*/ 17880 h 1250344"/>
                  <a:gd name="connsiteX1" fmla="*/ 619334 w 781175"/>
                  <a:gd name="connsiteY1" fmla="*/ 340 h 1250344"/>
                  <a:gd name="connsiteX2" fmla="*/ 681359 w 781175"/>
                  <a:gd name="connsiteY2" fmla="*/ 39326 h 1250344"/>
                  <a:gd name="connsiteX3" fmla="*/ 757186 w 781175"/>
                  <a:gd name="connsiteY3" fmla="*/ 170418 h 1250344"/>
                  <a:gd name="connsiteX4" fmla="*/ 633136 w 781175"/>
                  <a:gd name="connsiteY4" fmla="*/ 197019 h 1250344"/>
                  <a:gd name="connsiteX5" fmla="*/ 695683 w 781175"/>
                  <a:gd name="connsiteY5" fmla="*/ 290725 h 1250344"/>
                  <a:gd name="connsiteX6" fmla="*/ 653302 w 781175"/>
                  <a:gd name="connsiteY6" fmla="*/ 618940 h 1250344"/>
                  <a:gd name="connsiteX7" fmla="*/ 781175 w 781175"/>
                  <a:gd name="connsiteY7" fmla="*/ 673266 h 1250344"/>
                  <a:gd name="connsiteX8" fmla="*/ 634009 w 781175"/>
                  <a:gd name="connsiteY8" fmla="*/ 721895 h 1250344"/>
                  <a:gd name="connsiteX9" fmla="*/ 606702 w 781175"/>
                  <a:gd name="connsiteY9" fmla="*/ 1102303 h 1250344"/>
                  <a:gd name="connsiteX10" fmla="*/ 552155 w 781175"/>
                  <a:gd name="connsiteY10" fmla="*/ 1248412 h 1250344"/>
                  <a:gd name="connsiteX11" fmla="*/ 445718 w 781175"/>
                  <a:gd name="connsiteY11" fmla="*/ 1236010 h 1250344"/>
                  <a:gd name="connsiteX12" fmla="*/ 415301 w 781175"/>
                  <a:gd name="connsiteY12" fmla="*/ 1066031 h 1250344"/>
                  <a:gd name="connsiteX13" fmla="*/ 443902 w 781175"/>
                  <a:gd name="connsiteY13" fmla="*/ 783980 h 1250344"/>
                  <a:gd name="connsiteX14" fmla="*/ 153234 w 781175"/>
                  <a:gd name="connsiteY14" fmla="*/ 892212 h 1250344"/>
                  <a:gd name="connsiteX15" fmla="*/ 82229 w 781175"/>
                  <a:gd name="connsiteY15" fmla="*/ 890217 h 1250344"/>
                  <a:gd name="connsiteX16" fmla="*/ 1996 w 781175"/>
                  <a:gd name="connsiteY16" fmla="*/ 775584 h 1250344"/>
                  <a:gd name="connsiteX17" fmla="*/ 44316 w 781175"/>
                  <a:gd name="connsiteY17" fmla="*/ 724545 h 1250344"/>
                  <a:gd name="connsiteX18" fmla="*/ 297487 w 781175"/>
                  <a:gd name="connsiteY18" fmla="*/ 623628 h 1250344"/>
                  <a:gd name="connsiteX19" fmla="*/ 218252 w 781175"/>
                  <a:gd name="connsiteY19" fmla="*/ 484140 h 1250344"/>
                  <a:gd name="connsiteX20" fmla="*/ 292665 w 781175"/>
                  <a:gd name="connsiteY20" fmla="*/ 283305 h 1250344"/>
                  <a:gd name="connsiteX21" fmla="*/ 214760 w 781175"/>
                  <a:gd name="connsiteY21" fmla="*/ 264269 h 1250344"/>
                  <a:gd name="connsiteX22" fmla="*/ 122637 w 781175"/>
                  <a:gd name="connsiteY22" fmla="*/ 116552 h 1250344"/>
                  <a:gd name="connsiteX23" fmla="*/ 518897 w 781175"/>
                  <a:gd name="connsiteY23" fmla="*/ 17880 h 1250344"/>
                  <a:gd name="connsiteX24" fmla="*/ 462443 w 781175"/>
                  <a:gd name="connsiteY24" fmla="*/ 241076 h 1250344"/>
                  <a:gd name="connsiteX25" fmla="*/ 473002 w 781175"/>
                  <a:gd name="connsiteY25" fmla="*/ 312067 h 1250344"/>
                  <a:gd name="connsiteX26" fmla="*/ 511581 w 781175"/>
                  <a:gd name="connsiteY26" fmla="*/ 326864 h 1250344"/>
                  <a:gd name="connsiteX27" fmla="*/ 528791 w 781175"/>
                  <a:gd name="connsiteY27" fmla="*/ 223952 h 1250344"/>
                  <a:gd name="connsiteX28" fmla="*/ 462443 w 781175"/>
                  <a:gd name="connsiteY28" fmla="*/ 241076 h 1250344"/>
                  <a:gd name="connsiteX29" fmla="*/ 450803 w 781175"/>
                  <a:gd name="connsiteY29" fmla="*/ 377904 h 1250344"/>
                  <a:gd name="connsiteX30" fmla="*/ 436087 w 781175"/>
                  <a:gd name="connsiteY30" fmla="*/ 419966 h 1250344"/>
                  <a:gd name="connsiteX31" fmla="*/ 464522 w 781175"/>
                  <a:gd name="connsiteY31" fmla="*/ 389957 h 1250344"/>
                  <a:gd name="connsiteX32" fmla="*/ 450803 w 781175"/>
                  <a:gd name="connsiteY32" fmla="*/ 377904 h 1250344"/>
                  <a:gd name="connsiteX33" fmla="*/ 388612 w 781175"/>
                  <a:gd name="connsiteY33" fmla="*/ 544824 h 1250344"/>
                  <a:gd name="connsiteX34" fmla="*/ 370487 w 781175"/>
                  <a:gd name="connsiteY34" fmla="*/ 597194 h 1250344"/>
                  <a:gd name="connsiteX35" fmla="*/ 428687 w 781175"/>
                  <a:gd name="connsiteY35" fmla="*/ 577825 h 1250344"/>
                  <a:gd name="connsiteX36" fmla="*/ 388612 w 781175"/>
                  <a:gd name="connsiteY36" fmla="*/ 544824 h 1250344"/>
                  <a:gd name="connsiteX0" fmla="*/ 518897 w 781175"/>
                  <a:gd name="connsiteY0" fmla="*/ 17880 h 1262401"/>
                  <a:gd name="connsiteX1" fmla="*/ 619334 w 781175"/>
                  <a:gd name="connsiteY1" fmla="*/ 340 h 1262401"/>
                  <a:gd name="connsiteX2" fmla="*/ 681359 w 781175"/>
                  <a:gd name="connsiteY2" fmla="*/ 39326 h 1262401"/>
                  <a:gd name="connsiteX3" fmla="*/ 757186 w 781175"/>
                  <a:gd name="connsiteY3" fmla="*/ 170418 h 1262401"/>
                  <a:gd name="connsiteX4" fmla="*/ 633136 w 781175"/>
                  <a:gd name="connsiteY4" fmla="*/ 197019 h 1262401"/>
                  <a:gd name="connsiteX5" fmla="*/ 695683 w 781175"/>
                  <a:gd name="connsiteY5" fmla="*/ 290725 h 1262401"/>
                  <a:gd name="connsiteX6" fmla="*/ 653302 w 781175"/>
                  <a:gd name="connsiteY6" fmla="*/ 618940 h 1262401"/>
                  <a:gd name="connsiteX7" fmla="*/ 781175 w 781175"/>
                  <a:gd name="connsiteY7" fmla="*/ 673266 h 1262401"/>
                  <a:gd name="connsiteX8" fmla="*/ 634009 w 781175"/>
                  <a:gd name="connsiteY8" fmla="*/ 721895 h 1262401"/>
                  <a:gd name="connsiteX9" fmla="*/ 606702 w 781175"/>
                  <a:gd name="connsiteY9" fmla="*/ 1102303 h 1262401"/>
                  <a:gd name="connsiteX10" fmla="*/ 552155 w 781175"/>
                  <a:gd name="connsiteY10" fmla="*/ 1248412 h 1262401"/>
                  <a:gd name="connsiteX11" fmla="*/ 326147 w 781175"/>
                  <a:gd name="connsiteY11" fmla="*/ 1256581 h 1262401"/>
                  <a:gd name="connsiteX12" fmla="*/ 415301 w 781175"/>
                  <a:gd name="connsiteY12" fmla="*/ 1066031 h 1262401"/>
                  <a:gd name="connsiteX13" fmla="*/ 443902 w 781175"/>
                  <a:gd name="connsiteY13" fmla="*/ 783980 h 1262401"/>
                  <a:gd name="connsiteX14" fmla="*/ 153234 w 781175"/>
                  <a:gd name="connsiteY14" fmla="*/ 892212 h 1262401"/>
                  <a:gd name="connsiteX15" fmla="*/ 82229 w 781175"/>
                  <a:gd name="connsiteY15" fmla="*/ 890217 h 1262401"/>
                  <a:gd name="connsiteX16" fmla="*/ 1996 w 781175"/>
                  <a:gd name="connsiteY16" fmla="*/ 775584 h 1262401"/>
                  <a:gd name="connsiteX17" fmla="*/ 44316 w 781175"/>
                  <a:gd name="connsiteY17" fmla="*/ 724545 h 1262401"/>
                  <a:gd name="connsiteX18" fmla="*/ 297487 w 781175"/>
                  <a:gd name="connsiteY18" fmla="*/ 623628 h 1262401"/>
                  <a:gd name="connsiteX19" fmla="*/ 218252 w 781175"/>
                  <a:gd name="connsiteY19" fmla="*/ 484140 h 1262401"/>
                  <a:gd name="connsiteX20" fmla="*/ 292665 w 781175"/>
                  <a:gd name="connsiteY20" fmla="*/ 283305 h 1262401"/>
                  <a:gd name="connsiteX21" fmla="*/ 214760 w 781175"/>
                  <a:gd name="connsiteY21" fmla="*/ 264269 h 1262401"/>
                  <a:gd name="connsiteX22" fmla="*/ 122637 w 781175"/>
                  <a:gd name="connsiteY22" fmla="*/ 116552 h 1262401"/>
                  <a:gd name="connsiteX23" fmla="*/ 518897 w 781175"/>
                  <a:gd name="connsiteY23" fmla="*/ 17880 h 1262401"/>
                  <a:gd name="connsiteX24" fmla="*/ 462443 w 781175"/>
                  <a:gd name="connsiteY24" fmla="*/ 241076 h 1262401"/>
                  <a:gd name="connsiteX25" fmla="*/ 473002 w 781175"/>
                  <a:gd name="connsiteY25" fmla="*/ 312067 h 1262401"/>
                  <a:gd name="connsiteX26" fmla="*/ 511581 w 781175"/>
                  <a:gd name="connsiteY26" fmla="*/ 326864 h 1262401"/>
                  <a:gd name="connsiteX27" fmla="*/ 528791 w 781175"/>
                  <a:gd name="connsiteY27" fmla="*/ 223952 h 1262401"/>
                  <a:gd name="connsiteX28" fmla="*/ 462443 w 781175"/>
                  <a:gd name="connsiteY28" fmla="*/ 241076 h 1262401"/>
                  <a:gd name="connsiteX29" fmla="*/ 450803 w 781175"/>
                  <a:gd name="connsiteY29" fmla="*/ 377904 h 1262401"/>
                  <a:gd name="connsiteX30" fmla="*/ 436087 w 781175"/>
                  <a:gd name="connsiteY30" fmla="*/ 419966 h 1262401"/>
                  <a:gd name="connsiteX31" fmla="*/ 464522 w 781175"/>
                  <a:gd name="connsiteY31" fmla="*/ 389957 h 1262401"/>
                  <a:gd name="connsiteX32" fmla="*/ 450803 w 781175"/>
                  <a:gd name="connsiteY32" fmla="*/ 377904 h 1262401"/>
                  <a:gd name="connsiteX33" fmla="*/ 388612 w 781175"/>
                  <a:gd name="connsiteY33" fmla="*/ 544824 h 1262401"/>
                  <a:gd name="connsiteX34" fmla="*/ 370487 w 781175"/>
                  <a:gd name="connsiteY34" fmla="*/ 597194 h 1262401"/>
                  <a:gd name="connsiteX35" fmla="*/ 428687 w 781175"/>
                  <a:gd name="connsiteY35" fmla="*/ 577825 h 1262401"/>
                  <a:gd name="connsiteX36" fmla="*/ 388612 w 781175"/>
                  <a:gd name="connsiteY36" fmla="*/ 544824 h 1262401"/>
                  <a:gd name="connsiteX0" fmla="*/ 518897 w 781175"/>
                  <a:gd name="connsiteY0" fmla="*/ 17880 h 1256939"/>
                  <a:gd name="connsiteX1" fmla="*/ 619334 w 781175"/>
                  <a:gd name="connsiteY1" fmla="*/ 340 h 1256939"/>
                  <a:gd name="connsiteX2" fmla="*/ 681359 w 781175"/>
                  <a:gd name="connsiteY2" fmla="*/ 39326 h 1256939"/>
                  <a:gd name="connsiteX3" fmla="*/ 757186 w 781175"/>
                  <a:gd name="connsiteY3" fmla="*/ 170418 h 1256939"/>
                  <a:gd name="connsiteX4" fmla="*/ 633136 w 781175"/>
                  <a:gd name="connsiteY4" fmla="*/ 197019 h 1256939"/>
                  <a:gd name="connsiteX5" fmla="*/ 695683 w 781175"/>
                  <a:gd name="connsiteY5" fmla="*/ 290725 h 1256939"/>
                  <a:gd name="connsiteX6" fmla="*/ 653302 w 781175"/>
                  <a:gd name="connsiteY6" fmla="*/ 618940 h 1256939"/>
                  <a:gd name="connsiteX7" fmla="*/ 781175 w 781175"/>
                  <a:gd name="connsiteY7" fmla="*/ 673266 h 1256939"/>
                  <a:gd name="connsiteX8" fmla="*/ 634009 w 781175"/>
                  <a:gd name="connsiteY8" fmla="*/ 721895 h 1256939"/>
                  <a:gd name="connsiteX9" fmla="*/ 606702 w 781175"/>
                  <a:gd name="connsiteY9" fmla="*/ 1102303 h 1256939"/>
                  <a:gd name="connsiteX10" fmla="*/ 326147 w 781175"/>
                  <a:gd name="connsiteY10" fmla="*/ 1256581 h 1256939"/>
                  <a:gd name="connsiteX11" fmla="*/ 415301 w 781175"/>
                  <a:gd name="connsiteY11" fmla="*/ 1066031 h 1256939"/>
                  <a:gd name="connsiteX12" fmla="*/ 443902 w 781175"/>
                  <a:gd name="connsiteY12" fmla="*/ 783980 h 1256939"/>
                  <a:gd name="connsiteX13" fmla="*/ 153234 w 781175"/>
                  <a:gd name="connsiteY13" fmla="*/ 892212 h 1256939"/>
                  <a:gd name="connsiteX14" fmla="*/ 82229 w 781175"/>
                  <a:gd name="connsiteY14" fmla="*/ 890217 h 1256939"/>
                  <a:gd name="connsiteX15" fmla="*/ 1996 w 781175"/>
                  <a:gd name="connsiteY15" fmla="*/ 775584 h 1256939"/>
                  <a:gd name="connsiteX16" fmla="*/ 44316 w 781175"/>
                  <a:gd name="connsiteY16" fmla="*/ 724545 h 1256939"/>
                  <a:gd name="connsiteX17" fmla="*/ 297487 w 781175"/>
                  <a:gd name="connsiteY17" fmla="*/ 623628 h 1256939"/>
                  <a:gd name="connsiteX18" fmla="*/ 218252 w 781175"/>
                  <a:gd name="connsiteY18" fmla="*/ 484140 h 1256939"/>
                  <a:gd name="connsiteX19" fmla="*/ 292665 w 781175"/>
                  <a:gd name="connsiteY19" fmla="*/ 283305 h 1256939"/>
                  <a:gd name="connsiteX20" fmla="*/ 214760 w 781175"/>
                  <a:gd name="connsiteY20" fmla="*/ 264269 h 1256939"/>
                  <a:gd name="connsiteX21" fmla="*/ 122637 w 781175"/>
                  <a:gd name="connsiteY21" fmla="*/ 116552 h 1256939"/>
                  <a:gd name="connsiteX22" fmla="*/ 518897 w 781175"/>
                  <a:gd name="connsiteY22" fmla="*/ 17880 h 1256939"/>
                  <a:gd name="connsiteX23" fmla="*/ 462443 w 781175"/>
                  <a:gd name="connsiteY23" fmla="*/ 241076 h 1256939"/>
                  <a:gd name="connsiteX24" fmla="*/ 473002 w 781175"/>
                  <a:gd name="connsiteY24" fmla="*/ 312067 h 1256939"/>
                  <a:gd name="connsiteX25" fmla="*/ 511581 w 781175"/>
                  <a:gd name="connsiteY25" fmla="*/ 326864 h 1256939"/>
                  <a:gd name="connsiteX26" fmla="*/ 528791 w 781175"/>
                  <a:gd name="connsiteY26" fmla="*/ 223952 h 1256939"/>
                  <a:gd name="connsiteX27" fmla="*/ 462443 w 781175"/>
                  <a:gd name="connsiteY27" fmla="*/ 241076 h 1256939"/>
                  <a:gd name="connsiteX28" fmla="*/ 450803 w 781175"/>
                  <a:gd name="connsiteY28" fmla="*/ 377904 h 1256939"/>
                  <a:gd name="connsiteX29" fmla="*/ 436087 w 781175"/>
                  <a:gd name="connsiteY29" fmla="*/ 419966 h 1256939"/>
                  <a:gd name="connsiteX30" fmla="*/ 464522 w 781175"/>
                  <a:gd name="connsiteY30" fmla="*/ 389957 h 1256939"/>
                  <a:gd name="connsiteX31" fmla="*/ 450803 w 781175"/>
                  <a:gd name="connsiteY31" fmla="*/ 377904 h 1256939"/>
                  <a:gd name="connsiteX32" fmla="*/ 388612 w 781175"/>
                  <a:gd name="connsiteY32" fmla="*/ 544824 h 1256939"/>
                  <a:gd name="connsiteX33" fmla="*/ 370487 w 781175"/>
                  <a:gd name="connsiteY33" fmla="*/ 597194 h 1256939"/>
                  <a:gd name="connsiteX34" fmla="*/ 428687 w 781175"/>
                  <a:gd name="connsiteY34" fmla="*/ 577825 h 1256939"/>
                  <a:gd name="connsiteX35" fmla="*/ 388612 w 781175"/>
                  <a:gd name="connsiteY35" fmla="*/ 544824 h 1256939"/>
                  <a:gd name="connsiteX0" fmla="*/ 518897 w 781175"/>
                  <a:gd name="connsiteY0" fmla="*/ 17880 h 1256939"/>
                  <a:gd name="connsiteX1" fmla="*/ 619334 w 781175"/>
                  <a:gd name="connsiteY1" fmla="*/ 340 h 1256939"/>
                  <a:gd name="connsiteX2" fmla="*/ 681359 w 781175"/>
                  <a:gd name="connsiteY2" fmla="*/ 39326 h 1256939"/>
                  <a:gd name="connsiteX3" fmla="*/ 757186 w 781175"/>
                  <a:gd name="connsiteY3" fmla="*/ 170418 h 1256939"/>
                  <a:gd name="connsiteX4" fmla="*/ 633136 w 781175"/>
                  <a:gd name="connsiteY4" fmla="*/ 197019 h 1256939"/>
                  <a:gd name="connsiteX5" fmla="*/ 695683 w 781175"/>
                  <a:gd name="connsiteY5" fmla="*/ 290725 h 1256939"/>
                  <a:gd name="connsiteX6" fmla="*/ 653302 w 781175"/>
                  <a:gd name="connsiteY6" fmla="*/ 618940 h 1256939"/>
                  <a:gd name="connsiteX7" fmla="*/ 781175 w 781175"/>
                  <a:gd name="connsiteY7" fmla="*/ 673266 h 1256939"/>
                  <a:gd name="connsiteX8" fmla="*/ 634009 w 781175"/>
                  <a:gd name="connsiteY8" fmla="*/ 721895 h 1256939"/>
                  <a:gd name="connsiteX9" fmla="*/ 606702 w 781175"/>
                  <a:gd name="connsiteY9" fmla="*/ 1102303 h 1256939"/>
                  <a:gd name="connsiteX10" fmla="*/ 326147 w 781175"/>
                  <a:gd name="connsiteY10" fmla="*/ 1256581 h 1256939"/>
                  <a:gd name="connsiteX11" fmla="*/ 415301 w 781175"/>
                  <a:gd name="connsiteY11" fmla="*/ 1066031 h 1256939"/>
                  <a:gd name="connsiteX12" fmla="*/ 443902 w 781175"/>
                  <a:gd name="connsiteY12" fmla="*/ 783980 h 1256939"/>
                  <a:gd name="connsiteX13" fmla="*/ 153234 w 781175"/>
                  <a:gd name="connsiteY13" fmla="*/ 892212 h 1256939"/>
                  <a:gd name="connsiteX14" fmla="*/ 82229 w 781175"/>
                  <a:gd name="connsiteY14" fmla="*/ 890217 h 1256939"/>
                  <a:gd name="connsiteX15" fmla="*/ 1996 w 781175"/>
                  <a:gd name="connsiteY15" fmla="*/ 775584 h 1256939"/>
                  <a:gd name="connsiteX16" fmla="*/ 44316 w 781175"/>
                  <a:gd name="connsiteY16" fmla="*/ 724545 h 1256939"/>
                  <a:gd name="connsiteX17" fmla="*/ 297487 w 781175"/>
                  <a:gd name="connsiteY17" fmla="*/ 623628 h 1256939"/>
                  <a:gd name="connsiteX18" fmla="*/ 218252 w 781175"/>
                  <a:gd name="connsiteY18" fmla="*/ 484140 h 1256939"/>
                  <a:gd name="connsiteX19" fmla="*/ 292665 w 781175"/>
                  <a:gd name="connsiteY19" fmla="*/ 283305 h 1256939"/>
                  <a:gd name="connsiteX20" fmla="*/ 214760 w 781175"/>
                  <a:gd name="connsiteY20" fmla="*/ 264269 h 1256939"/>
                  <a:gd name="connsiteX21" fmla="*/ 122637 w 781175"/>
                  <a:gd name="connsiteY21" fmla="*/ 116552 h 1256939"/>
                  <a:gd name="connsiteX22" fmla="*/ 518897 w 781175"/>
                  <a:gd name="connsiteY22" fmla="*/ 17880 h 1256939"/>
                  <a:gd name="connsiteX23" fmla="*/ 462443 w 781175"/>
                  <a:gd name="connsiteY23" fmla="*/ 241076 h 1256939"/>
                  <a:gd name="connsiteX24" fmla="*/ 473002 w 781175"/>
                  <a:gd name="connsiteY24" fmla="*/ 312067 h 1256939"/>
                  <a:gd name="connsiteX25" fmla="*/ 511581 w 781175"/>
                  <a:gd name="connsiteY25" fmla="*/ 326864 h 1256939"/>
                  <a:gd name="connsiteX26" fmla="*/ 528791 w 781175"/>
                  <a:gd name="connsiteY26" fmla="*/ 223952 h 1256939"/>
                  <a:gd name="connsiteX27" fmla="*/ 462443 w 781175"/>
                  <a:gd name="connsiteY27" fmla="*/ 241076 h 1256939"/>
                  <a:gd name="connsiteX28" fmla="*/ 450803 w 781175"/>
                  <a:gd name="connsiteY28" fmla="*/ 377904 h 1256939"/>
                  <a:gd name="connsiteX29" fmla="*/ 436087 w 781175"/>
                  <a:gd name="connsiteY29" fmla="*/ 419966 h 1256939"/>
                  <a:gd name="connsiteX30" fmla="*/ 464522 w 781175"/>
                  <a:gd name="connsiteY30" fmla="*/ 389957 h 1256939"/>
                  <a:gd name="connsiteX31" fmla="*/ 450803 w 781175"/>
                  <a:gd name="connsiteY31" fmla="*/ 377904 h 1256939"/>
                  <a:gd name="connsiteX32" fmla="*/ 388612 w 781175"/>
                  <a:gd name="connsiteY32" fmla="*/ 544824 h 1256939"/>
                  <a:gd name="connsiteX33" fmla="*/ 370487 w 781175"/>
                  <a:gd name="connsiteY33" fmla="*/ 597194 h 1256939"/>
                  <a:gd name="connsiteX34" fmla="*/ 428687 w 781175"/>
                  <a:gd name="connsiteY34" fmla="*/ 577825 h 1256939"/>
                  <a:gd name="connsiteX35" fmla="*/ 388612 w 781175"/>
                  <a:gd name="connsiteY35" fmla="*/ 544824 h 1256939"/>
                  <a:gd name="connsiteX0" fmla="*/ 518897 w 781175"/>
                  <a:gd name="connsiteY0" fmla="*/ 17880 h 1256939"/>
                  <a:gd name="connsiteX1" fmla="*/ 619334 w 781175"/>
                  <a:gd name="connsiteY1" fmla="*/ 340 h 1256939"/>
                  <a:gd name="connsiteX2" fmla="*/ 681359 w 781175"/>
                  <a:gd name="connsiteY2" fmla="*/ 39326 h 1256939"/>
                  <a:gd name="connsiteX3" fmla="*/ 757186 w 781175"/>
                  <a:gd name="connsiteY3" fmla="*/ 170418 h 1256939"/>
                  <a:gd name="connsiteX4" fmla="*/ 633136 w 781175"/>
                  <a:gd name="connsiteY4" fmla="*/ 197019 h 1256939"/>
                  <a:gd name="connsiteX5" fmla="*/ 695683 w 781175"/>
                  <a:gd name="connsiteY5" fmla="*/ 290725 h 1256939"/>
                  <a:gd name="connsiteX6" fmla="*/ 653302 w 781175"/>
                  <a:gd name="connsiteY6" fmla="*/ 618940 h 1256939"/>
                  <a:gd name="connsiteX7" fmla="*/ 781175 w 781175"/>
                  <a:gd name="connsiteY7" fmla="*/ 673266 h 1256939"/>
                  <a:gd name="connsiteX8" fmla="*/ 634009 w 781175"/>
                  <a:gd name="connsiteY8" fmla="*/ 721895 h 1256939"/>
                  <a:gd name="connsiteX9" fmla="*/ 606702 w 781175"/>
                  <a:gd name="connsiteY9" fmla="*/ 1102303 h 1256939"/>
                  <a:gd name="connsiteX10" fmla="*/ 326147 w 781175"/>
                  <a:gd name="connsiteY10" fmla="*/ 1256581 h 1256939"/>
                  <a:gd name="connsiteX11" fmla="*/ 415301 w 781175"/>
                  <a:gd name="connsiteY11" fmla="*/ 1066031 h 1256939"/>
                  <a:gd name="connsiteX12" fmla="*/ 443902 w 781175"/>
                  <a:gd name="connsiteY12" fmla="*/ 783980 h 1256939"/>
                  <a:gd name="connsiteX13" fmla="*/ 153234 w 781175"/>
                  <a:gd name="connsiteY13" fmla="*/ 892212 h 1256939"/>
                  <a:gd name="connsiteX14" fmla="*/ 82229 w 781175"/>
                  <a:gd name="connsiteY14" fmla="*/ 890217 h 1256939"/>
                  <a:gd name="connsiteX15" fmla="*/ 1996 w 781175"/>
                  <a:gd name="connsiteY15" fmla="*/ 775584 h 1256939"/>
                  <a:gd name="connsiteX16" fmla="*/ 44316 w 781175"/>
                  <a:gd name="connsiteY16" fmla="*/ 724545 h 1256939"/>
                  <a:gd name="connsiteX17" fmla="*/ 297487 w 781175"/>
                  <a:gd name="connsiteY17" fmla="*/ 623628 h 1256939"/>
                  <a:gd name="connsiteX18" fmla="*/ 218252 w 781175"/>
                  <a:gd name="connsiteY18" fmla="*/ 484140 h 1256939"/>
                  <a:gd name="connsiteX19" fmla="*/ 292665 w 781175"/>
                  <a:gd name="connsiteY19" fmla="*/ 283305 h 1256939"/>
                  <a:gd name="connsiteX20" fmla="*/ 214760 w 781175"/>
                  <a:gd name="connsiteY20" fmla="*/ 264269 h 1256939"/>
                  <a:gd name="connsiteX21" fmla="*/ 122637 w 781175"/>
                  <a:gd name="connsiteY21" fmla="*/ 116552 h 1256939"/>
                  <a:gd name="connsiteX22" fmla="*/ 518897 w 781175"/>
                  <a:gd name="connsiteY22" fmla="*/ 17880 h 1256939"/>
                  <a:gd name="connsiteX23" fmla="*/ 462443 w 781175"/>
                  <a:gd name="connsiteY23" fmla="*/ 241076 h 1256939"/>
                  <a:gd name="connsiteX24" fmla="*/ 473002 w 781175"/>
                  <a:gd name="connsiteY24" fmla="*/ 312067 h 1256939"/>
                  <a:gd name="connsiteX25" fmla="*/ 511581 w 781175"/>
                  <a:gd name="connsiteY25" fmla="*/ 326864 h 1256939"/>
                  <a:gd name="connsiteX26" fmla="*/ 528791 w 781175"/>
                  <a:gd name="connsiteY26" fmla="*/ 223952 h 1256939"/>
                  <a:gd name="connsiteX27" fmla="*/ 462443 w 781175"/>
                  <a:gd name="connsiteY27" fmla="*/ 241076 h 1256939"/>
                  <a:gd name="connsiteX28" fmla="*/ 450803 w 781175"/>
                  <a:gd name="connsiteY28" fmla="*/ 377904 h 1256939"/>
                  <a:gd name="connsiteX29" fmla="*/ 436087 w 781175"/>
                  <a:gd name="connsiteY29" fmla="*/ 419966 h 1256939"/>
                  <a:gd name="connsiteX30" fmla="*/ 464522 w 781175"/>
                  <a:gd name="connsiteY30" fmla="*/ 389957 h 1256939"/>
                  <a:gd name="connsiteX31" fmla="*/ 450803 w 781175"/>
                  <a:gd name="connsiteY31" fmla="*/ 377904 h 1256939"/>
                  <a:gd name="connsiteX32" fmla="*/ 388612 w 781175"/>
                  <a:gd name="connsiteY32" fmla="*/ 544824 h 1256939"/>
                  <a:gd name="connsiteX33" fmla="*/ 370487 w 781175"/>
                  <a:gd name="connsiteY33" fmla="*/ 597194 h 1256939"/>
                  <a:gd name="connsiteX34" fmla="*/ 428687 w 781175"/>
                  <a:gd name="connsiteY34" fmla="*/ 577825 h 1256939"/>
                  <a:gd name="connsiteX35" fmla="*/ 388612 w 781175"/>
                  <a:gd name="connsiteY35" fmla="*/ 544824 h 1256939"/>
                  <a:gd name="connsiteX0" fmla="*/ 518897 w 781175"/>
                  <a:gd name="connsiteY0" fmla="*/ 17880 h 1256723"/>
                  <a:gd name="connsiteX1" fmla="*/ 619334 w 781175"/>
                  <a:gd name="connsiteY1" fmla="*/ 340 h 1256723"/>
                  <a:gd name="connsiteX2" fmla="*/ 681359 w 781175"/>
                  <a:gd name="connsiteY2" fmla="*/ 39326 h 1256723"/>
                  <a:gd name="connsiteX3" fmla="*/ 757186 w 781175"/>
                  <a:gd name="connsiteY3" fmla="*/ 170418 h 1256723"/>
                  <a:gd name="connsiteX4" fmla="*/ 633136 w 781175"/>
                  <a:gd name="connsiteY4" fmla="*/ 197019 h 1256723"/>
                  <a:gd name="connsiteX5" fmla="*/ 695683 w 781175"/>
                  <a:gd name="connsiteY5" fmla="*/ 290725 h 1256723"/>
                  <a:gd name="connsiteX6" fmla="*/ 653302 w 781175"/>
                  <a:gd name="connsiteY6" fmla="*/ 618940 h 1256723"/>
                  <a:gd name="connsiteX7" fmla="*/ 781175 w 781175"/>
                  <a:gd name="connsiteY7" fmla="*/ 673266 h 1256723"/>
                  <a:gd name="connsiteX8" fmla="*/ 634009 w 781175"/>
                  <a:gd name="connsiteY8" fmla="*/ 721895 h 1256723"/>
                  <a:gd name="connsiteX9" fmla="*/ 606702 w 781175"/>
                  <a:gd name="connsiteY9" fmla="*/ 1102303 h 1256723"/>
                  <a:gd name="connsiteX10" fmla="*/ 326147 w 781175"/>
                  <a:gd name="connsiteY10" fmla="*/ 1256581 h 1256723"/>
                  <a:gd name="connsiteX11" fmla="*/ 415301 w 781175"/>
                  <a:gd name="connsiteY11" fmla="*/ 1066031 h 1256723"/>
                  <a:gd name="connsiteX12" fmla="*/ 443902 w 781175"/>
                  <a:gd name="connsiteY12" fmla="*/ 783980 h 1256723"/>
                  <a:gd name="connsiteX13" fmla="*/ 153234 w 781175"/>
                  <a:gd name="connsiteY13" fmla="*/ 892212 h 1256723"/>
                  <a:gd name="connsiteX14" fmla="*/ 82229 w 781175"/>
                  <a:gd name="connsiteY14" fmla="*/ 890217 h 1256723"/>
                  <a:gd name="connsiteX15" fmla="*/ 1996 w 781175"/>
                  <a:gd name="connsiteY15" fmla="*/ 775584 h 1256723"/>
                  <a:gd name="connsiteX16" fmla="*/ 44316 w 781175"/>
                  <a:gd name="connsiteY16" fmla="*/ 724545 h 1256723"/>
                  <a:gd name="connsiteX17" fmla="*/ 297487 w 781175"/>
                  <a:gd name="connsiteY17" fmla="*/ 623628 h 1256723"/>
                  <a:gd name="connsiteX18" fmla="*/ 218252 w 781175"/>
                  <a:gd name="connsiteY18" fmla="*/ 484140 h 1256723"/>
                  <a:gd name="connsiteX19" fmla="*/ 292665 w 781175"/>
                  <a:gd name="connsiteY19" fmla="*/ 283305 h 1256723"/>
                  <a:gd name="connsiteX20" fmla="*/ 214760 w 781175"/>
                  <a:gd name="connsiteY20" fmla="*/ 264269 h 1256723"/>
                  <a:gd name="connsiteX21" fmla="*/ 122637 w 781175"/>
                  <a:gd name="connsiteY21" fmla="*/ 116552 h 1256723"/>
                  <a:gd name="connsiteX22" fmla="*/ 518897 w 781175"/>
                  <a:gd name="connsiteY22" fmla="*/ 17880 h 1256723"/>
                  <a:gd name="connsiteX23" fmla="*/ 462443 w 781175"/>
                  <a:gd name="connsiteY23" fmla="*/ 241076 h 1256723"/>
                  <a:gd name="connsiteX24" fmla="*/ 473002 w 781175"/>
                  <a:gd name="connsiteY24" fmla="*/ 312067 h 1256723"/>
                  <a:gd name="connsiteX25" fmla="*/ 511581 w 781175"/>
                  <a:gd name="connsiteY25" fmla="*/ 326864 h 1256723"/>
                  <a:gd name="connsiteX26" fmla="*/ 528791 w 781175"/>
                  <a:gd name="connsiteY26" fmla="*/ 223952 h 1256723"/>
                  <a:gd name="connsiteX27" fmla="*/ 462443 w 781175"/>
                  <a:gd name="connsiteY27" fmla="*/ 241076 h 1256723"/>
                  <a:gd name="connsiteX28" fmla="*/ 450803 w 781175"/>
                  <a:gd name="connsiteY28" fmla="*/ 377904 h 1256723"/>
                  <a:gd name="connsiteX29" fmla="*/ 436087 w 781175"/>
                  <a:gd name="connsiteY29" fmla="*/ 419966 h 1256723"/>
                  <a:gd name="connsiteX30" fmla="*/ 464522 w 781175"/>
                  <a:gd name="connsiteY30" fmla="*/ 389957 h 1256723"/>
                  <a:gd name="connsiteX31" fmla="*/ 450803 w 781175"/>
                  <a:gd name="connsiteY31" fmla="*/ 377904 h 1256723"/>
                  <a:gd name="connsiteX32" fmla="*/ 388612 w 781175"/>
                  <a:gd name="connsiteY32" fmla="*/ 544824 h 1256723"/>
                  <a:gd name="connsiteX33" fmla="*/ 370487 w 781175"/>
                  <a:gd name="connsiteY33" fmla="*/ 597194 h 1256723"/>
                  <a:gd name="connsiteX34" fmla="*/ 428687 w 781175"/>
                  <a:gd name="connsiteY34" fmla="*/ 577825 h 1256723"/>
                  <a:gd name="connsiteX35" fmla="*/ 388612 w 781175"/>
                  <a:gd name="connsiteY35" fmla="*/ 544824 h 1256723"/>
                  <a:gd name="connsiteX0" fmla="*/ 518897 w 781175"/>
                  <a:gd name="connsiteY0" fmla="*/ 17880 h 1256886"/>
                  <a:gd name="connsiteX1" fmla="*/ 619334 w 781175"/>
                  <a:gd name="connsiteY1" fmla="*/ 340 h 1256886"/>
                  <a:gd name="connsiteX2" fmla="*/ 681359 w 781175"/>
                  <a:gd name="connsiteY2" fmla="*/ 39326 h 1256886"/>
                  <a:gd name="connsiteX3" fmla="*/ 757186 w 781175"/>
                  <a:gd name="connsiteY3" fmla="*/ 170418 h 1256886"/>
                  <a:gd name="connsiteX4" fmla="*/ 633136 w 781175"/>
                  <a:gd name="connsiteY4" fmla="*/ 197019 h 1256886"/>
                  <a:gd name="connsiteX5" fmla="*/ 695683 w 781175"/>
                  <a:gd name="connsiteY5" fmla="*/ 290725 h 1256886"/>
                  <a:gd name="connsiteX6" fmla="*/ 653302 w 781175"/>
                  <a:gd name="connsiteY6" fmla="*/ 618940 h 1256886"/>
                  <a:gd name="connsiteX7" fmla="*/ 781175 w 781175"/>
                  <a:gd name="connsiteY7" fmla="*/ 673266 h 1256886"/>
                  <a:gd name="connsiteX8" fmla="*/ 634009 w 781175"/>
                  <a:gd name="connsiteY8" fmla="*/ 721895 h 1256886"/>
                  <a:gd name="connsiteX9" fmla="*/ 598988 w 781175"/>
                  <a:gd name="connsiteY9" fmla="*/ 1204517 h 1256886"/>
                  <a:gd name="connsiteX10" fmla="*/ 326147 w 781175"/>
                  <a:gd name="connsiteY10" fmla="*/ 1256581 h 1256886"/>
                  <a:gd name="connsiteX11" fmla="*/ 415301 w 781175"/>
                  <a:gd name="connsiteY11" fmla="*/ 1066031 h 1256886"/>
                  <a:gd name="connsiteX12" fmla="*/ 443902 w 781175"/>
                  <a:gd name="connsiteY12" fmla="*/ 783980 h 1256886"/>
                  <a:gd name="connsiteX13" fmla="*/ 153234 w 781175"/>
                  <a:gd name="connsiteY13" fmla="*/ 892212 h 1256886"/>
                  <a:gd name="connsiteX14" fmla="*/ 82229 w 781175"/>
                  <a:gd name="connsiteY14" fmla="*/ 890217 h 1256886"/>
                  <a:gd name="connsiteX15" fmla="*/ 1996 w 781175"/>
                  <a:gd name="connsiteY15" fmla="*/ 775584 h 1256886"/>
                  <a:gd name="connsiteX16" fmla="*/ 44316 w 781175"/>
                  <a:gd name="connsiteY16" fmla="*/ 724545 h 1256886"/>
                  <a:gd name="connsiteX17" fmla="*/ 297487 w 781175"/>
                  <a:gd name="connsiteY17" fmla="*/ 623628 h 1256886"/>
                  <a:gd name="connsiteX18" fmla="*/ 218252 w 781175"/>
                  <a:gd name="connsiteY18" fmla="*/ 484140 h 1256886"/>
                  <a:gd name="connsiteX19" fmla="*/ 292665 w 781175"/>
                  <a:gd name="connsiteY19" fmla="*/ 283305 h 1256886"/>
                  <a:gd name="connsiteX20" fmla="*/ 214760 w 781175"/>
                  <a:gd name="connsiteY20" fmla="*/ 264269 h 1256886"/>
                  <a:gd name="connsiteX21" fmla="*/ 122637 w 781175"/>
                  <a:gd name="connsiteY21" fmla="*/ 116552 h 1256886"/>
                  <a:gd name="connsiteX22" fmla="*/ 518897 w 781175"/>
                  <a:gd name="connsiteY22" fmla="*/ 17880 h 1256886"/>
                  <a:gd name="connsiteX23" fmla="*/ 462443 w 781175"/>
                  <a:gd name="connsiteY23" fmla="*/ 241076 h 1256886"/>
                  <a:gd name="connsiteX24" fmla="*/ 473002 w 781175"/>
                  <a:gd name="connsiteY24" fmla="*/ 312067 h 1256886"/>
                  <a:gd name="connsiteX25" fmla="*/ 511581 w 781175"/>
                  <a:gd name="connsiteY25" fmla="*/ 326864 h 1256886"/>
                  <a:gd name="connsiteX26" fmla="*/ 528791 w 781175"/>
                  <a:gd name="connsiteY26" fmla="*/ 223952 h 1256886"/>
                  <a:gd name="connsiteX27" fmla="*/ 462443 w 781175"/>
                  <a:gd name="connsiteY27" fmla="*/ 241076 h 1256886"/>
                  <a:gd name="connsiteX28" fmla="*/ 450803 w 781175"/>
                  <a:gd name="connsiteY28" fmla="*/ 377904 h 1256886"/>
                  <a:gd name="connsiteX29" fmla="*/ 436087 w 781175"/>
                  <a:gd name="connsiteY29" fmla="*/ 419966 h 1256886"/>
                  <a:gd name="connsiteX30" fmla="*/ 464522 w 781175"/>
                  <a:gd name="connsiteY30" fmla="*/ 389957 h 1256886"/>
                  <a:gd name="connsiteX31" fmla="*/ 450803 w 781175"/>
                  <a:gd name="connsiteY31" fmla="*/ 377904 h 1256886"/>
                  <a:gd name="connsiteX32" fmla="*/ 388612 w 781175"/>
                  <a:gd name="connsiteY32" fmla="*/ 544824 h 1256886"/>
                  <a:gd name="connsiteX33" fmla="*/ 370487 w 781175"/>
                  <a:gd name="connsiteY33" fmla="*/ 597194 h 1256886"/>
                  <a:gd name="connsiteX34" fmla="*/ 428687 w 781175"/>
                  <a:gd name="connsiteY34" fmla="*/ 577825 h 1256886"/>
                  <a:gd name="connsiteX35" fmla="*/ 388612 w 781175"/>
                  <a:gd name="connsiteY35" fmla="*/ 544824 h 1256886"/>
                  <a:gd name="connsiteX0" fmla="*/ 518897 w 781175"/>
                  <a:gd name="connsiteY0" fmla="*/ 17880 h 1259565"/>
                  <a:gd name="connsiteX1" fmla="*/ 619334 w 781175"/>
                  <a:gd name="connsiteY1" fmla="*/ 340 h 1259565"/>
                  <a:gd name="connsiteX2" fmla="*/ 681359 w 781175"/>
                  <a:gd name="connsiteY2" fmla="*/ 39326 h 1259565"/>
                  <a:gd name="connsiteX3" fmla="*/ 757186 w 781175"/>
                  <a:gd name="connsiteY3" fmla="*/ 170418 h 1259565"/>
                  <a:gd name="connsiteX4" fmla="*/ 633136 w 781175"/>
                  <a:gd name="connsiteY4" fmla="*/ 197019 h 1259565"/>
                  <a:gd name="connsiteX5" fmla="*/ 695683 w 781175"/>
                  <a:gd name="connsiteY5" fmla="*/ 290725 h 1259565"/>
                  <a:gd name="connsiteX6" fmla="*/ 653302 w 781175"/>
                  <a:gd name="connsiteY6" fmla="*/ 618940 h 1259565"/>
                  <a:gd name="connsiteX7" fmla="*/ 781175 w 781175"/>
                  <a:gd name="connsiteY7" fmla="*/ 673266 h 1259565"/>
                  <a:gd name="connsiteX8" fmla="*/ 634009 w 781175"/>
                  <a:gd name="connsiteY8" fmla="*/ 721895 h 1259565"/>
                  <a:gd name="connsiteX9" fmla="*/ 598988 w 781175"/>
                  <a:gd name="connsiteY9" fmla="*/ 1204517 h 1259565"/>
                  <a:gd name="connsiteX10" fmla="*/ 326147 w 781175"/>
                  <a:gd name="connsiteY10" fmla="*/ 1256581 h 1259565"/>
                  <a:gd name="connsiteX11" fmla="*/ 415301 w 781175"/>
                  <a:gd name="connsiteY11" fmla="*/ 1066031 h 1259565"/>
                  <a:gd name="connsiteX12" fmla="*/ 443902 w 781175"/>
                  <a:gd name="connsiteY12" fmla="*/ 783980 h 1259565"/>
                  <a:gd name="connsiteX13" fmla="*/ 153234 w 781175"/>
                  <a:gd name="connsiteY13" fmla="*/ 892212 h 1259565"/>
                  <a:gd name="connsiteX14" fmla="*/ 82229 w 781175"/>
                  <a:gd name="connsiteY14" fmla="*/ 890217 h 1259565"/>
                  <a:gd name="connsiteX15" fmla="*/ 1996 w 781175"/>
                  <a:gd name="connsiteY15" fmla="*/ 775584 h 1259565"/>
                  <a:gd name="connsiteX16" fmla="*/ 44316 w 781175"/>
                  <a:gd name="connsiteY16" fmla="*/ 724545 h 1259565"/>
                  <a:gd name="connsiteX17" fmla="*/ 297487 w 781175"/>
                  <a:gd name="connsiteY17" fmla="*/ 623628 h 1259565"/>
                  <a:gd name="connsiteX18" fmla="*/ 218252 w 781175"/>
                  <a:gd name="connsiteY18" fmla="*/ 484140 h 1259565"/>
                  <a:gd name="connsiteX19" fmla="*/ 292665 w 781175"/>
                  <a:gd name="connsiteY19" fmla="*/ 283305 h 1259565"/>
                  <a:gd name="connsiteX20" fmla="*/ 214760 w 781175"/>
                  <a:gd name="connsiteY20" fmla="*/ 264269 h 1259565"/>
                  <a:gd name="connsiteX21" fmla="*/ 122637 w 781175"/>
                  <a:gd name="connsiteY21" fmla="*/ 116552 h 1259565"/>
                  <a:gd name="connsiteX22" fmla="*/ 518897 w 781175"/>
                  <a:gd name="connsiteY22" fmla="*/ 17880 h 1259565"/>
                  <a:gd name="connsiteX23" fmla="*/ 462443 w 781175"/>
                  <a:gd name="connsiteY23" fmla="*/ 241076 h 1259565"/>
                  <a:gd name="connsiteX24" fmla="*/ 473002 w 781175"/>
                  <a:gd name="connsiteY24" fmla="*/ 312067 h 1259565"/>
                  <a:gd name="connsiteX25" fmla="*/ 511581 w 781175"/>
                  <a:gd name="connsiteY25" fmla="*/ 326864 h 1259565"/>
                  <a:gd name="connsiteX26" fmla="*/ 528791 w 781175"/>
                  <a:gd name="connsiteY26" fmla="*/ 223952 h 1259565"/>
                  <a:gd name="connsiteX27" fmla="*/ 462443 w 781175"/>
                  <a:gd name="connsiteY27" fmla="*/ 241076 h 1259565"/>
                  <a:gd name="connsiteX28" fmla="*/ 450803 w 781175"/>
                  <a:gd name="connsiteY28" fmla="*/ 377904 h 1259565"/>
                  <a:gd name="connsiteX29" fmla="*/ 436087 w 781175"/>
                  <a:gd name="connsiteY29" fmla="*/ 419966 h 1259565"/>
                  <a:gd name="connsiteX30" fmla="*/ 464522 w 781175"/>
                  <a:gd name="connsiteY30" fmla="*/ 389957 h 1259565"/>
                  <a:gd name="connsiteX31" fmla="*/ 450803 w 781175"/>
                  <a:gd name="connsiteY31" fmla="*/ 377904 h 1259565"/>
                  <a:gd name="connsiteX32" fmla="*/ 388612 w 781175"/>
                  <a:gd name="connsiteY32" fmla="*/ 544824 h 1259565"/>
                  <a:gd name="connsiteX33" fmla="*/ 370487 w 781175"/>
                  <a:gd name="connsiteY33" fmla="*/ 597194 h 1259565"/>
                  <a:gd name="connsiteX34" fmla="*/ 428687 w 781175"/>
                  <a:gd name="connsiteY34" fmla="*/ 577825 h 1259565"/>
                  <a:gd name="connsiteX35" fmla="*/ 388612 w 781175"/>
                  <a:gd name="connsiteY35" fmla="*/ 544824 h 1259565"/>
                  <a:gd name="connsiteX0" fmla="*/ 518897 w 781175"/>
                  <a:gd name="connsiteY0" fmla="*/ 17880 h 1236606"/>
                  <a:gd name="connsiteX1" fmla="*/ 619334 w 781175"/>
                  <a:gd name="connsiteY1" fmla="*/ 340 h 1236606"/>
                  <a:gd name="connsiteX2" fmla="*/ 681359 w 781175"/>
                  <a:gd name="connsiteY2" fmla="*/ 39326 h 1236606"/>
                  <a:gd name="connsiteX3" fmla="*/ 757186 w 781175"/>
                  <a:gd name="connsiteY3" fmla="*/ 170418 h 1236606"/>
                  <a:gd name="connsiteX4" fmla="*/ 633136 w 781175"/>
                  <a:gd name="connsiteY4" fmla="*/ 197019 h 1236606"/>
                  <a:gd name="connsiteX5" fmla="*/ 695683 w 781175"/>
                  <a:gd name="connsiteY5" fmla="*/ 290725 h 1236606"/>
                  <a:gd name="connsiteX6" fmla="*/ 653302 w 781175"/>
                  <a:gd name="connsiteY6" fmla="*/ 618940 h 1236606"/>
                  <a:gd name="connsiteX7" fmla="*/ 781175 w 781175"/>
                  <a:gd name="connsiteY7" fmla="*/ 673266 h 1236606"/>
                  <a:gd name="connsiteX8" fmla="*/ 634009 w 781175"/>
                  <a:gd name="connsiteY8" fmla="*/ 721895 h 1236606"/>
                  <a:gd name="connsiteX9" fmla="*/ 598988 w 781175"/>
                  <a:gd name="connsiteY9" fmla="*/ 1204517 h 1236606"/>
                  <a:gd name="connsiteX10" fmla="*/ 324219 w 781175"/>
                  <a:gd name="connsiteY10" fmla="*/ 1216081 h 1236606"/>
                  <a:gd name="connsiteX11" fmla="*/ 415301 w 781175"/>
                  <a:gd name="connsiteY11" fmla="*/ 1066031 h 1236606"/>
                  <a:gd name="connsiteX12" fmla="*/ 443902 w 781175"/>
                  <a:gd name="connsiteY12" fmla="*/ 783980 h 1236606"/>
                  <a:gd name="connsiteX13" fmla="*/ 153234 w 781175"/>
                  <a:gd name="connsiteY13" fmla="*/ 892212 h 1236606"/>
                  <a:gd name="connsiteX14" fmla="*/ 82229 w 781175"/>
                  <a:gd name="connsiteY14" fmla="*/ 890217 h 1236606"/>
                  <a:gd name="connsiteX15" fmla="*/ 1996 w 781175"/>
                  <a:gd name="connsiteY15" fmla="*/ 775584 h 1236606"/>
                  <a:gd name="connsiteX16" fmla="*/ 44316 w 781175"/>
                  <a:gd name="connsiteY16" fmla="*/ 724545 h 1236606"/>
                  <a:gd name="connsiteX17" fmla="*/ 297487 w 781175"/>
                  <a:gd name="connsiteY17" fmla="*/ 623628 h 1236606"/>
                  <a:gd name="connsiteX18" fmla="*/ 218252 w 781175"/>
                  <a:gd name="connsiteY18" fmla="*/ 484140 h 1236606"/>
                  <a:gd name="connsiteX19" fmla="*/ 292665 w 781175"/>
                  <a:gd name="connsiteY19" fmla="*/ 283305 h 1236606"/>
                  <a:gd name="connsiteX20" fmla="*/ 214760 w 781175"/>
                  <a:gd name="connsiteY20" fmla="*/ 264269 h 1236606"/>
                  <a:gd name="connsiteX21" fmla="*/ 122637 w 781175"/>
                  <a:gd name="connsiteY21" fmla="*/ 116552 h 1236606"/>
                  <a:gd name="connsiteX22" fmla="*/ 518897 w 781175"/>
                  <a:gd name="connsiteY22" fmla="*/ 17880 h 1236606"/>
                  <a:gd name="connsiteX23" fmla="*/ 462443 w 781175"/>
                  <a:gd name="connsiteY23" fmla="*/ 241076 h 1236606"/>
                  <a:gd name="connsiteX24" fmla="*/ 473002 w 781175"/>
                  <a:gd name="connsiteY24" fmla="*/ 312067 h 1236606"/>
                  <a:gd name="connsiteX25" fmla="*/ 511581 w 781175"/>
                  <a:gd name="connsiteY25" fmla="*/ 326864 h 1236606"/>
                  <a:gd name="connsiteX26" fmla="*/ 528791 w 781175"/>
                  <a:gd name="connsiteY26" fmla="*/ 223952 h 1236606"/>
                  <a:gd name="connsiteX27" fmla="*/ 462443 w 781175"/>
                  <a:gd name="connsiteY27" fmla="*/ 241076 h 1236606"/>
                  <a:gd name="connsiteX28" fmla="*/ 450803 w 781175"/>
                  <a:gd name="connsiteY28" fmla="*/ 377904 h 1236606"/>
                  <a:gd name="connsiteX29" fmla="*/ 436087 w 781175"/>
                  <a:gd name="connsiteY29" fmla="*/ 419966 h 1236606"/>
                  <a:gd name="connsiteX30" fmla="*/ 464522 w 781175"/>
                  <a:gd name="connsiteY30" fmla="*/ 389957 h 1236606"/>
                  <a:gd name="connsiteX31" fmla="*/ 450803 w 781175"/>
                  <a:gd name="connsiteY31" fmla="*/ 377904 h 1236606"/>
                  <a:gd name="connsiteX32" fmla="*/ 388612 w 781175"/>
                  <a:gd name="connsiteY32" fmla="*/ 544824 h 1236606"/>
                  <a:gd name="connsiteX33" fmla="*/ 370487 w 781175"/>
                  <a:gd name="connsiteY33" fmla="*/ 597194 h 1236606"/>
                  <a:gd name="connsiteX34" fmla="*/ 428687 w 781175"/>
                  <a:gd name="connsiteY34" fmla="*/ 577825 h 1236606"/>
                  <a:gd name="connsiteX35" fmla="*/ 388612 w 781175"/>
                  <a:gd name="connsiteY35" fmla="*/ 544824 h 1236606"/>
                  <a:gd name="connsiteX0" fmla="*/ 518897 w 781175"/>
                  <a:gd name="connsiteY0" fmla="*/ 17880 h 1236606"/>
                  <a:gd name="connsiteX1" fmla="*/ 619334 w 781175"/>
                  <a:gd name="connsiteY1" fmla="*/ 340 h 1236606"/>
                  <a:gd name="connsiteX2" fmla="*/ 681359 w 781175"/>
                  <a:gd name="connsiteY2" fmla="*/ 39326 h 1236606"/>
                  <a:gd name="connsiteX3" fmla="*/ 757186 w 781175"/>
                  <a:gd name="connsiteY3" fmla="*/ 170418 h 1236606"/>
                  <a:gd name="connsiteX4" fmla="*/ 633136 w 781175"/>
                  <a:gd name="connsiteY4" fmla="*/ 197019 h 1236606"/>
                  <a:gd name="connsiteX5" fmla="*/ 695683 w 781175"/>
                  <a:gd name="connsiteY5" fmla="*/ 290725 h 1236606"/>
                  <a:gd name="connsiteX6" fmla="*/ 653302 w 781175"/>
                  <a:gd name="connsiteY6" fmla="*/ 618940 h 1236606"/>
                  <a:gd name="connsiteX7" fmla="*/ 781175 w 781175"/>
                  <a:gd name="connsiteY7" fmla="*/ 673266 h 1236606"/>
                  <a:gd name="connsiteX8" fmla="*/ 634009 w 781175"/>
                  <a:gd name="connsiteY8" fmla="*/ 721895 h 1236606"/>
                  <a:gd name="connsiteX9" fmla="*/ 598988 w 781175"/>
                  <a:gd name="connsiteY9" fmla="*/ 1204517 h 1236606"/>
                  <a:gd name="connsiteX10" fmla="*/ 324219 w 781175"/>
                  <a:gd name="connsiteY10" fmla="*/ 1216081 h 1236606"/>
                  <a:gd name="connsiteX11" fmla="*/ 415301 w 781175"/>
                  <a:gd name="connsiteY11" fmla="*/ 1066031 h 1236606"/>
                  <a:gd name="connsiteX12" fmla="*/ 443902 w 781175"/>
                  <a:gd name="connsiteY12" fmla="*/ 783980 h 1236606"/>
                  <a:gd name="connsiteX13" fmla="*/ 153234 w 781175"/>
                  <a:gd name="connsiteY13" fmla="*/ 892212 h 1236606"/>
                  <a:gd name="connsiteX14" fmla="*/ 82229 w 781175"/>
                  <a:gd name="connsiteY14" fmla="*/ 890217 h 1236606"/>
                  <a:gd name="connsiteX15" fmla="*/ 1996 w 781175"/>
                  <a:gd name="connsiteY15" fmla="*/ 775584 h 1236606"/>
                  <a:gd name="connsiteX16" fmla="*/ 44316 w 781175"/>
                  <a:gd name="connsiteY16" fmla="*/ 724545 h 1236606"/>
                  <a:gd name="connsiteX17" fmla="*/ 297487 w 781175"/>
                  <a:gd name="connsiteY17" fmla="*/ 623628 h 1236606"/>
                  <a:gd name="connsiteX18" fmla="*/ 218252 w 781175"/>
                  <a:gd name="connsiteY18" fmla="*/ 484140 h 1236606"/>
                  <a:gd name="connsiteX19" fmla="*/ 292665 w 781175"/>
                  <a:gd name="connsiteY19" fmla="*/ 283305 h 1236606"/>
                  <a:gd name="connsiteX20" fmla="*/ 214760 w 781175"/>
                  <a:gd name="connsiteY20" fmla="*/ 264269 h 1236606"/>
                  <a:gd name="connsiteX21" fmla="*/ 122637 w 781175"/>
                  <a:gd name="connsiteY21" fmla="*/ 116552 h 1236606"/>
                  <a:gd name="connsiteX22" fmla="*/ 518897 w 781175"/>
                  <a:gd name="connsiteY22" fmla="*/ 17880 h 1236606"/>
                  <a:gd name="connsiteX23" fmla="*/ 462443 w 781175"/>
                  <a:gd name="connsiteY23" fmla="*/ 241076 h 1236606"/>
                  <a:gd name="connsiteX24" fmla="*/ 473002 w 781175"/>
                  <a:gd name="connsiteY24" fmla="*/ 312067 h 1236606"/>
                  <a:gd name="connsiteX25" fmla="*/ 511581 w 781175"/>
                  <a:gd name="connsiteY25" fmla="*/ 326864 h 1236606"/>
                  <a:gd name="connsiteX26" fmla="*/ 528791 w 781175"/>
                  <a:gd name="connsiteY26" fmla="*/ 223952 h 1236606"/>
                  <a:gd name="connsiteX27" fmla="*/ 462443 w 781175"/>
                  <a:gd name="connsiteY27" fmla="*/ 241076 h 1236606"/>
                  <a:gd name="connsiteX28" fmla="*/ 450803 w 781175"/>
                  <a:gd name="connsiteY28" fmla="*/ 377904 h 1236606"/>
                  <a:gd name="connsiteX29" fmla="*/ 436087 w 781175"/>
                  <a:gd name="connsiteY29" fmla="*/ 419966 h 1236606"/>
                  <a:gd name="connsiteX30" fmla="*/ 464522 w 781175"/>
                  <a:gd name="connsiteY30" fmla="*/ 389957 h 1236606"/>
                  <a:gd name="connsiteX31" fmla="*/ 450803 w 781175"/>
                  <a:gd name="connsiteY31" fmla="*/ 377904 h 1236606"/>
                  <a:gd name="connsiteX32" fmla="*/ 388612 w 781175"/>
                  <a:gd name="connsiteY32" fmla="*/ 544824 h 1236606"/>
                  <a:gd name="connsiteX33" fmla="*/ 370487 w 781175"/>
                  <a:gd name="connsiteY33" fmla="*/ 597194 h 1236606"/>
                  <a:gd name="connsiteX34" fmla="*/ 428687 w 781175"/>
                  <a:gd name="connsiteY34" fmla="*/ 577825 h 1236606"/>
                  <a:gd name="connsiteX35" fmla="*/ 388612 w 781175"/>
                  <a:gd name="connsiteY35" fmla="*/ 544824 h 1236606"/>
                  <a:gd name="connsiteX0" fmla="*/ 518897 w 781175"/>
                  <a:gd name="connsiteY0" fmla="*/ 17880 h 1249883"/>
                  <a:gd name="connsiteX1" fmla="*/ 619334 w 781175"/>
                  <a:gd name="connsiteY1" fmla="*/ 340 h 1249883"/>
                  <a:gd name="connsiteX2" fmla="*/ 681359 w 781175"/>
                  <a:gd name="connsiteY2" fmla="*/ 39326 h 1249883"/>
                  <a:gd name="connsiteX3" fmla="*/ 757186 w 781175"/>
                  <a:gd name="connsiteY3" fmla="*/ 170418 h 1249883"/>
                  <a:gd name="connsiteX4" fmla="*/ 633136 w 781175"/>
                  <a:gd name="connsiteY4" fmla="*/ 197019 h 1249883"/>
                  <a:gd name="connsiteX5" fmla="*/ 695683 w 781175"/>
                  <a:gd name="connsiteY5" fmla="*/ 290725 h 1249883"/>
                  <a:gd name="connsiteX6" fmla="*/ 653302 w 781175"/>
                  <a:gd name="connsiteY6" fmla="*/ 618940 h 1249883"/>
                  <a:gd name="connsiteX7" fmla="*/ 781175 w 781175"/>
                  <a:gd name="connsiteY7" fmla="*/ 673266 h 1249883"/>
                  <a:gd name="connsiteX8" fmla="*/ 634009 w 781175"/>
                  <a:gd name="connsiteY8" fmla="*/ 721895 h 1249883"/>
                  <a:gd name="connsiteX9" fmla="*/ 598988 w 781175"/>
                  <a:gd name="connsiteY9" fmla="*/ 1204517 h 1249883"/>
                  <a:gd name="connsiteX10" fmla="*/ 324219 w 781175"/>
                  <a:gd name="connsiteY10" fmla="*/ 1216081 h 1249883"/>
                  <a:gd name="connsiteX11" fmla="*/ 415301 w 781175"/>
                  <a:gd name="connsiteY11" fmla="*/ 1066031 h 1249883"/>
                  <a:gd name="connsiteX12" fmla="*/ 443902 w 781175"/>
                  <a:gd name="connsiteY12" fmla="*/ 783980 h 1249883"/>
                  <a:gd name="connsiteX13" fmla="*/ 153234 w 781175"/>
                  <a:gd name="connsiteY13" fmla="*/ 892212 h 1249883"/>
                  <a:gd name="connsiteX14" fmla="*/ 82229 w 781175"/>
                  <a:gd name="connsiteY14" fmla="*/ 890217 h 1249883"/>
                  <a:gd name="connsiteX15" fmla="*/ 1996 w 781175"/>
                  <a:gd name="connsiteY15" fmla="*/ 775584 h 1249883"/>
                  <a:gd name="connsiteX16" fmla="*/ 44316 w 781175"/>
                  <a:gd name="connsiteY16" fmla="*/ 724545 h 1249883"/>
                  <a:gd name="connsiteX17" fmla="*/ 297487 w 781175"/>
                  <a:gd name="connsiteY17" fmla="*/ 623628 h 1249883"/>
                  <a:gd name="connsiteX18" fmla="*/ 218252 w 781175"/>
                  <a:gd name="connsiteY18" fmla="*/ 484140 h 1249883"/>
                  <a:gd name="connsiteX19" fmla="*/ 292665 w 781175"/>
                  <a:gd name="connsiteY19" fmla="*/ 283305 h 1249883"/>
                  <a:gd name="connsiteX20" fmla="*/ 214760 w 781175"/>
                  <a:gd name="connsiteY20" fmla="*/ 264269 h 1249883"/>
                  <a:gd name="connsiteX21" fmla="*/ 122637 w 781175"/>
                  <a:gd name="connsiteY21" fmla="*/ 116552 h 1249883"/>
                  <a:gd name="connsiteX22" fmla="*/ 518897 w 781175"/>
                  <a:gd name="connsiteY22" fmla="*/ 17880 h 1249883"/>
                  <a:gd name="connsiteX23" fmla="*/ 462443 w 781175"/>
                  <a:gd name="connsiteY23" fmla="*/ 241076 h 1249883"/>
                  <a:gd name="connsiteX24" fmla="*/ 473002 w 781175"/>
                  <a:gd name="connsiteY24" fmla="*/ 312067 h 1249883"/>
                  <a:gd name="connsiteX25" fmla="*/ 511581 w 781175"/>
                  <a:gd name="connsiteY25" fmla="*/ 326864 h 1249883"/>
                  <a:gd name="connsiteX26" fmla="*/ 528791 w 781175"/>
                  <a:gd name="connsiteY26" fmla="*/ 223952 h 1249883"/>
                  <a:gd name="connsiteX27" fmla="*/ 462443 w 781175"/>
                  <a:gd name="connsiteY27" fmla="*/ 241076 h 1249883"/>
                  <a:gd name="connsiteX28" fmla="*/ 450803 w 781175"/>
                  <a:gd name="connsiteY28" fmla="*/ 377904 h 1249883"/>
                  <a:gd name="connsiteX29" fmla="*/ 436087 w 781175"/>
                  <a:gd name="connsiteY29" fmla="*/ 419966 h 1249883"/>
                  <a:gd name="connsiteX30" fmla="*/ 464522 w 781175"/>
                  <a:gd name="connsiteY30" fmla="*/ 389957 h 1249883"/>
                  <a:gd name="connsiteX31" fmla="*/ 450803 w 781175"/>
                  <a:gd name="connsiteY31" fmla="*/ 377904 h 1249883"/>
                  <a:gd name="connsiteX32" fmla="*/ 388612 w 781175"/>
                  <a:gd name="connsiteY32" fmla="*/ 544824 h 1249883"/>
                  <a:gd name="connsiteX33" fmla="*/ 370487 w 781175"/>
                  <a:gd name="connsiteY33" fmla="*/ 597194 h 1249883"/>
                  <a:gd name="connsiteX34" fmla="*/ 428687 w 781175"/>
                  <a:gd name="connsiteY34" fmla="*/ 577825 h 1249883"/>
                  <a:gd name="connsiteX35" fmla="*/ 388612 w 781175"/>
                  <a:gd name="connsiteY35" fmla="*/ 544824 h 1249883"/>
                  <a:gd name="connsiteX0" fmla="*/ 518897 w 781175"/>
                  <a:gd name="connsiteY0" fmla="*/ 17880 h 1228068"/>
                  <a:gd name="connsiteX1" fmla="*/ 619334 w 781175"/>
                  <a:gd name="connsiteY1" fmla="*/ 340 h 1228068"/>
                  <a:gd name="connsiteX2" fmla="*/ 681359 w 781175"/>
                  <a:gd name="connsiteY2" fmla="*/ 39326 h 1228068"/>
                  <a:gd name="connsiteX3" fmla="*/ 757186 w 781175"/>
                  <a:gd name="connsiteY3" fmla="*/ 170418 h 1228068"/>
                  <a:gd name="connsiteX4" fmla="*/ 633136 w 781175"/>
                  <a:gd name="connsiteY4" fmla="*/ 197019 h 1228068"/>
                  <a:gd name="connsiteX5" fmla="*/ 695683 w 781175"/>
                  <a:gd name="connsiteY5" fmla="*/ 290725 h 1228068"/>
                  <a:gd name="connsiteX6" fmla="*/ 653302 w 781175"/>
                  <a:gd name="connsiteY6" fmla="*/ 618940 h 1228068"/>
                  <a:gd name="connsiteX7" fmla="*/ 781175 w 781175"/>
                  <a:gd name="connsiteY7" fmla="*/ 673266 h 1228068"/>
                  <a:gd name="connsiteX8" fmla="*/ 634009 w 781175"/>
                  <a:gd name="connsiteY8" fmla="*/ 721895 h 1228068"/>
                  <a:gd name="connsiteX9" fmla="*/ 598988 w 781175"/>
                  <a:gd name="connsiteY9" fmla="*/ 1204517 h 1228068"/>
                  <a:gd name="connsiteX10" fmla="*/ 324219 w 781175"/>
                  <a:gd name="connsiteY10" fmla="*/ 1216081 h 1228068"/>
                  <a:gd name="connsiteX11" fmla="*/ 415301 w 781175"/>
                  <a:gd name="connsiteY11" fmla="*/ 1066031 h 1228068"/>
                  <a:gd name="connsiteX12" fmla="*/ 443902 w 781175"/>
                  <a:gd name="connsiteY12" fmla="*/ 783980 h 1228068"/>
                  <a:gd name="connsiteX13" fmla="*/ 153234 w 781175"/>
                  <a:gd name="connsiteY13" fmla="*/ 892212 h 1228068"/>
                  <a:gd name="connsiteX14" fmla="*/ 82229 w 781175"/>
                  <a:gd name="connsiteY14" fmla="*/ 890217 h 1228068"/>
                  <a:gd name="connsiteX15" fmla="*/ 1996 w 781175"/>
                  <a:gd name="connsiteY15" fmla="*/ 775584 h 1228068"/>
                  <a:gd name="connsiteX16" fmla="*/ 44316 w 781175"/>
                  <a:gd name="connsiteY16" fmla="*/ 724545 h 1228068"/>
                  <a:gd name="connsiteX17" fmla="*/ 297487 w 781175"/>
                  <a:gd name="connsiteY17" fmla="*/ 623628 h 1228068"/>
                  <a:gd name="connsiteX18" fmla="*/ 218252 w 781175"/>
                  <a:gd name="connsiteY18" fmla="*/ 484140 h 1228068"/>
                  <a:gd name="connsiteX19" fmla="*/ 292665 w 781175"/>
                  <a:gd name="connsiteY19" fmla="*/ 283305 h 1228068"/>
                  <a:gd name="connsiteX20" fmla="*/ 214760 w 781175"/>
                  <a:gd name="connsiteY20" fmla="*/ 264269 h 1228068"/>
                  <a:gd name="connsiteX21" fmla="*/ 122637 w 781175"/>
                  <a:gd name="connsiteY21" fmla="*/ 116552 h 1228068"/>
                  <a:gd name="connsiteX22" fmla="*/ 518897 w 781175"/>
                  <a:gd name="connsiteY22" fmla="*/ 17880 h 1228068"/>
                  <a:gd name="connsiteX23" fmla="*/ 462443 w 781175"/>
                  <a:gd name="connsiteY23" fmla="*/ 241076 h 1228068"/>
                  <a:gd name="connsiteX24" fmla="*/ 473002 w 781175"/>
                  <a:gd name="connsiteY24" fmla="*/ 312067 h 1228068"/>
                  <a:gd name="connsiteX25" fmla="*/ 511581 w 781175"/>
                  <a:gd name="connsiteY25" fmla="*/ 326864 h 1228068"/>
                  <a:gd name="connsiteX26" fmla="*/ 528791 w 781175"/>
                  <a:gd name="connsiteY26" fmla="*/ 223952 h 1228068"/>
                  <a:gd name="connsiteX27" fmla="*/ 462443 w 781175"/>
                  <a:gd name="connsiteY27" fmla="*/ 241076 h 1228068"/>
                  <a:gd name="connsiteX28" fmla="*/ 450803 w 781175"/>
                  <a:gd name="connsiteY28" fmla="*/ 377904 h 1228068"/>
                  <a:gd name="connsiteX29" fmla="*/ 436087 w 781175"/>
                  <a:gd name="connsiteY29" fmla="*/ 419966 h 1228068"/>
                  <a:gd name="connsiteX30" fmla="*/ 464522 w 781175"/>
                  <a:gd name="connsiteY30" fmla="*/ 389957 h 1228068"/>
                  <a:gd name="connsiteX31" fmla="*/ 450803 w 781175"/>
                  <a:gd name="connsiteY31" fmla="*/ 377904 h 1228068"/>
                  <a:gd name="connsiteX32" fmla="*/ 388612 w 781175"/>
                  <a:gd name="connsiteY32" fmla="*/ 544824 h 1228068"/>
                  <a:gd name="connsiteX33" fmla="*/ 370487 w 781175"/>
                  <a:gd name="connsiteY33" fmla="*/ 597194 h 1228068"/>
                  <a:gd name="connsiteX34" fmla="*/ 428687 w 781175"/>
                  <a:gd name="connsiteY34" fmla="*/ 577825 h 1228068"/>
                  <a:gd name="connsiteX35" fmla="*/ 388612 w 781175"/>
                  <a:gd name="connsiteY35" fmla="*/ 544824 h 1228068"/>
                  <a:gd name="connsiteX0" fmla="*/ 518897 w 781175"/>
                  <a:gd name="connsiteY0" fmla="*/ 17880 h 1237415"/>
                  <a:gd name="connsiteX1" fmla="*/ 619334 w 781175"/>
                  <a:gd name="connsiteY1" fmla="*/ 340 h 1237415"/>
                  <a:gd name="connsiteX2" fmla="*/ 681359 w 781175"/>
                  <a:gd name="connsiteY2" fmla="*/ 39326 h 1237415"/>
                  <a:gd name="connsiteX3" fmla="*/ 757186 w 781175"/>
                  <a:gd name="connsiteY3" fmla="*/ 170418 h 1237415"/>
                  <a:gd name="connsiteX4" fmla="*/ 633136 w 781175"/>
                  <a:gd name="connsiteY4" fmla="*/ 197019 h 1237415"/>
                  <a:gd name="connsiteX5" fmla="*/ 695683 w 781175"/>
                  <a:gd name="connsiteY5" fmla="*/ 290725 h 1237415"/>
                  <a:gd name="connsiteX6" fmla="*/ 653302 w 781175"/>
                  <a:gd name="connsiteY6" fmla="*/ 618940 h 1237415"/>
                  <a:gd name="connsiteX7" fmla="*/ 781175 w 781175"/>
                  <a:gd name="connsiteY7" fmla="*/ 673266 h 1237415"/>
                  <a:gd name="connsiteX8" fmla="*/ 634009 w 781175"/>
                  <a:gd name="connsiteY8" fmla="*/ 721895 h 1237415"/>
                  <a:gd name="connsiteX9" fmla="*/ 598988 w 781175"/>
                  <a:gd name="connsiteY9" fmla="*/ 1204517 h 1237415"/>
                  <a:gd name="connsiteX10" fmla="*/ 324219 w 781175"/>
                  <a:gd name="connsiteY10" fmla="*/ 1216081 h 1237415"/>
                  <a:gd name="connsiteX11" fmla="*/ 415301 w 781175"/>
                  <a:gd name="connsiteY11" fmla="*/ 1066031 h 1237415"/>
                  <a:gd name="connsiteX12" fmla="*/ 443902 w 781175"/>
                  <a:gd name="connsiteY12" fmla="*/ 783980 h 1237415"/>
                  <a:gd name="connsiteX13" fmla="*/ 153234 w 781175"/>
                  <a:gd name="connsiteY13" fmla="*/ 892212 h 1237415"/>
                  <a:gd name="connsiteX14" fmla="*/ 82229 w 781175"/>
                  <a:gd name="connsiteY14" fmla="*/ 890217 h 1237415"/>
                  <a:gd name="connsiteX15" fmla="*/ 1996 w 781175"/>
                  <a:gd name="connsiteY15" fmla="*/ 775584 h 1237415"/>
                  <a:gd name="connsiteX16" fmla="*/ 44316 w 781175"/>
                  <a:gd name="connsiteY16" fmla="*/ 724545 h 1237415"/>
                  <a:gd name="connsiteX17" fmla="*/ 297487 w 781175"/>
                  <a:gd name="connsiteY17" fmla="*/ 623628 h 1237415"/>
                  <a:gd name="connsiteX18" fmla="*/ 218252 w 781175"/>
                  <a:gd name="connsiteY18" fmla="*/ 484140 h 1237415"/>
                  <a:gd name="connsiteX19" fmla="*/ 292665 w 781175"/>
                  <a:gd name="connsiteY19" fmla="*/ 283305 h 1237415"/>
                  <a:gd name="connsiteX20" fmla="*/ 214760 w 781175"/>
                  <a:gd name="connsiteY20" fmla="*/ 264269 h 1237415"/>
                  <a:gd name="connsiteX21" fmla="*/ 122637 w 781175"/>
                  <a:gd name="connsiteY21" fmla="*/ 116552 h 1237415"/>
                  <a:gd name="connsiteX22" fmla="*/ 518897 w 781175"/>
                  <a:gd name="connsiteY22" fmla="*/ 17880 h 1237415"/>
                  <a:gd name="connsiteX23" fmla="*/ 462443 w 781175"/>
                  <a:gd name="connsiteY23" fmla="*/ 241076 h 1237415"/>
                  <a:gd name="connsiteX24" fmla="*/ 473002 w 781175"/>
                  <a:gd name="connsiteY24" fmla="*/ 312067 h 1237415"/>
                  <a:gd name="connsiteX25" fmla="*/ 511581 w 781175"/>
                  <a:gd name="connsiteY25" fmla="*/ 326864 h 1237415"/>
                  <a:gd name="connsiteX26" fmla="*/ 528791 w 781175"/>
                  <a:gd name="connsiteY26" fmla="*/ 223952 h 1237415"/>
                  <a:gd name="connsiteX27" fmla="*/ 462443 w 781175"/>
                  <a:gd name="connsiteY27" fmla="*/ 241076 h 1237415"/>
                  <a:gd name="connsiteX28" fmla="*/ 450803 w 781175"/>
                  <a:gd name="connsiteY28" fmla="*/ 377904 h 1237415"/>
                  <a:gd name="connsiteX29" fmla="*/ 436087 w 781175"/>
                  <a:gd name="connsiteY29" fmla="*/ 419966 h 1237415"/>
                  <a:gd name="connsiteX30" fmla="*/ 464522 w 781175"/>
                  <a:gd name="connsiteY30" fmla="*/ 389957 h 1237415"/>
                  <a:gd name="connsiteX31" fmla="*/ 450803 w 781175"/>
                  <a:gd name="connsiteY31" fmla="*/ 377904 h 1237415"/>
                  <a:gd name="connsiteX32" fmla="*/ 388612 w 781175"/>
                  <a:gd name="connsiteY32" fmla="*/ 544824 h 1237415"/>
                  <a:gd name="connsiteX33" fmla="*/ 370487 w 781175"/>
                  <a:gd name="connsiteY33" fmla="*/ 597194 h 1237415"/>
                  <a:gd name="connsiteX34" fmla="*/ 428687 w 781175"/>
                  <a:gd name="connsiteY34" fmla="*/ 577825 h 1237415"/>
                  <a:gd name="connsiteX35" fmla="*/ 388612 w 781175"/>
                  <a:gd name="connsiteY35" fmla="*/ 544824 h 1237415"/>
                  <a:gd name="connsiteX0" fmla="*/ 518897 w 781175"/>
                  <a:gd name="connsiteY0" fmla="*/ 17880 h 1244740"/>
                  <a:gd name="connsiteX1" fmla="*/ 619334 w 781175"/>
                  <a:gd name="connsiteY1" fmla="*/ 340 h 1244740"/>
                  <a:gd name="connsiteX2" fmla="*/ 681359 w 781175"/>
                  <a:gd name="connsiteY2" fmla="*/ 39326 h 1244740"/>
                  <a:gd name="connsiteX3" fmla="*/ 757186 w 781175"/>
                  <a:gd name="connsiteY3" fmla="*/ 170418 h 1244740"/>
                  <a:gd name="connsiteX4" fmla="*/ 633136 w 781175"/>
                  <a:gd name="connsiteY4" fmla="*/ 197019 h 1244740"/>
                  <a:gd name="connsiteX5" fmla="*/ 695683 w 781175"/>
                  <a:gd name="connsiteY5" fmla="*/ 290725 h 1244740"/>
                  <a:gd name="connsiteX6" fmla="*/ 653302 w 781175"/>
                  <a:gd name="connsiteY6" fmla="*/ 618940 h 1244740"/>
                  <a:gd name="connsiteX7" fmla="*/ 781175 w 781175"/>
                  <a:gd name="connsiteY7" fmla="*/ 673266 h 1244740"/>
                  <a:gd name="connsiteX8" fmla="*/ 634009 w 781175"/>
                  <a:gd name="connsiteY8" fmla="*/ 721895 h 1244740"/>
                  <a:gd name="connsiteX9" fmla="*/ 598988 w 781175"/>
                  <a:gd name="connsiteY9" fmla="*/ 1204517 h 1244740"/>
                  <a:gd name="connsiteX10" fmla="*/ 351219 w 781175"/>
                  <a:gd name="connsiteY10" fmla="*/ 1243081 h 1244740"/>
                  <a:gd name="connsiteX11" fmla="*/ 415301 w 781175"/>
                  <a:gd name="connsiteY11" fmla="*/ 1066031 h 1244740"/>
                  <a:gd name="connsiteX12" fmla="*/ 443902 w 781175"/>
                  <a:gd name="connsiteY12" fmla="*/ 783980 h 1244740"/>
                  <a:gd name="connsiteX13" fmla="*/ 153234 w 781175"/>
                  <a:gd name="connsiteY13" fmla="*/ 892212 h 1244740"/>
                  <a:gd name="connsiteX14" fmla="*/ 82229 w 781175"/>
                  <a:gd name="connsiteY14" fmla="*/ 890217 h 1244740"/>
                  <a:gd name="connsiteX15" fmla="*/ 1996 w 781175"/>
                  <a:gd name="connsiteY15" fmla="*/ 775584 h 1244740"/>
                  <a:gd name="connsiteX16" fmla="*/ 44316 w 781175"/>
                  <a:gd name="connsiteY16" fmla="*/ 724545 h 1244740"/>
                  <a:gd name="connsiteX17" fmla="*/ 297487 w 781175"/>
                  <a:gd name="connsiteY17" fmla="*/ 623628 h 1244740"/>
                  <a:gd name="connsiteX18" fmla="*/ 218252 w 781175"/>
                  <a:gd name="connsiteY18" fmla="*/ 484140 h 1244740"/>
                  <a:gd name="connsiteX19" fmla="*/ 292665 w 781175"/>
                  <a:gd name="connsiteY19" fmla="*/ 283305 h 1244740"/>
                  <a:gd name="connsiteX20" fmla="*/ 214760 w 781175"/>
                  <a:gd name="connsiteY20" fmla="*/ 264269 h 1244740"/>
                  <a:gd name="connsiteX21" fmla="*/ 122637 w 781175"/>
                  <a:gd name="connsiteY21" fmla="*/ 116552 h 1244740"/>
                  <a:gd name="connsiteX22" fmla="*/ 518897 w 781175"/>
                  <a:gd name="connsiteY22" fmla="*/ 17880 h 1244740"/>
                  <a:gd name="connsiteX23" fmla="*/ 462443 w 781175"/>
                  <a:gd name="connsiteY23" fmla="*/ 241076 h 1244740"/>
                  <a:gd name="connsiteX24" fmla="*/ 473002 w 781175"/>
                  <a:gd name="connsiteY24" fmla="*/ 312067 h 1244740"/>
                  <a:gd name="connsiteX25" fmla="*/ 511581 w 781175"/>
                  <a:gd name="connsiteY25" fmla="*/ 326864 h 1244740"/>
                  <a:gd name="connsiteX26" fmla="*/ 528791 w 781175"/>
                  <a:gd name="connsiteY26" fmla="*/ 223952 h 1244740"/>
                  <a:gd name="connsiteX27" fmla="*/ 462443 w 781175"/>
                  <a:gd name="connsiteY27" fmla="*/ 241076 h 1244740"/>
                  <a:gd name="connsiteX28" fmla="*/ 450803 w 781175"/>
                  <a:gd name="connsiteY28" fmla="*/ 377904 h 1244740"/>
                  <a:gd name="connsiteX29" fmla="*/ 436087 w 781175"/>
                  <a:gd name="connsiteY29" fmla="*/ 419966 h 1244740"/>
                  <a:gd name="connsiteX30" fmla="*/ 464522 w 781175"/>
                  <a:gd name="connsiteY30" fmla="*/ 389957 h 1244740"/>
                  <a:gd name="connsiteX31" fmla="*/ 450803 w 781175"/>
                  <a:gd name="connsiteY31" fmla="*/ 377904 h 1244740"/>
                  <a:gd name="connsiteX32" fmla="*/ 388612 w 781175"/>
                  <a:gd name="connsiteY32" fmla="*/ 544824 h 1244740"/>
                  <a:gd name="connsiteX33" fmla="*/ 370487 w 781175"/>
                  <a:gd name="connsiteY33" fmla="*/ 597194 h 1244740"/>
                  <a:gd name="connsiteX34" fmla="*/ 428687 w 781175"/>
                  <a:gd name="connsiteY34" fmla="*/ 577825 h 1244740"/>
                  <a:gd name="connsiteX35" fmla="*/ 388612 w 781175"/>
                  <a:gd name="connsiteY35" fmla="*/ 544824 h 1244740"/>
                  <a:gd name="connsiteX0" fmla="*/ 518897 w 781175"/>
                  <a:gd name="connsiteY0" fmla="*/ 17880 h 1244740"/>
                  <a:gd name="connsiteX1" fmla="*/ 619334 w 781175"/>
                  <a:gd name="connsiteY1" fmla="*/ 340 h 1244740"/>
                  <a:gd name="connsiteX2" fmla="*/ 681359 w 781175"/>
                  <a:gd name="connsiteY2" fmla="*/ 39326 h 1244740"/>
                  <a:gd name="connsiteX3" fmla="*/ 757186 w 781175"/>
                  <a:gd name="connsiteY3" fmla="*/ 170418 h 1244740"/>
                  <a:gd name="connsiteX4" fmla="*/ 633136 w 781175"/>
                  <a:gd name="connsiteY4" fmla="*/ 197019 h 1244740"/>
                  <a:gd name="connsiteX5" fmla="*/ 695683 w 781175"/>
                  <a:gd name="connsiteY5" fmla="*/ 290725 h 1244740"/>
                  <a:gd name="connsiteX6" fmla="*/ 653302 w 781175"/>
                  <a:gd name="connsiteY6" fmla="*/ 618940 h 1244740"/>
                  <a:gd name="connsiteX7" fmla="*/ 781175 w 781175"/>
                  <a:gd name="connsiteY7" fmla="*/ 673266 h 1244740"/>
                  <a:gd name="connsiteX8" fmla="*/ 634009 w 781175"/>
                  <a:gd name="connsiteY8" fmla="*/ 721895 h 1244740"/>
                  <a:gd name="connsiteX9" fmla="*/ 598988 w 781175"/>
                  <a:gd name="connsiteY9" fmla="*/ 1204517 h 1244740"/>
                  <a:gd name="connsiteX10" fmla="*/ 351219 w 781175"/>
                  <a:gd name="connsiteY10" fmla="*/ 1243081 h 1244740"/>
                  <a:gd name="connsiteX11" fmla="*/ 415301 w 781175"/>
                  <a:gd name="connsiteY11" fmla="*/ 1066031 h 1244740"/>
                  <a:gd name="connsiteX12" fmla="*/ 443902 w 781175"/>
                  <a:gd name="connsiteY12" fmla="*/ 783980 h 1244740"/>
                  <a:gd name="connsiteX13" fmla="*/ 153234 w 781175"/>
                  <a:gd name="connsiteY13" fmla="*/ 892212 h 1244740"/>
                  <a:gd name="connsiteX14" fmla="*/ 82229 w 781175"/>
                  <a:gd name="connsiteY14" fmla="*/ 890217 h 1244740"/>
                  <a:gd name="connsiteX15" fmla="*/ 1996 w 781175"/>
                  <a:gd name="connsiteY15" fmla="*/ 775584 h 1244740"/>
                  <a:gd name="connsiteX16" fmla="*/ 44316 w 781175"/>
                  <a:gd name="connsiteY16" fmla="*/ 724545 h 1244740"/>
                  <a:gd name="connsiteX17" fmla="*/ 297487 w 781175"/>
                  <a:gd name="connsiteY17" fmla="*/ 623628 h 1244740"/>
                  <a:gd name="connsiteX18" fmla="*/ 218252 w 781175"/>
                  <a:gd name="connsiteY18" fmla="*/ 484140 h 1244740"/>
                  <a:gd name="connsiteX19" fmla="*/ 292665 w 781175"/>
                  <a:gd name="connsiteY19" fmla="*/ 283305 h 1244740"/>
                  <a:gd name="connsiteX20" fmla="*/ 214760 w 781175"/>
                  <a:gd name="connsiteY20" fmla="*/ 264269 h 1244740"/>
                  <a:gd name="connsiteX21" fmla="*/ 122637 w 781175"/>
                  <a:gd name="connsiteY21" fmla="*/ 116552 h 1244740"/>
                  <a:gd name="connsiteX22" fmla="*/ 518897 w 781175"/>
                  <a:gd name="connsiteY22" fmla="*/ 17880 h 1244740"/>
                  <a:gd name="connsiteX23" fmla="*/ 462443 w 781175"/>
                  <a:gd name="connsiteY23" fmla="*/ 241076 h 1244740"/>
                  <a:gd name="connsiteX24" fmla="*/ 473002 w 781175"/>
                  <a:gd name="connsiteY24" fmla="*/ 312067 h 1244740"/>
                  <a:gd name="connsiteX25" fmla="*/ 511581 w 781175"/>
                  <a:gd name="connsiteY25" fmla="*/ 326864 h 1244740"/>
                  <a:gd name="connsiteX26" fmla="*/ 528791 w 781175"/>
                  <a:gd name="connsiteY26" fmla="*/ 223952 h 1244740"/>
                  <a:gd name="connsiteX27" fmla="*/ 462443 w 781175"/>
                  <a:gd name="connsiteY27" fmla="*/ 241076 h 1244740"/>
                  <a:gd name="connsiteX28" fmla="*/ 450803 w 781175"/>
                  <a:gd name="connsiteY28" fmla="*/ 377904 h 1244740"/>
                  <a:gd name="connsiteX29" fmla="*/ 436087 w 781175"/>
                  <a:gd name="connsiteY29" fmla="*/ 419966 h 1244740"/>
                  <a:gd name="connsiteX30" fmla="*/ 464522 w 781175"/>
                  <a:gd name="connsiteY30" fmla="*/ 389957 h 1244740"/>
                  <a:gd name="connsiteX31" fmla="*/ 450803 w 781175"/>
                  <a:gd name="connsiteY31" fmla="*/ 377904 h 1244740"/>
                  <a:gd name="connsiteX32" fmla="*/ 388612 w 781175"/>
                  <a:gd name="connsiteY32" fmla="*/ 544824 h 1244740"/>
                  <a:gd name="connsiteX33" fmla="*/ 370487 w 781175"/>
                  <a:gd name="connsiteY33" fmla="*/ 597194 h 1244740"/>
                  <a:gd name="connsiteX34" fmla="*/ 428687 w 781175"/>
                  <a:gd name="connsiteY34" fmla="*/ 577825 h 1244740"/>
                  <a:gd name="connsiteX35" fmla="*/ 388612 w 781175"/>
                  <a:gd name="connsiteY35" fmla="*/ 544824 h 1244740"/>
                  <a:gd name="connsiteX0" fmla="*/ 518897 w 781175"/>
                  <a:gd name="connsiteY0" fmla="*/ 17880 h 1288273"/>
                  <a:gd name="connsiteX1" fmla="*/ 619334 w 781175"/>
                  <a:gd name="connsiteY1" fmla="*/ 340 h 1288273"/>
                  <a:gd name="connsiteX2" fmla="*/ 681359 w 781175"/>
                  <a:gd name="connsiteY2" fmla="*/ 39326 h 1288273"/>
                  <a:gd name="connsiteX3" fmla="*/ 757186 w 781175"/>
                  <a:gd name="connsiteY3" fmla="*/ 170418 h 1288273"/>
                  <a:gd name="connsiteX4" fmla="*/ 633136 w 781175"/>
                  <a:gd name="connsiteY4" fmla="*/ 197019 h 1288273"/>
                  <a:gd name="connsiteX5" fmla="*/ 695683 w 781175"/>
                  <a:gd name="connsiteY5" fmla="*/ 290725 h 1288273"/>
                  <a:gd name="connsiteX6" fmla="*/ 653302 w 781175"/>
                  <a:gd name="connsiteY6" fmla="*/ 618940 h 1288273"/>
                  <a:gd name="connsiteX7" fmla="*/ 781175 w 781175"/>
                  <a:gd name="connsiteY7" fmla="*/ 673266 h 1288273"/>
                  <a:gd name="connsiteX8" fmla="*/ 634009 w 781175"/>
                  <a:gd name="connsiteY8" fmla="*/ 721895 h 1288273"/>
                  <a:gd name="connsiteX9" fmla="*/ 598988 w 781175"/>
                  <a:gd name="connsiteY9" fmla="*/ 1204517 h 1288273"/>
                  <a:gd name="connsiteX10" fmla="*/ 351219 w 781175"/>
                  <a:gd name="connsiteY10" fmla="*/ 1243081 h 1288273"/>
                  <a:gd name="connsiteX11" fmla="*/ 415301 w 781175"/>
                  <a:gd name="connsiteY11" fmla="*/ 1066031 h 1288273"/>
                  <a:gd name="connsiteX12" fmla="*/ 443902 w 781175"/>
                  <a:gd name="connsiteY12" fmla="*/ 783980 h 1288273"/>
                  <a:gd name="connsiteX13" fmla="*/ 153234 w 781175"/>
                  <a:gd name="connsiteY13" fmla="*/ 892212 h 1288273"/>
                  <a:gd name="connsiteX14" fmla="*/ 82229 w 781175"/>
                  <a:gd name="connsiteY14" fmla="*/ 890217 h 1288273"/>
                  <a:gd name="connsiteX15" fmla="*/ 1996 w 781175"/>
                  <a:gd name="connsiteY15" fmla="*/ 775584 h 1288273"/>
                  <a:gd name="connsiteX16" fmla="*/ 44316 w 781175"/>
                  <a:gd name="connsiteY16" fmla="*/ 724545 h 1288273"/>
                  <a:gd name="connsiteX17" fmla="*/ 297487 w 781175"/>
                  <a:gd name="connsiteY17" fmla="*/ 623628 h 1288273"/>
                  <a:gd name="connsiteX18" fmla="*/ 218252 w 781175"/>
                  <a:gd name="connsiteY18" fmla="*/ 484140 h 1288273"/>
                  <a:gd name="connsiteX19" fmla="*/ 292665 w 781175"/>
                  <a:gd name="connsiteY19" fmla="*/ 283305 h 1288273"/>
                  <a:gd name="connsiteX20" fmla="*/ 214760 w 781175"/>
                  <a:gd name="connsiteY20" fmla="*/ 264269 h 1288273"/>
                  <a:gd name="connsiteX21" fmla="*/ 122637 w 781175"/>
                  <a:gd name="connsiteY21" fmla="*/ 116552 h 1288273"/>
                  <a:gd name="connsiteX22" fmla="*/ 518897 w 781175"/>
                  <a:gd name="connsiteY22" fmla="*/ 17880 h 1288273"/>
                  <a:gd name="connsiteX23" fmla="*/ 462443 w 781175"/>
                  <a:gd name="connsiteY23" fmla="*/ 241076 h 1288273"/>
                  <a:gd name="connsiteX24" fmla="*/ 473002 w 781175"/>
                  <a:gd name="connsiteY24" fmla="*/ 312067 h 1288273"/>
                  <a:gd name="connsiteX25" fmla="*/ 511581 w 781175"/>
                  <a:gd name="connsiteY25" fmla="*/ 326864 h 1288273"/>
                  <a:gd name="connsiteX26" fmla="*/ 528791 w 781175"/>
                  <a:gd name="connsiteY26" fmla="*/ 223952 h 1288273"/>
                  <a:gd name="connsiteX27" fmla="*/ 462443 w 781175"/>
                  <a:gd name="connsiteY27" fmla="*/ 241076 h 1288273"/>
                  <a:gd name="connsiteX28" fmla="*/ 450803 w 781175"/>
                  <a:gd name="connsiteY28" fmla="*/ 377904 h 1288273"/>
                  <a:gd name="connsiteX29" fmla="*/ 436087 w 781175"/>
                  <a:gd name="connsiteY29" fmla="*/ 419966 h 1288273"/>
                  <a:gd name="connsiteX30" fmla="*/ 464522 w 781175"/>
                  <a:gd name="connsiteY30" fmla="*/ 389957 h 1288273"/>
                  <a:gd name="connsiteX31" fmla="*/ 450803 w 781175"/>
                  <a:gd name="connsiteY31" fmla="*/ 377904 h 1288273"/>
                  <a:gd name="connsiteX32" fmla="*/ 388612 w 781175"/>
                  <a:gd name="connsiteY32" fmla="*/ 544824 h 1288273"/>
                  <a:gd name="connsiteX33" fmla="*/ 370487 w 781175"/>
                  <a:gd name="connsiteY33" fmla="*/ 597194 h 1288273"/>
                  <a:gd name="connsiteX34" fmla="*/ 428687 w 781175"/>
                  <a:gd name="connsiteY34" fmla="*/ 577825 h 1288273"/>
                  <a:gd name="connsiteX35" fmla="*/ 388612 w 781175"/>
                  <a:gd name="connsiteY35" fmla="*/ 544824 h 1288273"/>
                  <a:gd name="connsiteX0" fmla="*/ 518897 w 781175"/>
                  <a:gd name="connsiteY0" fmla="*/ 17880 h 1288273"/>
                  <a:gd name="connsiteX1" fmla="*/ 619334 w 781175"/>
                  <a:gd name="connsiteY1" fmla="*/ 340 h 1288273"/>
                  <a:gd name="connsiteX2" fmla="*/ 681359 w 781175"/>
                  <a:gd name="connsiteY2" fmla="*/ 39326 h 1288273"/>
                  <a:gd name="connsiteX3" fmla="*/ 757186 w 781175"/>
                  <a:gd name="connsiteY3" fmla="*/ 170418 h 1288273"/>
                  <a:gd name="connsiteX4" fmla="*/ 633136 w 781175"/>
                  <a:gd name="connsiteY4" fmla="*/ 197019 h 1288273"/>
                  <a:gd name="connsiteX5" fmla="*/ 695683 w 781175"/>
                  <a:gd name="connsiteY5" fmla="*/ 290725 h 1288273"/>
                  <a:gd name="connsiteX6" fmla="*/ 653302 w 781175"/>
                  <a:gd name="connsiteY6" fmla="*/ 618940 h 1288273"/>
                  <a:gd name="connsiteX7" fmla="*/ 781175 w 781175"/>
                  <a:gd name="connsiteY7" fmla="*/ 673266 h 1288273"/>
                  <a:gd name="connsiteX8" fmla="*/ 634009 w 781175"/>
                  <a:gd name="connsiteY8" fmla="*/ 721895 h 1288273"/>
                  <a:gd name="connsiteX9" fmla="*/ 598988 w 781175"/>
                  <a:gd name="connsiteY9" fmla="*/ 1204517 h 1288273"/>
                  <a:gd name="connsiteX10" fmla="*/ 382076 w 781175"/>
                  <a:gd name="connsiteY10" fmla="*/ 1243081 h 1288273"/>
                  <a:gd name="connsiteX11" fmla="*/ 415301 w 781175"/>
                  <a:gd name="connsiteY11" fmla="*/ 1066031 h 1288273"/>
                  <a:gd name="connsiteX12" fmla="*/ 443902 w 781175"/>
                  <a:gd name="connsiteY12" fmla="*/ 783980 h 1288273"/>
                  <a:gd name="connsiteX13" fmla="*/ 153234 w 781175"/>
                  <a:gd name="connsiteY13" fmla="*/ 892212 h 1288273"/>
                  <a:gd name="connsiteX14" fmla="*/ 82229 w 781175"/>
                  <a:gd name="connsiteY14" fmla="*/ 890217 h 1288273"/>
                  <a:gd name="connsiteX15" fmla="*/ 1996 w 781175"/>
                  <a:gd name="connsiteY15" fmla="*/ 775584 h 1288273"/>
                  <a:gd name="connsiteX16" fmla="*/ 44316 w 781175"/>
                  <a:gd name="connsiteY16" fmla="*/ 724545 h 1288273"/>
                  <a:gd name="connsiteX17" fmla="*/ 297487 w 781175"/>
                  <a:gd name="connsiteY17" fmla="*/ 623628 h 1288273"/>
                  <a:gd name="connsiteX18" fmla="*/ 218252 w 781175"/>
                  <a:gd name="connsiteY18" fmla="*/ 484140 h 1288273"/>
                  <a:gd name="connsiteX19" fmla="*/ 292665 w 781175"/>
                  <a:gd name="connsiteY19" fmla="*/ 283305 h 1288273"/>
                  <a:gd name="connsiteX20" fmla="*/ 214760 w 781175"/>
                  <a:gd name="connsiteY20" fmla="*/ 264269 h 1288273"/>
                  <a:gd name="connsiteX21" fmla="*/ 122637 w 781175"/>
                  <a:gd name="connsiteY21" fmla="*/ 116552 h 1288273"/>
                  <a:gd name="connsiteX22" fmla="*/ 518897 w 781175"/>
                  <a:gd name="connsiteY22" fmla="*/ 17880 h 1288273"/>
                  <a:gd name="connsiteX23" fmla="*/ 462443 w 781175"/>
                  <a:gd name="connsiteY23" fmla="*/ 241076 h 1288273"/>
                  <a:gd name="connsiteX24" fmla="*/ 473002 w 781175"/>
                  <a:gd name="connsiteY24" fmla="*/ 312067 h 1288273"/>
                  <a:gd name="connsiteX25" fmla="*/ 511581 w 781175"/>
                  <a:gd name="connsiteY25" fmla="*/ 326864 h 1288273"/>
                  <a:gd name="connsiteX26" fmla="*/ 528791 w 781175"/>
                  <a:gd name="connsiteY26" fmla="*/ 223952 h 1288273"/>
                  <a:gd name="connsiteX27" fmla="*/ 462443 w 781175"/>
                  <a:gd name="connsiteY27" fmla="*/ 241076 h 1288273"/>
                  <a:gd name="connsiteX28" fmla="*/ 450803 w 781175"/>
                  <a:gd name="connsiteY28" fmla="*/ 377904 h 1288273"/>
                  <a:gd name="connsiteX29" fmla="*/ 436087 w 781175"/>
                  <a:gd name="connsiteY29" fmla="*/ 419966 h 1288273"/>
                  <a:gd name="connsiteX30" fmla="*/ 464522 w 781175"/>
                  <a:gd name="connsiteY30" fmla="*/ 389957 h 1288273"/>
                  <a:gd name="connsiteX31" fmla="*/ 450803 w 781175"/>
                  <a:gd name="connsiteY31" fmla="*/ 377904 h 1288273"/>
                  <a:gd name="connsiteX32" fmla="*/ 388612 w 781175"/>
                  <a:gd name="connsiteY32" fmla="*/ 544824 h 1288273"/>
                  <a:gd name="connsiteX33" fmla="*/ 370487 w 781175"/>
                  <a:gd name="connsiteY33" fmla="*/ 597194 h 1288273"/>
                  <a:gd name="connsiteX34" fmla="*/ 428687 w 781175"/>
                  <a:gd name="connsiteY34" fmla="*/ 577825 h 1288273"/>
                  <a:gd name="connsiteX35" fmla="*/ 388612 w 781175"/>
                  <a:gd name="connsiteY35" fmla="*/ 544824 h 1288273"/>
                  <a:gd name="connsiteX0" fmla="*/ 518897 w 781175"/>
                  <a:gd name="connsiteY0" fmla="*/ 17880 h 1288273"/>
                  <a:gd name="connsiteX1" fmla="*/ 619334 w 781175"/>
                  <a:gd name="connsiteY1" fmla="*/ 340 h 1288273"/>
                  <a:gd name="connsiteX2" fmla="*/ 681359 w 781175"/>
                  <a:gd name="connsiteY2" fmla="*/ 39326 h 1288273"/>
                  <a:gd name="connsiteX3" fmla="*/ 757186 w 781175"/>
                  <a:gd name="connsiteY3" fmla="*/ 170418 h 1288273"/>
                  <a:gd name="connsiteX4" fmla="*/ 633136 w 781175"/>
                  <a:gd name="connsiteY4" fmla="*/ 197019 h 1288273"/>
                  <a:gd name="connsiteX5" fmla="*/ 695683 w 781175"/>
                  <a:gd name="connsiteY5" fmla="*/ 290725 h 1288273"/>
                  <a:gd name="connsiteX6" fmla="*/ 653302 w 781175"/>
                  <a:gd name="connsiteY6" fmla="*/ 618940 h 1288273"/>
                  <a:gd name="connsiteX7" fmla="*/ 781175 w 781175"/>
                  <a:gd name="connsiteY7" fmla="*/ 673266 h 1288273"/>
                  <a:gd name="connsiteX8" fmla="*/ 634009 w 781175"/>
                  <a:gd name="connsiteY8" fmla="*/ 721895 h 1288273"/>
                  <a:gd name="connsiteX9" fmla="*/ 598988 w 781175"/>
                  <a:gd name="connsiteY9" fmla="*/ 1204517 h 1288273"/>
                  <a:gd name="connsiteX10" fmla="*/ 382076 w 781175"/>
                  <a:gd name="connsiteY10" fmla="*/ 1243081 h 1288273"/>
                  <a:gd name="connsiteX11" fmla="*/ 415301 w 781175"/>
                  <a:gd name="connsiteY11" fmla="*/ 1066031 h 1288273"/>
                  <a:gd name="connsiteX12" fmla="*/ 443902 w 781175"/>
                  <a:gd name="connsiteY12" fmla="*/ 783980 h 1288273"/>
                  <a:gd name="connsiteX13" fmla="*/ 153234 w 781175"/>
                  <a:gd name="connsiteY13" fmla="*/ 892212 h 1288273"/>
                  <a:gd name="connsiteX14" fmla="*/ 82229 w 781175"/>
                  <a:gd name="connsiteY14" fmla="*/ 890217 h 1288273"/>
                  <a:gd name="connsiteX15" fmla="*/ 1996 w 781175"/>
                  <a:gd name="connsiteY15" fmla="*/ 775584 h 1288273"/>
                  <a:gd name="connsiteX16" fmla="*/ 44316 w 781175"/>
                  <a:gd name="connsiteY16" fmla="*/ 724545 h 1288273"/>
                  <a:gd name="connsiteX17" fmla="*/ 297487 w 781175"/>
                  <a:gd name="connsiteY17" fmla="*/ 623628 h 1288273"/>
                  <a:gd name="connsiteX18" fmla="*/ 218252 w 781175"/>
                  <a:gd name="connsiteY18" fmla="*/ 484140 h 1288273"/>
                  <a:gd name="connsiteX19" fmla="*/ 292665 w 781175"/>
                  <a:gd name="connsiteY19" fmla="*/ 283305 h 1288273"/>
                  <a:gd name="connsiteX20" fmla="*/ 214760 w 781175"/>
                  <a:gd name="connsiteY20" fmla="*/ 264269 h 1288273"/>
                  <a:gd name="connsiteX21" fmla="*/ 122637 w 781175"/>
                  <a:gd name="connsiteY21" fmla="*/ 116552 h 1288273"/>
                  <a:gd name="connsiteX22" fmla="*/ 518897 w 781175"/>
                  <a:gd name="connsiteY22" fmla="*/ 17880 h 1288273"/>
                  <a:gd name="connsiteX23" fmla="*/ 462443 w 781175"/>
                  <a:gd name="connsiteY23" fmla="*/ 241076 h 1288273"/>
                  <a:gd name="connsiteX24" fmla="*/ 473002 w 781175"/>
                  <a:gd name="connsiteY24" fmla="*/ 312067 h 1288273"/>
                  <a:gd name="connsiteX25" fmla="*/ 511581 w 781175"/>
                  <a:gd name="connsiteY25" fmla="*/ 326864 h 1288273"/>
                  <a:gd name="connsiteX26" fmla="*/ 528791 w 781175"/>
                  <a:gd name="connsiteY26" fmla="*/ 223952 h 1288273"/>
                  <a:gd name="connsiteX27" fmla="*/ 462443 w 781175"/>
                  <a:gd name="connsiteY27" fmla="*/ 241076 h 1288273"/>
                  <a:gd name="connsiteX28" fmla="*/ 450803 w 781175"/>
                  <a:gd name="connsiteY28" fmla="*/ 377904 h 1288273"/>
                  <a:gd name="connsiteX29" fmla="*/ 436087 w 781175"/>
                  <a:gd name="connsiteY29" fmla="*/ 419966 h 1288273"/>
                  <a:gd name="connsiteX30" fmla="*/ 464522 w 781175"/>
                  <a:gd name="connsiteY30" fmla="*/ 389957 h 1288273"/>
                  <a:gd name="connsiteX31" fmla="*/ 450803 w 781175"/>
                  <a:gd name="connsiteY31" fmla="*/ 377904 h 1288273"/>
                  <a:gd name="connsiteX32" fmla="*/ 388612 w 781175"/>
                  <a:gd name="connsiteY32" fmla="*/ 544824 h 1288273"/>
                  <a:gd name="connsiteX33" fmla="*/ 370487 w 781175"/>
                  <a:gd name="connsiteY33" fmla="*/ 597194 h 1288273"/>
                  <a:gd name="connsiteX34" fmla="*/ 428687 w 781175"/>
                  <a:gd name="connsiteY34" fmla="*/ 577825 h 1288273"/>
                  <a:gd name="connsiteX35" fmla="*/ 388612 w 781175"/>
                  <a:gd name="connsiteY35" fmla="*/ 544824 h 1288273"/>
                  <a:gd name="connsiteX0" fmla="*/ 518897 w 781175"/>
                  <a:gd name="connsiteY0" fmla="*/ 17880 h 1292482"/>
                  <a:gd name="connsiteX1" fmla="*/ 619334 w 781175"/>
                  <a:gd name="connsiteY1" fmla="*/ 340 h 1292482"/>
                  <a:gd name="connsiteX2" fmla="*/ 681359 w 781175"/>
                  <a:gd name="connsiteY2" fmla="*/ 39326 h 1292482"/>
                  <a:gd name="connsiteX3" fmla="*/ 757186 w 781175"/>
                  <a:gd name="connsiteY3" fmla="*/ 170418 h 1292482"/>
                  <a:gd name="connsiteX4" fmla="*/ 633136 w 781175"/>
                  <a:gd name="connsiteY4" fmla="*/ 197019 h 1292482"/>
                  <a:gd name="connsiteX5" fmla="*/ 695683 w 781175"/>
                  <a:gd name="connsiteY5" fmla="*/ 290725 h 1292482"/>
                  <a:gd name="connsiteX6" fmla="*/ 653302 w 781175"/>
                  <a:gd name="connsiteY6" fmla="*/ 618940 h 1292482"/>
                  <a:gd name="connsiteX7" fmla="*/ 781175 w 781175"/>
                  <a:gd name="connsiteY7" fmla="*/ 673266 h 1292482"/>
                  <a:gd name="connsiteX8" fmla="*/ 634009 w 781175"/>
                  <a:gd name="connsiteY8" fmla="*/ 721895 h 1292482"/>
                  <a:gd name="connsiteX9" fmla="*/ 598988 w 781175"/>
                  <a:gd name="connsiteY9" fmla="*/ 1204517 h 1292482"/>
                  <a:gd name="connsiteX10" fmla="*/ 382076 w 781175"/>
                  <a:gd name="connsiteY10" fmla="*/ 1243081 h 1292482"/>
                  <a:gd name="connsiteX11" fmla="*/ 415301 w 781175"/>
                  <a:gd name="connsiteY11" fmla="*/ 1066031 h 1292482"/>
                  <a:gd name="connsiteX12" fmla="*/ 443902 w 781175"/>
                  <a:gd name="connsiteY12" fmla="*/ 783980 h 1292482"/>
                  <a:gd name="connsiteX13" fmla="*/ 153234 w 781175"/>
                  <a:gd name="connsiteY13" fmla="*/ 892212 h 1292482"/>
                  <a:gd name="connsiteX14" fmla="*/ 82229 w 781175"/>
                  <a:gd name="connsiteY14" fmla="*/ 890217 h 1292482"/>
                  <a:gd name="connsiteX15" fmla="*/ 1996 w 781175"/>
                  <a:gd name="connsiteY15" fmla="*/ 775584 h 1292482"/>
                  <a:gd name="connsiteX16" fmla="*/ 44316 w 781175"/>
                  <a:gd name="connsiteY16" fmla="*/ 724545 h 1292482"/>
                  <a:gd name="connsiteX17" fmla="*/ 297487 w 781175"/>
                  <a:gd name="connsiteY17" fmla="*/ 623628 h 1292482"/>
                  <a:gd name="connsiteX18" fmla="*/ 218252 w 781175"/>
                  <a:gd name="connsiteY18" fmla="*/ 484140 h 1292482"/>
                  <a:gd name="connsiteX19" fmla="*/ 292665 w 781175"/>
                  <a:gd name="connsiteY19" fmla="*/ 283305 h 1292482"/>
                  <a:gd name="connsiteX20" fmla="*/ 214760 w 781175"/>
                  <a:gd name="connsiteY20" fmla="*/ 264269 h 1292482"/>
                  <a:gd name="connsiteX21" fmla="*/ 122637 w 781175"/>
                  <a:gd name="connsiteY21" fmla="*/ 116552 h 1292482"/>
                  <a:gd name="connsiteX22" fmla="*/ 518897 w 781175"/>
                  <a:gd name="connsiteY22" fmla="*/ 17880 h 1292482"/>
                  <a:gd name="connsiteX23" fmla="*/ 462443 w 781175"/>
                  <a:gd name="connsiteY23" fmla="*/ 241076 h 1292482"/>
                  <a:gd name="connsiteX24" fmla="*/ 473002 w 781175"/>
                  <a:gd name="connsiteY24" fmla="*/ 312067 h 1292482"/>
                  <a:gd name="connsiteX25" fmla="*/ 511581 w 781175"/>
                  <a:gd name="connsiteY25" fmla="*/ 326864 h 1292482"/>
                  <a:gd name="connsiteX26" fmla="*/ 528791 w 781175"/>
                  <a:gd name="connsiteY26" fmla="*/ 223952 h 1292482"/>
                  <a:gd name="connsiteX27" fmla="*/ 462443 w 781175"/>
                  <a:gd name="connsiteY27" fmla="*/ 241076 h 1292482"/>
                  <a:gd name="connsiteX28" fmla="*/ 450803 w 781175"/>
                  <a:gd name="connsiteY28" fmla="*/ 377904 h 1292482"/>
                  <a:gd name="connsiteX29" fmla="*/ 436087 w 781175"/>
                  <a:gd name="connsiteY29" fmla="*/ 419966 h 1292482"/>
                  <a:gd name="connsiteX30" fmla="*/ 464522 w 781175"/>
                  <a:gd name="connsiteY30" fmla="*/ 389957 h 1292482"/>
                  <a:gd name="connsiteX31" fmla="*/ 450803 w 781175"/>
                  <a:gd name="connsiteY31" fmla="*/ 377904 h 1292482"/>
                  <a:gd name="connsiteX32" fmla="*/ 388612 w 781175"/>
                  <a:gd name="connsiteY32" fmla="*/ 544824 h 1292482"/>
                  <a:gd name="connsiteX33" fmla="*/ 370487 w 781175"/>
                  <a:gd name="connsiteY33" fmla="*/ 597194 h 1292482"/>
                  <a:gd name="connsiteX34" fmla="*/ 428687 w 781175"/>
                  <a:gd name="connsiteY34" fmla="*/ 577825 h 1292482"/>
                  <a:gd name="connsiteX35" fmla="*/ 388612 w 781175"/>
                  <a:gd name="connsiteY35" fmla="*/ 544824 h 1292482"/>
                  <a:gd name="connsiteX0" fmla="*/ 518897 w 781175"/>
                  <a:gd name="connsiteY0" fmla="*/ 17880 h 1311737"/>
                  <a:gd name="connsiteX1" fmla="*/ 619334 w 781175"/>
                  <a:gd name="connsiteY1" fmla="*/ 340 h 1311737"/>
                  <a:gd name="connsiteX2" fmla="*/ 681359 w 781175"/>
                  <a:gd name="connsiteY2" fmla="*/ 39326 h 1311737"/>
                  <a:gd name="connsiteX3" fmla="*/ 757186 w 781175"/>
                  <a:gd name="connsiteY3" fmla="*/ 170418 h 1311737"/>
                  <a:gd name="connsiteX4" fmla="*/ 633136 w 781175"/>
                  <a:gd name="connsiteY4" fmla="*/ 197019 h 1311737"/>
                  <a:gd name="connsiteX5" fmla="*/ 695683 w 781175"/>
                  <a:gd name="connsiteY5" fmla="*/ 290725 h 1311737"/>
                  <a:gd name="connsiteX6" fmla="*/ 653302 w 781175"/>
                  <a:gd name="connsiteY6" fmla="*/ 618940 h 1311737"/>
                  <a:gd name="connsiteX7" fmla="*/ 781175 w 781175"/>
                  <a:gd name="connsiteY7" fmla="*/ 673266 h 1311737"/>
                  <a:gd name="connsiteX8" fmla="*/ 634009 w 781175"/>
                  <a:gd name="connsiteY8" fmla="*/ 721895 h 1311737"/>
                  <a:gd name="connsiteX9" fmla="*/ 598988 w 781175"/>
                  <a:gd name="connsiteY9" fmla="*/ 1204517 h 1311737"/>
                  <a:gd name="connsiteX10" fmla="*/ 376290 w 781175"/>
                  <a:gd name="connsiteY10" fmla="*/ 1270081 h 1311737"/>
                  <a:gd name="connsiteX11" fmla="*/ 415301 w 781175"/>
                  <a:gd name="connsiteY11" fmla="*/ 1066031 h 1311737"/>
                  <a:gd name="connsiteX12" fmla="*/ 443902 w 781175"/>
                  <a:gd name="connsiteY12" fmla="*/ 783980 h 1311737"/>
                  <a:gd name="connsiteX13" fmla="*/ 153234 w 781175"/>
                  <a:gd name="connsiteY13" fmla="*/ 892212 h 1311737"/>
                  <a:gd name="connsiteX14" fmla="*/ 82229 w 781175"/>
                  <a:gd name="connsiteY14" fmla="*/ 890217 h 1311737"/>
                  <a:gd name="connsiteX15" fmla="*/ 1996 w 781175"/>
                  <a:gd name="connsiteY15" fmla="*/ 775584 h 1311737"/>
                  <a:gd name="connsiteX16" fmla="*/ 44316 w 781175"/>
                  <a:gd name="connsiteY16" fmla="*/ 724545 h 1311737"/>
                  <a:gd name="connsiteX17" fmla="*/ 297487 w 781175"/>
                  <a:gd name="connsiteY17" fmla="*/ 623628 h 1311737"/>
                  <a:gd name="connsiteX18" fmla="*/ 218252 w 781175"/>
                  <a:gd name="connsiteY18" fmla="*/ 484140 h 1311737"/>
                  <a:gd name="connsiteX19" fmla="*/ 292665 w 781175"/>
                  <a:gd name="connsiteY19" fmla="*/ 283305 h 1311737"/>
                  <a:gd name="connsiteX20" fmla="*/ 214760 w 781175"/>
                  <a:gd name="connsiteY20" fmla="*/ 264269 h 1311737"/>
                  <a:gd name="connsiteX21" fmla="*/ 122637 w 781175"/>
                  <a:gd name="connsiteY21" fmla="*/ 116552 h 1311737"/>
                  <a:gd name="connsiteX22" fmla="*/ 518897 w 781175"/>
                  <a:gd name="connsiteY22" fmla="*/ 17880 h 1311737"/>
                  <a:gd name="connsiteX23" fmla="*/ 462443 w 781175"/>
                  <a:gd name="connsiteY23" fmla="*/ 241076 h 1311737"/>
                  <a:gd name="connsiteX24" fmla="*/ 473002 w 781175"/>
                  <a:gd name="connsiteY24" fmla="*/ 312067 h 1311737"/>
                  <a:gd name="connsiteX25" fmla="*/ 511581 w 781175"/>
                  <a:gd name="connsiteY25" fmla="*/ 326864 h 1311737"/>
                  <a:gd name="connsiteX26" fmla="*/ 528791 w 781175"/>
                  <a:gd name="connsiteY26" fmla="*/ 223952 h 1311737"/>
                  <a:gd name="connsiteX27" fmla="*/ 462443 w 781175"/>
                  <a:gd name="connsiteY27" fmla="*/ 241076 h 1311737"/>
                  <a:gd name="connsiteX28" fmla="*/ 450803 w 781175"/>
                  <a:gd name="connsiteY28" fmla="*/ 377904 h 1311737"/>
                  <a:gd name="connsiteX29" fmla="*/ 436087 w 781175"/>
                  <a:gd name="connsiteY29" fmla="*/ 419966 h 1311737"/>
                  <a:gd name="connsiteX30" fmla="*/ 464522 w 781175"/>
                  <a:gd name="connsiteY30" fmla="*/ 389957 h 1311737"/>
                  <a:gd name="connsiteX31" fmla="*/ 450803 w 781175"/>
                  <a:gd name="connsiteY31" fmla="*/ 377904 h 1311737"/>
                  <a:gd name="connsiteX32" fmla="*/ 388612 w 781175"/>
                  <a:gd name="connsiteY32" fmla="*/ 544824 h 1311737"/>
                  <a:gd name="connsiteX33" fmla="*/ 370487 w 781175"/>
                  <a:gd name="connsiteY33" fmla="*/ 597194 h 1311737"/>
                  <a:gd name="connsiteX34" fmla="*/ 428687 w 781175"/>
                  <a:gd name="connsiteY34" fmla="*/ 577825 h 1311737"/>
                  <a:gd name="connsiteX35" fmla="*/ 388612 w 781175"/>
                  <a:gd name="connsiteY35" fmla="*/ 544824 h 1311737"/>
                  <a:gd name="connsiteX0" fmla="*/ 518897 w 781175"/>
                  <a:gd name="connsiteY0" fmla="*/ 17880 h 1299107"/>
                  <a:gd name="connsiteX1" fmla="*/ 619334 w 781175"/>
                  <a:gd name="connsiteY1" fmla="*/ 340 h 1299107"/>
                  <a:gd name="connsiteX2" fmla="*/ 681359 w 781175"/>
                  <a:gd name="connsiteY2" fmla="*/ 39326 h 1299107"/>
                  <a:gd name="connsiteX3" fmla="*/ 757186 w 781175"/>
                  <a:gd name="connsiteY3" fmla="*/ 170418 h 1299107"/>
                  <a:gd name="connsiteX4" fmla="*/ 633136 w 781175"/>
                  <a:gd name="connsiteY4" fmla="*/ 197019 h 1299107"/>
                  <a:gd name="connsiteX5" fmla="*/ 695683 w 781175"/>
                  <a:gd name="connsiteY5" fmla="*/ 290725 h 1299107"/>
                  <a:gd name="connsiteX6" fmla="*/ 653302 w 781175"/>
                  <a:gd name="connsiteY6" fmla="*/ 618940 h 1299107"/>
                  <a:gd name="connsiteX7" fmla="*/ 781175 w 781175"/>
                  <a:gd name="connsiteY7" fmla="*/ 673266 h 1299107"/>
                  <a:gd name="connsiteX8" fmla="*/ 634009 w 781175"/>
                  <a:gd name="connsiteY8" fmla="*/ 721895 h 1299107"/>
                  <a:gd name="connsiteX9" fmla="*/ 598988 w 781175"/>
                  <a:gd name="connsiteY9" fmla="*/ 1204517 h 1299107"/>
                  <a:gd name="connsiteX10" fmla="*/ 333861 w 781175"/>
                  <a:gd name="connsiteY10" fmla="*/ 1252724 h 1299107"/>
                  <a:gd name="connsiteX11" fmla="*/ 415301 w 781175"/>
                  <a:gd name="connsiteY11" fmla="*/ 1066031 h 1299107"/>
                  <a:gd name="connsiteX12" fmla="*/ 443902 w 781175"/>
                  <a:gd name="connsiteY12" fmla="*/ 783980 h 1299107"/>
                  <a:gd name="connsiteX13" fmla="*/ 153234 w 781175"/>
                  <a:gd name="connsiteY13" fmla="*/ 892212 h 1299107"/>
                  <a:gd name="connsiteX14" fmla="*/ 82229 w 781175"/>
                  <a:gd name="connsiteY14" fmla="*/ 890217 h 1299107"/>
                  <a:gd name="connsiteX15" fmla="*/ 1996 w 781175"/>
                  <a:gd name="connsiteY15" fmla="*/ 775584 h 1299107"/>
                  <a:gd name="connsiteX16" fmla="*/ 44316 w 781175"/>
                  <a:gd name="connsiteY16" fmla="*/ 724545 h 1299107"/>
                  <a:gd name="connsiteX17" fmla="*/ 297487 w 781175"/>
                  <a:gd name="connsiteY17" fmla="*/ 623628 h 1299107"/>
                  <a:gd name="connsiteX18" fmla="*/ 218252 w 781175"/>
                  <a:gd name="connsiteY18" fmla="*/ 484140 h 1299107"/>
                  <a:gd name="connsiteX19" fmla="*/ 292665 w 781175"/>
                  <a:gd name="connsiteY19" fmla="*/ 283305 h 1299107"/>
                  <a:gd name="connsiteX20" fmla="*/ 214760 w 781175"/>
                  <a:gd name="connsiteY20" fmla="*/ 264269 h 1299107"/>
                  <a:gd name="connsiteX21" fmla="*/ 122637 w 781175"/>
                  <a:gd name="connsiteY21" fmla="*/ 116552 h 1299107"/>
                  <a:gd name="connsiteX22" fmla="*/ 518897 w 781175"/>
                  <a:gd name="connsiteY22" fmla="*/ 17880 h 1299107"/>
                  <a:gd name="connsiteX23" fmla="*/ 462443 w 781175"/>
                  <a:gd name="connsiteY23" fmla="*/ 241076 h 1299107"/>
                  <a:gd name="connsiteX24" fmla="*/ 473002 w 781175"/>
                  <a:gd name="connsiteY24" fmla="*/ 312067 h 1299107"/>
                  <a:gd name="connsiteX25" fmla="*/ 511581 w 781175"/>
                  <a:gd name="connsiteY25" fmla="*/ 326864 h 1299107"/>
                  <a:gd name="connsiteX26" fmla="*/ 528791 w 781175"/>
                  <a:gd name="connsiteY26" fmla="*/ 223952 h 1299107"/>
                  <a:gd name="connsiteX27" fmla="*/ 462443 w 781175"/>
                  <a:gd name="connsiteY27" fmla="*/ 241076 h 1299107"/>
                  <a:gd name="connsiteX28" fmla="*/ 450803 w 781175"/>
                  <a:gd name="connsiteY28" fmla="*/ 377904 h 1299107"/>
                  <a:gd name="connsiteX29" fmla="*/ 436087 w 781175"/>
                  <a:gd name="connsiteY29" fmla="*/ 419966 h 1299107"/>
                  <a:gd name="connsiteX30" fmla="*/ 464522 w 781175"/>
                  <a:gd name="connsiteY30" fmla="*/ 389957 h 1299107"/>
                  <a:gd name="connsiteX31" fmla="*/ 450803 w 781175"/>
                  <a:gd name="connsiteY31" fmla="*/ 377904 h 1299107"/>
                  <a:gd name="connsiteX32" fmla="*/ 388612 w 781175"/>
                  <a:gd name="connsiteY32" fmla="*/ 544824 h 1299107"/>
                  <a:gd name="connsiteX33" fmla="*/ 370487 w 781175"/>
                  <a:gd name="connsiteY33" fmla="*/ 597194 h 1299107"/>
                  <a:gd name="connsiteX34" fmla="*/ 428687 w 781175"/>
                  <a:gd name="connsiteY34" fmla="*/ 577825 h 1299107"/>
                  <a:gd name="connsiteX35" fmla="*/ 388612 w 781175"/>
                  <a:gd name="connsiteY35" fmla="*/ 544824 h 1299107"/>
                  <a:gd name="connsiteX0" fmla="*/ 518897 w 781175"/>
                  <a:gd name="connsiteY0" fmla="*/ 17880 h 1304615"/>
                  <a:gd name="connsiteX1" fmla="*/ 619334 w 781175"/>
                  <a:gd name="connsiteY1" fmla="*/ 340 h 1304615"/>
                  <a:gd name="connsiteX2" fmla="*/ 681359 w 781175"/>
                  <a:gd name="connsiteY2" fmla="*/ 39326 h 1304615"/>
                  <a:gd name="connsiteX3" fmla="*/ 757186 w 781175"/>
                  <a:gd name="connsiteY3" fmla="*/ 170418 h 1304615"/>
                  <a:gd name="connsiteX4" fmla="*/ 633136 w 781175"/>
                  <a:gd name="connsiteY4" fmla="*/ 197019 h 1304615"/>
                  <a:gd name="connsiteX5" fmla="*/ 695683 w 781175"/>
                  <a:gd name="connsiteY5" fmla="*/ 290725 h 1304615"/>
                  <a:gd name="connsiteX6" fmla="*/ 653302 w 781175"/>
                  <a:gd name="connsiteY6" fmla="*/ 618940 h 1304615"/>
                  <a:gd name="connsiteX7" fmla="*/ 781175 w 781175"/>
                  <a:gd name="connsiteY7" fmla="*/ 673266 h 1304615"/>
                  <a:gd name="connsiteX8" fmla="*/ 634009 w 781175"/>
                  <a:gd name="connsiteY8" fmla="*/ 721895 h 1304615"/>
                  <a:gd name="connsiteX9" fmla="*/ 598988 w 781175"/>
                  <a:gd name="connsiteY9" fmla="*/ 1204517 h 1304615"/>
                  <a:gd name="connsiteX10" fmla="*/ 355075 w 781175"/>
                  <a:gd name="connsiteY10" fmla="*/ 1260438 h 1304615"/>
                  <a:gd name="connsiteX11" fmla="*/ 415301 w 781175"/>
                  <a:gd name="connsiteY11" fmla="*/ 1066031 h 1304615"/>
                  <a:gd name="connsiteX12" fmla="*/ 443902 w 781175"/>
                  <a:gd name="connsiteY12" fmla="*/ 783980 h 1304615"/>
                  <a:gd name="connsiteX13" fmla="*/ 153234 w 781175"/>
                  <a:gd name="connsiteY13" fmla="*/ 892212 h 1304615"/>
                  <a:gd name="connsiteX14" fmla="*/ 82229 w 781175"/>
                  <a:gd name="connsiteY14" fmla="*/ 890217 h 1304615"/>
                  <a:gd name="connsiteX15" fmla="*/ 1996 w 781175"/>
                  <a:gd name="connsiteY15" fmla="*/ 775584 h 1304615"/>
                  <a:gd name="connsiteX16" fmla="*/ 44316 w 781175"/>
                  <a:gd name="connsiteY16" fmla="*/ 724545 h 1304615"/>
                  <a:gd name="connsiteX17" fmla="*/ 297487 w 781175"/>
                  <a:gd name="connsiteY17" fmla="*/ 623628 h 1304615"/>
                  <a:gd name="connsiteX18" fmla="*/ 218252 w 781175"/>
                  <a:gd name="connsiteY18" fmla="*/ 484140 h 1304615"/>
                  <a:gd name="connsiteX19" fmla="*/ 292665 w 781175"/>
                  <a:gd name="connsiteY19" fmla="*/ 283305 h 1304615"/>
                  <a:gd name="connsiteX20" fmla="*/ 214760 w 781175"/>
                  <a:gd name="connsiteY20" fmla="*/ 264269 h 1304615"/>
                  <a:gd name="connsiteX21" fmla="*/ 122637 w 781175"/>
                  <a:gd name="connsiteY21" fmla="*/ 116552 h 1304615"/>
                  <a:gd name="connsiteX22" fmla="*/ 518897 w 781175"/>
                  <a:gd name="connsiteY22" fmla="*/ 17880 h 1304615"/>
                  <a:gd name="connsiteX23" fmla="*/ 462443 w 781175"/>
                  <a:gd name="connsiteY23" fmla="*/ 241076 h 1304615"/>
                  <a:gd name="connsiteX24" fmla="*/ 473002 w 781175"/>
                  <a:gd name="connsiteY24" fmla="*/ 312067 h 1304615"/>
                  <a:gd name="connsiteX25" fmla="*/ 511581 w 781175"/>
                  <a:gd name="connsiteY25" fmla="*/ 326864 h 1304615"/>
                  <a:gd name="connsiteX26" fmla="*/ 528791 w 781175"/>
                  <a:gd name="connsiteY26" fmla="*/ 223952 h 1304615"/>
                  <a:gd name="connsiteX27" fmla="*/ 462443 w 781175"/>
                  <a:gd name="connsiteY27" fmla="*/ 241076 h 1304615"/>
                  <a:gd name="connsiteX28" fmla="*/ 450803 w 781175"/>
                  <a:gd name="connsiteY28" fmla="*/ 377904 h 1304615"/>
                  <a:gd name="connsiteX29" fmla="*/ 436087 w 781175"/>
                  <a:gd name="connsiteY29" fmla="*/ 419966 h 1304615"/>
                  <a:gd name="connsiteX30" fmla="*/ 464522 w 781175"/>
                  <a:gd name="connsiteY30" fmla="*/ 389957 h 1304615"/>
                  <a:gd name="connsiteX31" fmla="*/ 450803 w 781175"/>
                  <a:gd name="connsiteY31" fmla="*/ 377904 h 1304615"/>
                  <a:gd name="connsiteX32" fmla="*/ 388612 w 781175"/>
                  <a:gd name="connsiteY32" fmla="*/ 544824 h 1304615"/>
                  <a:gd name="connsiteX33" fmla="*/ 370487 w 781175"/>
                  <a:gd name="connsiteY33" fmla="*/ 597194 h 1304615"/>
                  <a:gd name="connsiteX34" fmla="*/ 428687 w 781175"/>
                  <a:gd name="connsiteY34" fmla="*/ 577825 h 1304615"/>
                  <a:gd name="connsiteX35" fmla="*/ 388612 w 781175"/>
                  <a:gd name="connsiteY35" fmla="*/ 544824 h 1304615"/>
                  <a:gd name="connsiteX0" fmla="*/ 518897 w 781175"/>
                  <a:gd name="connsiteY0" fmla="*/ 17880 h 1304615"/>
                  <a:gd name="connsiteX1" fmla="*/ 619334 w 781175"/>
                  <a:gd name="connsiteY1" fmla="*/ 340 h 1304615"/>
                  <a:gd name="connsiteX2" fmla="*/ 681359 w 781175"/>
                  <a:gd name="connsiteY2" fmla="*/ 39326 h 1304615"/>
                  <a:gd name="connsiteX3" fmla="*/ 757186 w 781175"/>
                  <a:gd name="connsiteY3" fmla="*/ 170418 h 1304615"/>
                  <a:gd name="connsiteX4" fmla="*/ 633136 w 781175"/>
                  <a:gd name="connsiteY4" fmla="*/ 197019 h 1304615"/>
                  <a:gd name="connsiteX5" fmla="*/ 695683 w 781175"/>
                  <a:gd name="connsiteY5" fmla="*/ 290725 h 1304615"/>
                  <a:gd name="connsiteX6" fmla="*/ 653302 w 781175"/>
                  <a:gd name="connsiteY6" fmla="*/ 618940 h 1304615"/>
                  <a:gd name="connsiteX7" fmla="*/ 781175 w 781175"/>
                  <a:gd name="connsiteY7" fmla="*/ 673266 h 1304615"/>
                  <a:gd name="connsiteX8" fmla="*/ 634009 w 781175"/>
                  <a:gd name="connsiteY8" fmla="*/ 721895 h 1304615"/>
                  <a:gd name="connsiteX9" fmla="*/ 598988 w 781175"/>
                  <a:gd name="connsiteY9" fmla="*/ 1204517 h 1304615"/>
                  <a:gd name="connsiteX10" fmla="*/ 355075 w 781175"/>
                  <a:gd name="connsiteY10" fmla="*/ 1260438 h 1304615"/>
                  <a:gd name="connsiteX11" fmla="*/ 415301 w 781175"/>
                  <a:gd name="connsiteY11" fmla="*/ 1066031 h 1304615"/>
                  <a:gd name="connsiteX12" fmla="*/ 443902 w 781175"/>
                  <a:gd name="connsiteY12" fmla="*/ 783980 h 1304615"/>
                  <a:gd name="connsiteX13" fmla="*/ 153234 w 781175"/>
                  <a:gd name="connsiteY13" fmla="*/ 892212 h 1304615"/>
                  <a:gd name="connsiteX14" fmla="*/ 82229 w 781175"/>
                  <a:gd name="connsiteY14" fmla="*/ 890217 h 1304615"/>
                  <a:gd name="connsiteX15" fmla="*/ 1996 w 781175"/>
                  <a:gd name="connsiteY15" fmla="*/ 775584 h 1304615"/>
                  <a:gd name="connsiteX16" fmla="*/ 44316 w 781175"/>
                  <a:gd name="connsiteY16" fmla="*/ 724545 h 1304615"/>
                  <a:gd name="connsiteX17" fmla="*/ 297487 w 781175"/>
                  <a:gd name="connsiteY17" fmla="*/ 623628 h 1304615"/>
                  <a:gd name="connsiteX18" fmla="*/ 218252 w 781175"/>
                  <a:gd name="connsiteY18" fmla="*/ 484140 h 1304615"/>
                  <a:gd name="connsiteX19" fmla="*/ 292665 w 781175"/>
                  <a:gd name="connsiteY19" fmla="*/ 283305 h 1304615"/>
                  <a:gd name="connsiteX20" fmla="*/ 214760 w 781175"/>
                  <a:gd name="connsiteY20" fmla="*/ 264269 h 1304615"/>
                  <a:gd name="connsiteX21" fmla="*/ 122637 w 781175"/>
                  <a:gd name="connsiteY21" fmla="*/ 116552 h 1304615"/>
                  <a:gd name="connsiteX22" fmla="*/ 518897 w 781175"/>
                  <a:gd name="connsiteY22" fmla="*/ 17880 h 1304615"/>
                  <a:gd name="connsiteX23" fmla="*/ 462443 w 781175"/>
                  <a:gd name="connsiteY23" fmla="*/ 241076 h 1304615"/>
                  <a:gd name="connsiteX24" fmla="*/ 473002 w 781175"/>
                  <a:gd name="connsiteY24" fmla="*/ 312067 h 1304615"/>
                  <a:gd name="connsiteX25" fmla="*/ 511581 w 781175"/>
                  <a:gd name="connsiteY25" fmla="*/ 326864 h 1304615"/>
                  <a:gd name="connsiteX26" fmla="*/ 528791 w 781175"/>
                  <a:gd name="connsiteY26" fmla="*/ 223952 h 1304615"/>
                  <a:gd name="connsiteX27" fmla="*/ 462443 w 781175"/>
                  <a:gd name="connsiteY27" fmla="*/ 241076 h 1304615"/>
                  <a:gd name="connsiteX28" fmla="*/ 450803 w 781175"/>
                  <a:gd name="connsiteY28" fmla="*/ 377904 h 1304615"/>
                  <a:gd name="connsiteX29" fmla="*/ 436087 w 781175"/>
                  <a:gd name="connsiteY29" fmla="*/ 419966 h 1304615"/>
                  <a:gd name="connsiteX30" fmla="*/ 464522 w 781175"/>
                  <a:gd name="connsiteY30" fmla="*/ 389957 h 1304615"/>
                  <a:gd name="connsiteX31" fmla="*/ 450803 w 781175"/>
                  <a:gd name="connsiteY31" fmla="*/ 377904 h 1304615"/>
                  <a:gd name="connsiteX32" fmla="*/ 388612 w 781175"/>
                  <a:gd name="connsiteY32" fmla="*/ 544824 h 1304615"/>
                  <a:gd name="connsiteX33" fmla="*/ 370487 w 781175"/>
                  <a:gd name="connsiteY33" fmla="*/ 597194 h 1304615"/>
                  <a:gd name="connsiteX34" fmla="*/ 428687 w 781175"/>
                  <a:gd name="connsiteY34" fmla="*/ 577825 h 1304615"/>
                  <a:gd name="connsiteX35" fmla="*/ 388612 w 781175"/>
                  <a:gd name="connsiteY35" fmla="*/ 544824 h 1304615"/>
                  <a:gd name="connsiteX0" fmla="*/ 518897 w 781175"/>
                  <a:gd name="connsiteY0" fmla="*/ 17880 h 1279802"/>
                  <a:gd name="connsiteX1" fmla="*/ 619334 w 781175"/>
                  <a:gd name="connsiteY1" fmla="*/ 340 h 1279802"/>
                  <a:gd name="connsiteX2" fmla="*/ 681359 w 781175"/>
                  <a:gd name="connsiteY2" fmla="*/ 39326 h 1279802"/>
                  <a:gd name="connsiteX3" fmla="*/ 757186 w 781175"/>
                  <a:gd name="connsiteY3" fmla="*/ 170418 h 1279802"/>
                  <a:gd name="connsiteX4" fmla="*/ 633136 w 781175"/>
                  <a:gd name="connsiteY4" fmla="*/ 197019 h 1279802"/>
                  <a:gd name="connsiteX5" fmla="*/ 695683 w 781175"/>
                  <a:gd name="connsiteY5" fmla="*/ 290725 h 1279802"/>
                  <a:gd name="connsiteX6" fmla="*/ 653302 w 781175"/>
                  <a:gd name="connsiteY6" fmla="*/ 618940 h 1279802"/>
                  <a:gd name="connsiteX7" fmla="*/ 781175 w 781175"/>
                  <a:gd name="connsiteY7" fmla="*/ 673266 h 1279802"/>
                  <a:gd name="connsiteX8" fmla="*/ 634009 w 781175"/>
                  <a:gd name="connsiteY8" fmla="*/ 721895 h 1279802"/>
                  <a:gd name="connsiteX9" fmla="*/ 598988 w 781175"/>
                  <a:gd name="connsiteY9" fmla="*/ 1204517 h 1279802"/>
                  <a:gd name="connsiteX10" fmla="*/ 355075 w 781175"/>
                  <a:gd name="connsiteY10" fmla="*/ 1260438 h 1279802"/>
                  <a:gd name="connsiteX11" fmla="*/ 415301 w 781175"/>
                  <a:gd name="connsiteY11" fmla="*/ 1066031 h 1279802"/>
                  <a:gd name="connsiteX12" fmla="*/ 443902 w 781175"/>
                  <a:gd name="connsiteY12" fmla="*/ 783980 h 1279802"/>
                  <a:gd name="connsiteX13" fmla="*/ 153234 w 781175"/>
                  <a:gd name="connsiteY13" fmla="*/ 892212 h 1279802"/>
                  <a:gd name="connsiteX14" fmla="*/ 82229 w 781175"/>
                  <a:gd name="connsiteY14" fmla="*/ 890217 h 1279802"/>
                  <a:gd name="connsiteX15" fmla="*/ 1996 w 781175"/>
                  <a:gd name="connsiteY15" fmla="*/ 775584 h 1279802"/>
                  <a:gd name="connsiteX16" fmla="*/ 44316 w 781175"/>
                  <a:gd name="connsiteY16" fmla="*/ 724545 h 1279802"/>
                  <a:gd name="connsiteX17" fmla="*/ 297487 w 781175"/>
                  <a:gd name="connsiteY17" fmla="*/ 623628 h 1279802"/>
                  <a:gd name="connsiteX18" fmla="*/ 218252 w 781175"/>
                  <a:gd name="connsiteY18" fmla="*/ 484140 h 1279802"/>
                  <a:gd name="connsiteX19" fmla="*/ 292665 w 781175"/>
                  <a:gd name="connsiteY19" fmla="*/ 283305 h 1279802"/>
                  <a:gd name="connsiteX20" fmla="*/ 214760 w 781175"/>
                  <a:gd name="connsiteY20" fmla="*/ 264269 h 1279802"/>
                  <a:gd name="connsiteX21" fmla="*/ 122637 w 781175"/>
                  <a:gd name="connsiteY21" fmla="*/ 116552 h 1279802"/>
                  <a:gd name="connsiteX22" fmla="*/ 518897 w 781175"/>
                  <a:gd name="connsiteY22" fmla="*/ 17880 h 1279802"/>
                  <a:gd name="connsiteX23" fmla="*/ 462443 w 781175"/>
                  <a:gd name="connsiteY23" fmla="*/ 241076 h 1279802"/>
                  <a:gd name="connsiteX24" fmla="*/ 473002 w 781175"/>
                  <a:gd name="connsiteY24" fmla="*/ 312067 h 1279802"/>
                  <a:gd name="connsiteX25" fmla="*/ 511581 w 781175"/>
                  <a:gd name="connsiteY25" fmla="*/ 326864 h 1279802"/>
                  <a:gd name="connsiteX26" fmla="*/ 528791 w 781175"/>
                  <a:gd name="connsiteY26" fmla="*/ 223952 h 1279802"/>
                  <a:gd name="connsiteX27" fmla="*/ 462443 w 781175"/>
                  <a:gd name="connsiteY27" fmla="*/ 241076 h 1279802"/>
                  <a:gd name="connsiteX28" fmla="*/ 450803 w 781175"/>
                  <a:gd name="connsiteY28" fmla="*/ 377904 h 1279802"/>
                  <a:gd name="connsiteX29" fmla="*/ 436087 w 781175"/>
                  <a:gd name="connsiteY29" fmla="*/ 419966 h 1279802"/>
                  <a:gd name="connsiteX30" fmla="*/ 464522 w 781175"/>
                  <a:gd name="connsiteY30" fmla="*/ 389957 h 1279802"/>
                  <a:gd name="connsiteX31" fmla="*/ 450803 w 781175"/>
                  <a:gd name="connsiteY31" fmla="*/ 377904 h 1279802"/>
                  <a:gd name="connsiteX32" fmla="*/ 388612 w 781175"/>
                  <a:gd name="connsiteY32" fmla="*/ 544824 h 1279802"/>
                  <a:gd name="connsiteX33" fmla="*/ 370487 w 781175"/>
                  <a:gd name="connsiteY33" fmla="*/ 597194 h 1279802"/>
                  <a:gd name="connsiteX34" fmla="*/ 428687 w 781175"/>
                  <a:gd name="connsiteY34" fmla="*/ 577825 h 1279802"/>
                  <a:gd name="connsiteX35" fmla="*/ 388612 w 781175"/>
                  <a:gd name="connsiteY35" fmla="*/ 544824 h 1279802"/>
                  <a:gd name="connsiteX0" fmla="*/ 518897 w 781175"/>
                  <a:gd name="connsiteY0" fmla="*/ 17880 h 1299506"/>
                  <a:gd name="connsiteX1" fmla="*/ 619334 w 781175"/>
                  <a:gd name="connsiteY1" fmla="*/ 340 h 1299506"/>
                  <a:gd name="connsiteX2" fmla="*/ 681359 w 781175"/>
                  <a:gd name="connsiteY2" fmla="*/ 39326 h 1299506"/>
                  <a:gd name="connsiteX3" fmla="*/ 757186 w 781175"/>
                  <a:gd name="connsiteY3" fmla="*/ 170418 h 1299506"/>
                  <a:gd name="connsiteX4" fmla="*/ 633136 w 781175"/>
                  <a:gd name="connsiteY4" fmla="*/ 197019 h 1299506"/>
                  <a:gd name="connsiteX5" fmla="*/ 695683 w 781175"/>
                  <a:gd name="connsiteY5" fmla="*/ 290725 h 1299506"/>
                  <a:gd name="connsiteX6" fmla="*/ 653302 w 781175"/>
                  <a:gd name="connsiteY6" fmla="*/ 618940 h 1299506"/>
                  <a:gd name="connsiteX7" fmla="*/ 781175 w 781175"/>
                  <a:gd name="connsiteY7" fmla="*/ 673266 h 1299506"/>
                  <a:gd name="connsiteX8" fmla="*/ 634009 w 781175"/>
                  <a:gd name="connsiteY8" fmla="*/ 721895 h 1299506"/>
                  <a:gd name="connsiteX9" fmla="*/ 598988 w 781175"/>
                  <a:gd name="connsiteY9" fmla="*/ 1204517 h 1299506"/>
                  <a:gd name="connsiteX10" fmla="*/ 355075 w 781175"/>
                  <a:gd name="connsiteY10" fmla="*/ 1260438 h 1299506"/>
                  <a:gd name="connsiteX11" fmla="*/ 415301 w 781175"/>
                  <a:gd name="connsiteY11" fmla="*/ 1066031 h 1299506"/>
                  <a:gd name="connsiteX12" fmla="*/ 443902 w 781175"/>
                  <a:gd name="connsiteY12" fmla="*/ 783980 h 1299506"/>
                  <a:gd name="connsiteX13" fmla="*/ 153234 w 781175"/>
                  <a:gd name="connsiteY13" fmla="*/ 892212 h 1299506"/>
                  <a:gd name="connsiteX14" fmla="*/ 82229 w 781175"/>
                  <a:gd name="connsiteY14" fmla="*/ 890217 h 1299506"/>
                  <a:gd name="connsiteX15" fmla="*/ 1996 w 781175"/>
                  <a:gd name="connsiteY15" fmla="*/ 775584 h 1299506"/>
                  <a:gd name="connsiteX16" fmla="*/ 44316 w 781175"/>
                  <a:gd name="connsiteY16" fmla="*/ 724545 h 1299506"/>
                  <a:gd name="connsiteX17" fmla="*/ 297487 w 781175"/>
                  <a:gd name="connsiteY17" fmla="*/ 623628 h 1299506"/>
                  <a:gd name="connsiteX18" fmla="*/ 218252 w 781175"/>
                  <a:gd name="connsiteY18" fmla="*/ 484140 h 1299506"/>
                  <a:gd name="connsiteX19" fmla="*/ 292665 w 781175"/>
                  <a:gd name="connsiteY19" fmla="*/ 283305 h 1299506"/>
                  <a:gd name="connsiteX20" fmla="*/ 214760 w 781175"/>
                  <a:gd name="connsiteY20" fmla="*/ 264269 h 1299506"/>
                  <a:gd name="connsiteX21" fmla="*/ 122637 w 781175"/>
                  <a:gd name="connsiteY21" fmla="*/ 116552 h 1299506"/>
                  <a:gd name="connsiteX22" fmla="*/ 518897 w 781175"/>
                  <a:gd name="connsiteY22" fmla="*/ 17880 h 1299506"/>
                  <a:gd name="connsiteX23" fmla="*/ 462443 w 781175"/>
                  <a:gd name="connsiteY23" fmla="*/ 241076 h 1299506"/>
                  <a:gd name="connsiteX24" fmla="*/ 473002 w 781175"/>
                  <a:gd name="connsiteY24" fmla="*/ 312067 h 1299506"/>
                  <a:gd name="connsiteX25" fmla="*/ 511581 w 781175"/>
                  <a:gd name="connsiteY25" fmla="*/ 326864 h 1299506"/>
                  <a:gd name="connsiteX26" fmla="*/ 528791 w 781175"/>
                  <a:gd name="connsiteY26" fmla="*/ 223952 h 1299506"/>
                  <a:gd name="connsiteX27" fmla="*/ 462443 w 781175"/>
                  <a:gd name="connsiteY27" fmla="*/ 241076 h 1299506"/>
                  <a:gd name="connsiteX28" fmla="*/ 450803 w 781175"/>
                  <a:gd name="connsiteY28" fmla="*/ 377904 h 1299506"/>
                  <a:gd name="connsiteX29" fmla="*/ 436087 w 781175"/>
                  <a:gd name="connsiteY29" fmla="*/ 419966 h 1299506"/>
                  <a:gd name="connsiteX30" fmla="*/ 464522 w 781175"/>
                  <a:gd name="connsiteY30" fmla="*/ 389957 h 1299506"/>
                  <a:gd name="connsiteX31" fmla="*/ 450803 w 781175"/>
                  <a:gd name="connsiteY31" fmla="*/ 377904 h 1299506"/>
                  <a:gd name="connsiteX32" fmla="*/ 388612 w 781175"/>
                  <a:gd name="connsiteY32" fmla="*/ 544824 h 1299506"/>
                  <a:gd name="connsiteX33" fmla="*/ 370487 w 781175"/>
                  <a:gd name="connsiteY33" fmla="*/ 597194 h 1299506"/>
                  <a:gd name="connsiteX34" fmla="*/ 428687 w 781175"/>
                  <a:gd name="connsiteY34" fmla="*/ 577825 h 1299506"/>
                  <a:gd name="connsiteX35" fmla="*/ 388612 w 781175"/>
                  <a:gd name="connsiteY35" fmla="*/ 544824 h 1299506"/>
                  <a:gd name="connsiteX0" fmla="*/ 518897 w 781175"/>
                  <a:gd name="connsiteY0" fmla="*/ 17880 h 1292570"/>
                  <a:gd name="connsiteX1" fmla="*/ 619334 w 781175"/>
                  <a:gd name="connsiteY1" fmla="*/ 340 h 1292570"/>
                  <a:gd name="connsiteX2" fmla="*/ 681359 w 781175"/>
                  <a:gd name="connsiteY2" fmla="*/ 39326 h 1292570"/>
                  <a:gd name="connsiteX3" fmla="*/ 757186 w 781175"/>
                  <a:gd name="connsiteY3" fmla="*/ 170418 h 1292570"/>
                  <a:gd name="connsiteX4" fmla="*/ 633136 w 781175"/>
                  <a:gd name="connsiteY4" fmla="*/ 197019 h 1292570"/>
                  <a:gd name="connsiteX5" fmla="*/ 695683 w 781175"/>
                  <a:gd name="connsiteY5" fmla="*/ 290725 h 1292570"/>
                  <a:gd name="connsiteX6" fmla="*/ 653302 w 781175"/>
                  <a:gd name="connsiteY6" fmla="*/ 618940 h 1292570"/>
                  <a:gd name="connsiteX7" fmla="*/ 781175 w 781175"/>
                  <a:gd name="connsiteY7" fmla="*/ 673266 h 1292570"/>
                  <a:gd name="connsiteX8" fmla="*/ 634009 w 781175"/>
                  <a:gd name="connsiteY8" fmla="*/ 721895 h 1292570"/>
                  <a:gd name="connsiteX9" fmla="*/ 598988 w 781175"/>
                  <a:gd name="connsiteY9" fmla="*/ 1204517 h 1292570"/>
                  <a:gd name="connsiteX10" fmla="*/ 355075 w 781175"/>
                  <a:gd name="connsiteY10" fmla="*/ 1260438 h 1292570"/>
                  <a:gd name="connsiteX11" fmla="*/ 415301 w 781175"/>
                  <a:gd name="connsiteY11" fmla="*/ 1066031 h 1292570"/>
                  <a:gd name="connsiteX12" fmla="*/ 443902 w 781175"/>
                  <a:gd name="connsiteY12" fmla="*/ 783980 h 1292570"/>
                  <a:gd name="connsiteX13" fmla="*/ 153234 w 781175"/>
                  <a:gd name="connsiteY13" fmla="*/ 892212 h 1292570"/>
                  <a:gd name="connsiteX14" fmla="*/ 82229 w 781175"/>
                  <a:gd name="connsiteY14" fmla="*/ 890217 h 1292570"/>
                  <a:gd name="connsiteX15" fmla="*/ 1996 w 781175"/>
                  <a:gd name="connsiteY15" fmla="*/ 775584 h 1292570"/>
                  <a:gd name="connsiteX16" fmla="*/ 44316 w 781175"/>
                  <a:gd name="connsiteY16" fmla="*/ 724545 h 1292570"/>
                  <a:gd name="connsiteX17" fmla="*/ 297487 w 781175"/>
                  <a:gd name="connsiteY17" fmla="*/ 623628 h 1292570"/>
                  <a:gd name="connsiteX18" fmla="*/ 218252 w 781175"/>
                  <a:gd name="connsiteY18" fmla="*/ 484140 h 1292570"/>
                  <a:gd name="connsiteX19" fmla="*/ 292665 w 781175"/>
                  <a:gd name="connsiteY19" fmla="*/ 283305 h 1292570"/>
                  <a:gd name="connsiteX20" fmla="*/ 214760 w 781175"/>
                  <a:gd name="connsiteY20" fmla="*/ 264269 h 1292570"/>
                  <a:gd name="connsiteX21" fmla="*/ 122637 w 781175"/>
                  <a:gd name="connsiteY21" fmla="*/ 116552 h 1292570"/>
                  <a:gd name="connsiteX22" fmla="*/ 518897 w 781175"/>
                  <a:gd name="connsiteY22" fmla="*/ 17880 h 1292570"/>
                  <a:gd name="connsiteX23" fmla="*/ 462443 w 781175"/>
                  <a:gd name="connsiteY23" fmla="*/ 241076 h 1292570"/>
                  <a:gd name="connsiteX24" fmla="*/ 473002 w 781175"/>
                  <a:gd name="connsiteY24" fmla="*/ 312067 h 1292570"/>
                  <a:gd name="connsiteX25" fmla="*/ 511581 w 781175"/>
                  <a:gd name="connsiteY25" fmla="*/ 326864 h 1292570"/>
                  <a:gd name="connsiteX26" fmla="*/ 528791 w 781175"/>
                  <a:gd name="connsiteY26" fmla="*/ 223952 h 1292570"/>
                  <a:gd name="connsiteX27" fmla="*/ 462443 w 781175"/>
                  <a:gd name="connsiteY27" fmla="*/ 241076 h 1292570"/>
                  <a:gd name="connsiteX28" fmla="*/ 450803 w 781175"/>
                  <a:gd name="connsiteY28" fmla="*/ 377904 h 1292570"/>
                  <a:gd name="connsiteX29" fmla="*/ 436087 w 781175"/>
                  <a:gd name="connsiteY29" fmla="*/ 419966 h 1292570"/>
                  <a:gd name="connsiteX30" fmla="*/ 464522 w 781175"/>
                  <a:gd name="connsiteY30" fmla="*/ 389957 h 1292570"/>
                  <a:gd name="connsiteX31" fmla="*/ 450803 w 781175"/>
                  <a:gd name="connsiteY31" fmla="*/ 377904 h 1292570"/>
                  <a:gd name="connsiteX32" fmla="*/ 388612 w 781175"/>
                  <a:gd name="connsiteY32" fmla="*/ 544824 h 1292570"/>
                  <a:gd name="connsiteX33" fmla="*/ 370487 w 781175"/>
                  <a:gd name="connsiteY33" fmla="*/ 597194 h 1292570"/>
                  <a:gd name="connsiteX34" fmla="*/ 428687 w 781175"/>
                  <a:gd name="connsiteY34" fmla="*/ 577825 h 1292570"/>
                  <a:gd name="connsiteX35" fmla="*/ 388612 w 781175"/>
                  <a:gd name="connsiteY35" fmla="*/ 544824 h 1292570"/>
                  <a:gd name="connsiteX0" fmla="*/ 518897 w 781175"/>
                  <a:gd name="connsiteY0" fmla="*/ 17880 h 1219087"/>
                  <a:gd name="connsiteX1" fmla="*/ 619334 w 781175"/>
                  <a:gd name="connsiteY1" fmla="*/ 340 h 1219087"/>
                  <a:gd name="connsiteX2" fmla="*/ 681359 w 781175"/>
                  <a:gd name="connsiteY2" fmla="*/ 39326 h 1219087"/>
                  <a:gd name="connsiteX3" fmla="*/ 757186 w 781175"/>
                  <a:gd name="connsiteY3" fmla="*/ 170418 h 1219087"/>
                  <a:gd name="connsiteX4" fmla="*/ 633136 w 781175"/>
                  <a:gd name="connsiteY4" fmla="*/ 197019 h 1219087"/>
                  <a:gd name="connsiteX5" fmla="*/ 695683 w 781175"/>
                  <a:gd name="connsiteY5" fmla="*/ 290725 h 1219087"/>
                  <a:gd name="connsiteX6" fmla="*/ 653302 w 781175"/>
                  <a:gd name="connsiteY6" fmla="*/ 618940 h 1219087"/>
                  <a:gd name="connsiteX7" fmla="*/ 781175 w 781175"/>
                  <a:gd name="connsiteY7" fmla="*/ 673266 h 1219087"/>
                  <a:gd name="connsiteX8" fmla="*/ 634009 w 781175"/>
                  <a:gd name="connsiteY8" fmla="*/ 721895 h 1219087"/>
                  <a:gd name="connsiteX9" fmla="*/ 598988 w 781175"/>
                  <a:gd name="connsiteY9" fmla="*/ 1204517 h 1219087"/>
                  <a:gd name="connsiteX10" fmla="*/ 415301 w 781175"/>
                  <a:gd name="connsiteY10" fmla="*/ 1066031 h 1219087"/>
                  <a:gd name="connsiteX11" fmla="*/ 443902 w 781175"/>
                  <a:gd name="connsiteY11" fmla="*/ 783980 h 1219087"/>
                  <a:gd name="connsiteX12" fmla="*/ 153234 w 781175"/>
                  <a:gd name="connsiteY12" fmla="*/ 892212 h 1219087"/>
                  <a:gd name="connsiteX13" fmla="*/ 82229 w 781175"/>
                  <a:gd name="connsiteY13" fmla="*/ 890217 h 1219087"/>
                  <a:gd name="connsiteX14" fmla="*/ 1996 w 781175"/>
                  <a:gd name="connsiteY14" fmla="*/ 775584 h 1219087"/>
                  <a:gd name="connsiteX15" fmla="*/ 44316 w 781175"/>
                  <a:gd name="connsiteY15" fmla="*/ 724545 h 1219087"/>
                  <a:gd name="connsiteX16" fmla="*/ 297487 w 781175"/>
                  <a:gd name="connsiteY16" fmla="*/ 623628 h 1219087"/>
                  <a:gd name="connsiteX17" fmla="*/ 218252 w 781175"/>
                  <a:gd name="connsiteY17" fmla="*/ 484140 h 1219087"/>
                  <a:gd name="connsiteX18" fmla="*/ 292665 w 781175"/>
                  <a:gd name="connsiteY18" fmla="*/ 283305 h 1219087"/>
                  <a:gd name="connsiteX19" fmla="*/ 214760 w 781175"/>
                  <a:gd name="connsiteY19" fmla="*/ 264269 h 1219087"/>
                  <a:gd name="connsiteX20" fmla="*/ 122637 w 781175"/>
                  <a:gd name="connsiteY20" fmla="*/ 116552 h 1219087"/>
                  <a:gd name="connsiteX21" fmla="*/ 518897 w 781175"/>
                  <a:gd name="connsiteY21" fmla="*/ 17880 h 1219087"/>
                  <a:gd name="connsiteX22" fmla="*/ 462443 w 781175"/>
                  <a:gd name="connsiteY22" fmla="*/ 241076 h 1219087"/>
                  <a:gd name="connsiteX23" fmla="*/ 473002 w 781175"/>
                  <a:gd name="connsiteY23" fmla="*/ 312067 h 1219087"/>
                  <a:gd name="connsiteX24" fmla="*/ 511581 w 781175"/>
                  <a:gd name="connsiteY24" fmla="*/ 326864 h 1219087"/>
                  <a:gd name="connsiteX25" fmla="*/ 528791 w 781175"/>
                  <a:gd name="connsiteY25" fmla="*/ 223952 h 1219087"/>
                  <a:gd name="connsiteX26" fmla="*/ 462443 w 781175"/>
                  <a:gd name="connsiteY26" fmla="*/ 241076 h 1219087"/>
                  <a:gd name="connsiteX27" fmla="*/ 450803 w 781175"/>
                  <a:gd name="connsiteY27" fmla="*/ 377904 h 1219087"/>
                  <a:gd name="connsiteX28" fmla="*/ 436087 w 781175"/>
                  <a:gd name="connsiteY28" fmla="*/ 419966 h 1219087"/>
                  <a:gd name="connsiteX29" fmla="*/ 464522 w 781175"/>
                  <a:gd name="connsiteY29" fmla="*/ 389957 h 1219087"/>
                  <a:gd name="connsiteX30" fmla="*/ 450803 w 781175"/>
                  <a:gd name="connsiteY30" fmla="*/ 377904 h 1219087"/>
                  <a:gd name="connsiteX31" fmla="*/ 388612 w 781175"/>
                  <a:gd name="connsiteY31" fmla="*/ 544824 h 1219087"/>
                  <a:gd name="connsiteX32" fmla="*/ 370487 w 781175"/>
                  <a:gd name="connsiteY32" fmla="*/ 597194 h 1219087"/>
                  <a:gd name="connsiteX33" fmla="*/ 428687 w 781175"/>
                  <a:gd name="connsiteY33" fmla="*/ 577825 h 1219087"/>
                  <a:gd name="connsiteX34" fmla="*/ 388612 w 781175"/>
                  <a:gd name="connsiteY34" fmla="*/ 544824 h 1219087"/>
                  <a:gd name="connsiteX0" fmla="*/ 518897 w 781175"/>
                  <a:gd name="connsiteY0" fmla="*/ 17880 h 1242133"/>
                  <a:gd name="connsiteX1" fmla="*/ 619334 w 781175"/>
                  <a:gd name="connsiteY1" fmla="*/ 340 h 1242133"/>
                  <a:gd name="connsiteX2" fmla="*/ 681359 w 781175"/>
                  <a:gd name="connsiteY2" fmla="*/ 39326 h 1242133"/>
                  <a:gd name="connsiteX3" fmla="*/ 757186 w 781175"/>
                  <a:gd name="connsiteY3" fmla="*/ 170418 h 1242133"/>
                  <a:gd name="connsiteX4" fmla="*/ 633136 w 781175"/>
                  <a:gd name="connsiteY4" fmla="*/ 197019 h 1242133"/>
                  <a:gd name="connsiteX5" fmla="*/ 695683 w 781175"/>
                  <a:gd name="connsiteY5" fmla="*/ 290725 h 1242133"/>
                  <a:gd name="connsiteX6" fmla="*/ 653302 w 781175"/>
                  <a:gd name="connsiteY6" fmla="*/ 618940 h 1242133"/>
                  <a:gd name="connsiteX7" fmla="*/ 781175 w 781175"/>
                  <a:gd name="connsiteY7" fmla="*/ 673266 h 1242133"/>
                  <a:gd name="connsiteX8" fmla="*/ 634009 w 781175"/>
                  <a:gd name="connsiteY8" fmla="*/ 721895 h 1242133"/>
                  <a:gd name="connsiteX9" fmla="*/ 598988 w 781175"/>
                  <a:gd name="connsiteY9" fmla="*/ 1204517 h 1242133"/>
                  <a:gd name="connsiteX10" fmla="*/ 415301 w 781175"/>
                  <a:gd name="connsiteY10" fmla="*/ 1066031 h 1242133"/>
                  <a:gd name="connsiteX11" fmla="*/ 443902 w 781175"/>
                  <a:gd name="connsiteY11" fmla="*/ 783980 h 1242133"/>
                  <a:gd name="connsiteX12" fmla="*/ 153234 w 781175"/>
                  <a:gd name="connsiteY12" fmla="*/ 892212 h 1242133"/>
                  <a:gd name="connsiteX13" fmla="*/ 82229 w 781175"/>
                  <a:gd name="connsiteY13" fmla="*/ 890217 h 1242133"/>
                  <a:gd name="connsiteX14" fmla="*/ 1996 w 781175"/>
                  <a:gd name="connsiteY14" fmla="*/ 775584 h 1242133"/>
                  <a:gd name="connsiteX15" fmla="*/ 44316 w 781175"/>
                  <a:gd name="connsiteY15" fmla="*/ 724545 h 1242133"/>
                  <a:gd name="connsiteX16" fmla="*/ 297487 w 781175"/>
                  <a:gd name="connsiteY16" fmla="*/ 623628 h 1242133"/>
                  <a:gd name="connsiteX17" fmla="*/ 218252 w 781175"/>
                  <a:gd name="connsiteY17" fmla="*/ 484140 h 1242133"/>
                  <a:gd name="connsiteX18" fmla="*/ 292665 w 781175"/>
                  <a:gd name="connsiteY18" fmla="*/ 283305 h 1242133"/>
                  <a:gd name="connsiteX19" fmla="*/ 214760 w 781175"/>
                  <a:gd name="connsiteY19" fmla="*/ 264269 h 1242133"/>
                  <a:gd name="connsiteX20" fmla="*/ 122637 w 781175"/>
                  <a:gd name="connsiteY20" fmla="*/ 116552 h 1242133"/>
                  <a:gd name="connsiteX21" fmla="*/ 518897 w 781175"/>
                  <a:gd name="connsiteY21" fmla="*/ 17880 h 1242133"/>
                  <a:gd name="connsiteX22" fmla="*/ 462443 w 781175"/>
                  <a:gd name="connsiteY22" fmla="*/ 241076 h 1242133"/>
                  <a:gd name="connsiteX23" fmla="*/ 473002 w 781175"/>
                  <a:gd name="connsiteY23" fmla="*/ 312067 h 1242133"/>
                  <a:gd name="connsiteX24" fmla="*/ 511581 w 781175"/>
                  <a:gd name="connsiteY24" fmla="*/ 326864 h 1242133"/>
                  <a:gd name="connsiteX25" fmla="*/ 528791 w 781175"/>
                  <a:gd name="connsiteY25" fmla="*/ 223952 h 1242133"/>
                  <a:gd name="connsiteX26" fmla="*/ 462443 w 781175"/>
                  <a:gd name="connsiteY26" fmla="*/ 241076 h 1242133"/>
                  <a:gd name="connsiteX27" fmla="*/ 450803 w 781175"/>
                  <a:gd name="connsiteY27" fmla="*/ 377904 h 1242133"/>
                  <a:gd name="connsiteX28" fmla="*/ 436087 w 781175"/>
                  <a:gd name="connsiteY28" fmla="*/ 419966 h 1242133"/>
                  <a:gd name="connsiteX29" fmla="*/ 464522 w 781175"/>
                  <a:gd name="connsiteY29" fmla="*/ 389957 h 1242133"/>
                  <a:gd name="connsiteX30" fmla="*/ 450803 w 781175"/>
                  <a:gd name="connsiteY30" fmla="*/ 377904 h 1242133"/>
                  <a:gd name="connsiteX31" fmla="*/ 388612 w 781175"/>
                  <a:gd name="connsiteY31" fmla="*/ 544824 h 1242133"/>
                  <a:gd name="connsiteX32" fmla="*/ 370487 w 781175"/>
                  <a:gd name="connsiteY32" fmla="*/ 597194 h 1242133"/>
                  <a:gd name="connsiteX33" fmla="*/ 428687 w 781175"/>
                  <a:gd name="connsiteY33" fmla="*/ 577825 h 1242133"/>
                  <a:gd name="connsiteX34" fmla="*/ 388612 w 781175"/>
                  <a:gd name="connsiteY34" fmla="*/ 544824 h 1242133"/>
                  <a:gd name="connsiteX0" fmla="*/ 518897 w 781175"/>
                  <a:gd name="connsiteY0" fmla="*/ 17880 h 1258355"/>
                  <a:gd name="connsiteX1" fmla="*/ 619334 w 781175"/>
                  <a:gd name="connsiteY1" fmla="*/ 340 h 1258355"/>
                  <a:gd name="connsiteX2" fmla="*/ 681359 w 781175"/>
                  <a:gd name="connsiteY2" fmla="*/ 39326 h 1258355"/>
                  <a:gd name="connsiteX3" fmla="*/ 757186 w 781175"/>
                  <a:gd name="connsiteY3" fmla="*/ 170418 h 1258355"/>
                  <a:gd name="connsiteX4" fmla="*/ 633136 w 781175"/>
                  <a:gd name="connsiteY4" fmla="*/ 197019 h 1258355"/>
                  <a:gd name="connsiteX5" fmla="*/ 695683 w 781175"/>
                  <a:gd name="connsiteY5" fmla="*/ 290725 h 1258355"/>
                  <a:gd name="connsiteX6" fmla="*/ 653302 w 781175"/>
                  <a:gd name="connsiteY6" fmla="*/ 618940 h 1258355"/>
                  <a:gd name="connsiteX7" fmla="*/ 781175 w 781175"/>
                  <a:gd name="connsiteY7" fmla="*/ 673266 h 1258355"/>
                  <a:gd name="connsiteX8" fmla="*/ 634009 w 781175"/>
                  <a:gd name="connsiteY8" fmla="*/ 721895 h 1258355"/>
                  <a:gd name="connsiteX9" fmla="*/ 598988 w 781175"/>
                  <a:gd name="connsiteY9" fmla="*/ 1204517 h 1258355"/>
                  <a:gd name="connsiteX10" fmla="*/ 415301 w 781175"/>
                  <a:gd name="connsiteY10" fmla="*/ 1066031 h 1258355"/>
                  <a:gd name="connsiteX11" fmla="*/ 443902 w 781175"/>
                  <a:gd name="connsiteY11" fmla="*/ 783980 h 1258355"/>
                  <a:gd name="connsiteX12" fmla="*/ 153234 w 781175"/>
                  <a:gd name="connsiteY12" fmla="*/ 892212 h 1258355"/>
                  <a:gd name="connsiteX13" fmla="*/ 82229 w 781175"/>
                  <a:gd name="connsiteY13" fmla="*/ 890217 h 1258355"/>
                  <a:gd name="connsiteX14" fmla="*/ 1996 w 781175"/>
                  <a:gd name="connsiteY14" fmla="*/ 775584 h 1258355"/>
                  <a:gd name="connsiteX15" fmla="*/ 44316 w 781175"/>
                  <a:gd name="connsiteY15" fmla="*/ 724545 h 1258355"/>
                  <a:gd name="connsiteX16" fmla="*/ 297487 w 781175"/>
                  <a:gd name="connsiteY16" fmla="*/ 623628 h 1258355"/>
                  <a:gd name="connsiteX17" fmla="*/ 218252 w 781175"/>
                  <a:gd name="connsiteY17" fmla="*/ 484140 h 1258355"/>
                  <a:gd name="connsiteX18" fmla="*/ 292665 w 781175"/>
                  <a:gd name="connsiteY18" fmla="*/ 283305 h 1258355"/>
                  <a:gd name="connsiteX19" fmla="*/ 214760 w 781175"/>
                  <a:gd name="connsiteY19" fmla="*/ 264269 h 1258355"/>
                  <a:gd name="connsiteX20" fmla="*/ 122637 w 781175"/>
                  <a:gd name="connsiteY20" fmla="*/ 116552 h 1258355"/>
                  <a:gd name="connsiteX21" fmla="*/ 518897 w 781175"/>
                  <a:gd name="connsiteY21" fmla="*/ 17880 h 1258355"/>
                  <a:gd name="connsiteX22" fmla="*/ 462443 w 781175"/>
                  <a:gd name="connsiteY22" fmla="*/ 241076 h 1258355"/>
                  <a:gd name="connsiteX23" fmla="*/ 473002 w 781175"/>
                  <a:gd name="connsiteY23" fmla="*/ 312067 h 1258355"/>
                  <a:gd name="connsiteX24" fmla="*/ 511581 w 781175"/>
                  <a:gd name="connsiteY24" fmla="*/ 326864 h 1258355"/>
                  <a:gd name="connsiteX25" fmla="*/ 528791 w 781175"/>
                  <a:gd name="connsiteY25" fmla="*/ 223952 h 1258355"/>
                  <a:gd name="connsiteX26" fmla="*/ 462443 w 781175"/>
                  <a:gd name="connsiteY26" fmla="*/ 241076 h 1258355"/>
                  <a:gd name="connsiteX27" fmla="*/ 450803 w 781175"/>
                  <a:gd name="connsiteY27" fmla="*/ 377904 h 1258355"/>
                  <a:gd name="connsiteX28" fmla="*/ 436087 w 781175"/>
                  <a:gd name="connsiteY28" fmla="*/ 419966 h 1258355"/>
                  <a:gd name="connsiteX29" fmla="*/ 464522 w 781175"/>
                  <a:gd name="connsiteY29" fmla="*/ 389957 h 1258355"/>
                  <a:gd name="connsiteX30" fmla="*/ 450803 w 781175"/>
                  <a:gd name="connsiteY30" fmla="*/ 377904 h 1258355"/>
                  <a:gd name="connsiteX31" fmla="*/ 388612 w 781175"/>
                  <a:gd name="connsiteY31" fmla="*/ 544824 h 1258355"/>
                  <a:gd name="connsiteX32" fmla="*/ 370487 w 781175"/>
                  <a:gd name="connsiteY32" fmla="*/ 597194 h 1258355"/>
                  <a:gd name="connsiteX33" fmla="*/ 428687 w 781175"/>
                  <a:gd name="connsiteY33" fmla="*/ 577825 h 1258355"/>
                  <a:gd name="connsiteX34" fmla="*/ 388612 w 781175"/>
                  <a:gd name="connsiteY34" fmla="*/ 544824 h 1258355"/>
                  <a:gd name="connsiteX0" fmla="*/ 518897 w 781175"/>
                  <a:gd name="connsiteY0" fmla="*/ 17880 h 1262843"/>
                  <a:gd name="connsiteX1" fmla="*/ 619334 w 781175"/>
                  <a:gd name="connsiteY1" fmla="*/ 340 h 1262843"/>
                  <a:gd name="connsiteX2" fmla="*/ 681359 w 781175"/>
                  <a:gd name="connsiteY2" fmla="*/ 39326 h 1262843"/>
                  <a:gd name="connsiteX3" fmla="*/ 757186 w 781175"/>
                  <a:gd name="connsiteY3" fmla="*/ 170418 h 1262843"/>
                  <a:gd name="connsiteX4" fmla="*/ 633136 w 781175"/>
                  <a:gd name="connsiteY4" fmla="*/ 197019 h 1262843"/>
                  <a:gd name="connsiteX5" fmla="*/ 695683 w 781175"/>
                  <a:gd name="connsiteY5" fmla="*/ 290725 h 1262843"/>
                  <a:gd name="connsiteX6" fmla="*/ 653302 w 781175"/>
                  <a:gd name="connsiteY6" fmla="*/ 618940 h 1262843"/>
                  <a:gd name="connsiteX7" fmla="*/ 781175 w 781175"/>
                  <a:gd name="connsiteY7" fmla="*/ 673266 h 1262843"/>
                  <a:gd name="connsiteX8" fmla="*/ 634009 w 781175"/>
                  <a:gd name="connsiteY8" fmla="*/ 721895 h 1262843"/>
                  <a:gd name="connsiteX9" fmla="*/ 598988 w 781175"/>
                  <a:gd name="connsiteY9" fmla="*/ 1204517 h 1262843"/>
                  <a:gd name="connsiteX10" fmla="*/ 415301 w 781175"/>
                  <a:gd name="connsiteY10" fmla="*/ 1066031 h 1262843"/>
                  <a:gd name="connsiteX11" fmla="*/ 443902 w 781175"/>
                  <a:gd name="connsiteY11" fmla="*/ 783980 h 1262843"/>
                  <a:gd name="connsiteX12" fmla="*/ 153234 w 781175"/>
                  <a:gd name="connsiteY12" fmla="*/ 892212 h 1262843"/>
                  <a:gd name="connsiteX13" fmla="*/ 82229 w 781175"/>
                  <a:gd name="connsiteY13" fmla="*/ 890217 h 1262843"/>
                  <a:gd name="connsiteX14" fmla="*/ 1996 w 781175"/>
                  <a:gd name="connsiteY14" fmla="*/ 775584 h 1262843"/>
                  <a:gd name="connsiteX15" fmla="*/ 44316 w 781175"/>
                  <a:gd name="connsiteY15" fmla="*/ 724545 h 1262843"/>
                  <a:gd name="connsiteX16" fmla="*/ 297487 w 781175"/>
                  <a:gd name="connsiteY16" fmla="*/ 623628 h 1262843"/>
                  <a:gd name="connsiteX17" fmla="*/ 218252 w 781175"/>
                  <a:gd name="connsiteY17" fmla="*/ 484140 h 1262843"/>
                  <a:gd name="connsiteX18" fmla="*/ 292665 w 781175"/>
                  <a:gd name="connsiteY18" fmla="*/ 283305 h 1262843"/>
                  <a:gd name="connsiteX19" fmla="*/ 214760 w 781175"/>
                  <a:gd name="connsiteY19" fmla="*/ 264269 h 1262843"/>
                  <a:gd name="connsiteX20" fmla="*/ 122637 w 781175"/>
                  <a:gd name="connsiteY20" fmla="*/ 116552 h 1262843"/>
                  <a:gd name="connsiteX21" fmla="*/ 518897 w 781175"/>
                  <a:gd name="connsiteY21" fmla="*/ 17880 h 1262843"/>
                  <a:gd name="connsiteX22" fmla="*/ 462443 w 781175"/>
                  <a:gd name="connsiteY22" fmla="*/ 241076 h 1262843"/>
                  <a:gd name="connsiteX23" fmla="*/ 473002 w 781175"/>
                  <a:gd name="connsiteY23" fmla="*/ 312067 h 1262843"/>
                  <a:gd name="connsiteX24" fmla="*/ 511581 w 781175"/>
                  <a:gd name="connsiteY24" fmla="*/ 326864 h 1262843"/>
                  <a:gd name="connsiteX25" fmla="*/ 528791 w 781175"/>
                  <a:gd name="connsiteY25" fmla="*/ 223952 h 1262843"/>
                  <a:gd name="connsiteX26" fmla="*/ 462443 w 781175"/>
                  <a:gd name="connsiteY26" fmla="*/ 241076 h 1262843"/>
                  <a:gd name="connsiteX27" fmla="*/ 450803 w 781175"/>
                  <a:gd name="connsiteY27" fmla="*/ 377904 h 1262843"/>
                  <a:gd name="connsiteX28" fmla="*/ 436087 w 781175"/>
                  <a:gd name="connsiteY28" fmla="*/ 419966 h 1262843"/>
                  <a:gd name="connsiteX29" fmla="*/ 464522 w 781175"/>
                  <a:gd name="connsiteY29" fmla="*/ 389957 h 1262843"/>
                  <a:gd name="connsiteX30" fmla="*/ 450803 w 781175"/>
                  <a:gd name="connsiteY30" fmla="*/ 377904 h 1262843"/>
                  <a:gd name="connsiteX31" fmla="*/ 388612 w 781175"/>
                  <a:gd name="connsiteY31" fmla="*/ 544824 h 1262843"/>
                  <a:gd name="connsiteX32" fmla="*/ 370487 w 781175"/>
                  <a:gd name="connsiteY32" fmla="*/ 597194 h 1262843"/>
                  <a:gd name="connsiteX33" fmla="*/ 428687 w 781175"/>
                  <a:gd name="connsiteY33" fmla="*/ 577825 h 1262843"/>
                  <a:gd name="connsiteX34" fmla="*/ 388612 w 781175"/>
                  <a:gd name="connsiteY34" fmla="*/ 544824 h 1262843"/>
                  <a:gd name="connsiteX0" fmla="*/ 518897 w 781175"/>
                  <a:gd name="connsiteY0" fmla="*/ 17880 h 1271056"/>
                  <a:gd name="connsiteX1" fmla="*/ 619334 w 781175"/>
                  <a:gd name="connsiteY1" fmla="*/ 340 h 1271056"/>
                  <a:gd name="connsiteX2" fmla="*/ 681359 w 781175"/>
                  <a:gd name="connsiteY2" fmla="*/ 39326 h 1271056"/>
                  <a:gd name="connsiteX3" fmla="*/ 757186 w 781175"/>
                  <a:gd name="connsiteY3" fmla="*/ 170418 h 1271056"/>
                  <a:gd name="connsiteX4" fmla="*/ 633136 w 781175"/>
                  <a:gd name="connsiteY4" fmla="*/ 197019 h 1271056"/>
                  <a:gd name="connsiteX5" fmla="*/ 695683 w 781175"/>
                  <a:gd name="connsiteY5" fmla="*/ 290725 h 1271056"/>
                  <a:gd name="connsiteX6" fmla="*/ 653302 w 781175"/>
                  <a:gd name="connsiteY6" fmla="*/ 618940 h 1271056"/>
                  <a:gd name="connsiteX7" fmla="*/ 781175 w 781175"/>
                  <a:gd name="connsiteY7" fmla="*/ 673266 h 1271056"/>
                  <a:gd name="connsiteX8" fmla="*/ 634009 w 781175"/>
                  <a:gd name="connsiteY8" fmla="*/ 721895 h 1271056"/>
                  <a:gd name="connsiteX9" fmla="*/ 598988 w 781175"/>
                  <a:gd name="connsiteY9" fmla="*/ 1204517 h 1271056"/>
                  <a:gd name="connsiteX10" fmla="*/ 415301 w 781175"/>
                  <a:gd name="connsiteY10" fmla="*/ 1066031 h 1271056"/>
                  <a:gd name="connsiteX11" fmla="*/ 443902 w 781175"/>
                  <a:gd name="connsiteY11" fmla="*/ 783980 h 1271056"/>
                  <a:gd name="connsiteX12" fmla="*/ 153234 w 781175"/>
                  <a:gd name="connsiteY12" fmla="*/ 892212 h 1271056"/>
                  <a:gd name="connsiteX13" fmla="*/ 82229 w 781175"/>
                  <a:gd name="connsiteY13" fmla="*/ 890217 h 1271056"/>
                  <a:gd name="connsiteX14" fmla="*/ 1996 w 781175"/>
                  <a:gd name="connsiteY14" fmla="*/ 775584 h 1271056"/>
                  <a:gd name="connsiteX15" fmla="*/ 44316 w 781175"/>
                  <a:gd name="connsiteY15" fmla="*/ 724545 h 1271056"/>
                  <a:gd name="connsiteX16" fmla="*/ 297487 w 781175"/>
                  <a:gd name="connsiteY16" fmla="*/ 623628 h 1271056"/>
                  <a:gd name="connsiteX17" fmla="*/ 218252 w 781175"/>
                  <a:gd name="connsiteY17" fmla="*/ 484140 h 1271056"/>
                  <a:gd name="connsiteX18" fmla="*/ 292665 w 781175"/>
                  <a:gd name="connsiteY18" fmla="*/ 283305 h 1271056"/>
                  <a:gd name="connsiteX19" fmla="*/ 214760 w 781175"/>
                  <a:gd name="connsiteY19" fmla="*/ 264269 h 1271056"/>
                  <a:gd name="connsiteX20" fmla="*/ 122637 w 781175"/>
                  <a:gd name="connsiteY20" fmla="*/ 116552 h 1271056"/>
                  <a:gd name="connsiteX21" fmla="*/ 518897 w 781175"/>
                  <a:gd name="connsiteY21" fmla="*/ 17880 h 1271056"/>
                  <a:gd name="connsiteX22" fmla="*/ 462443 w 781175"/>
                  <a:gd name="connsiteY22" fmla="*/ 241076 h 1271056"/>
                  <a:gd name="connsiteX23" fmla="*/ 473002 w 781175"/>
                  <a:gd name="connsiteY23" fmla="*/ 312067 h 1271056"/>
                  <a:gd name="connsiteX24" fmla="*/ 511581 w 781175"/>
                  <a:gd name="connsiteY24" fmla="*/ 326864 h 1271056"/>
                  <a:gd name="connsiteX25" fmla="*/ 528791 w 781175"/>
                  <a:gd name="connsiteY25" fmla="*/ 223952 h 1271056"/>
                  <a:gd name="connsiteX26" fmla="*/ 462443 w 781175"/>
                  <a:gd name="connsiteY26" fmla="*/ 241076 h 1271056"/>
                  <a:gd name="connsiteX27" fmla="*/ 450803 w 781175"/>
                  <a:gd name="connsiteY27" fmla="*/ 377904 h 1271056"/>
                  <a:gd name="connsiteX28" fmla="*/ 436087 w 781175"/>
                  <a:gd name="connsiteY28" fmla="*/ 419966 h 1271056"/>
                  <a:gd name="connsiteX29" fmla="*/ 464522 w 781175"/>
                  <a:gd name="connsiteY29" fmla="*/ 389957 h 1271056"/>
                  <a:gd name="connsiteX30" fmla="*/ 450803 w 781175"/>
                  <a:gd name="connsiteY30" fmla="*/ 377904 h 1271056"/>
                  <a:gd name="connsiteX31" fmla="*/ 388612 w 781175"/>
                  <a:gd name="connsiteY31" fmla="*/ 544824 h 1271056"/>
                  <a:gd name="connsiteX32" fmla="*/ 370487 w 781175"/>
                  <a:gd name="connsiteY32" fmla="*/ 597194 h 1271056"/>
                  <a:gd name="connsiteX33" fmla="*/ 428687 w 781175"/>
                  <a:gd name="connsiteY33" fmla="*/ 577825 h 1271056"/>
                  <a:gd name="connsiteX34" fmla="*/ 388612 w 781175"/>
                  <a:gd name="connsiteY34" fmla="*/ 544824 h 1271056"/>
                  <a:gd name="connsiteX0" fmla="*/ 518897 w 781175"/>
                  <a:gd name="connsiteY0" fmla="*/ 17880 h 1282831"/>
                  <a:gd name="connsiteX1" fmla="*/ 619334 w 781175"/>
                  <a:gd name="connsiteY1" fmla="*/ 340 h 1282831"/>
                  <a:gd name="connsiteX2" fmla="*/ 681359 w 781175"/>
                  <a:gd name="connsiteY2" fmla="*/ 39326 h 1282831"/>
                  <a:gd name="connsiteX3" fmla="*/ 757186 w 781175"/>
                  <a:gd name="connsiteY3" fmla="*/ 170418 h 1282831"/>
                  <a:gd name="connsiteX4" fmla="*/ 633136 w 781175"/>
                  <a:gd name="connsiteY4" fmla="*/ 197019 h 1282831"/>
                  <a:gd name="connsiteX5" fmla="*/ 695683 w 781175"/>
                  <a:gd name="connsiteY5" fmla="*/ 290725 h 1282831"/>
                  <a:gd name="connsiteX6" fmla="*/ 653302 w 781175"/>
                  <a:gd name="connsiteY6" fmla="*/ 618940 h 1282831"/>
                  <a:gd name="connsiteX7" fmla="*/ 781175 w 781175"/>
                  <a:gd name="connsiteY7" fmla="*/ 673266 h 1282831"/>
                  <a:gd name="connsiteX8" fmla="*/ 634009 w 781175"/>
                  <a:gd name="connsiteY8" fmla="*/ 721895 h 1282831"/>
                  <a:gd name="connsiteX9" fmla="*/ 598988 w 781175"/>
                  <a:gd name="connsiteY9" fmla="*/ 1204517 h 1282831"/>
                  <a:gd name="connsiteX10" fmla="*/ 494112 w 781175"/>
                  <a:gd name="connsiteY10" fmla="*/ 1268971 h 1282831"/>
                  <a:gd name="connsiteX11" fmla="*/ 415301 w 781175"/>
                  <a:gd name="connsiteY11" fmla="*/ 1066031 h 1282831"/>
                  <a:gd name="connsiteX12" fmla="*/ 443902 w 781175"/>
                  <a:gd name="connsiteY12" fmla="*/ 783980 h 1282831"/>
                  <a:gd name="connsiteX13" fmla="*/ 153234 w 781175"/>
                  <a:gd name="connsiteY13" fmla="*/ 892212 h 1282831"/>
                  <a:gd name="connsiteX14" fmla="*/ 82229 w 781175"/>
                  <a:gd name="connsiteY14" fmla="*/ 890217 h 1282831"/>
                  <a:gd name="connsiteX15" fmla="*/ 1996 w 781175"/>
                  <a:gd name="connsiteY15" fmla="*/ 775584 h 1282831"/>
                  <a:gd name="connsiteX16" fmla="*/ 44316 w 781175"/>
                  <a:gd name="connsiteY16" fmla="*/ 724545 h 1282831"/>
                  <a:gd name="connsiteX17" fmla="*/ 297487 w 781175"/>
                  <a:gd name="connsiteY17" fmla="*/ 623628 h 1282831"/>
                  <a:gd name="connsiteX18" fmla="*/ 218252 w 781175"/>
                  <a:gd name="connsiteY18" fmla="*/ 484140 h 1282831"/>
                  <a:gd name="connsiteX19" fmla="*/ 292665 w 781175"/>
                  <a:gd name="connsiteY19" fmla="*/ 283305 h 1282831"/>
                  <a:gd name="connsiteX20" fmla="*/ 214760 w 781175"/>
                  <a:gd name="connsiteY20" fmla="*/ 264269 h 1282831"/>
                  <a:gd name="connsiteX21" fmla="*/ 122637 w 781175"/>
                  <a:gd name="connsiteY21" fmla="*/ 116552 h 1282831"/>
                  <a:gd name="connsiteX22" fmla="*/ 518897 w 781175"/>
                  <a:gd name="connsiteY22" fmla="*/ 17880 h 1282831"/>
                  <a:gd name="connsiteX23" fmla="*/ 462443 w 781175"/>
                  <a:gd name="connsiteY23" fmla="*/ 241076 h 1282831"/>
                  <a:gd name="connsiteX24" fmla="*/ 473002 w 781175"/>
                  <a:gd name="connsiteY24" fmla="*/ 312067 h 1282831"/>
                  <a:gd name="connsiteX25" fmla="*/ 511581 w 781175"/>
                  <a:gd name="connsiteY25" fmla="*/ 326864 h 1282831"/>
                  <a:gd name="connsiteX26" fmla="*/ 528791 w 781175"/>
                  <a:gd name="connsiteY26" fmla="*/ 223952 h 1282831"/>
                  <a:gd name="connsiteX27" fmla="*/ 462443 w 781175"/>
                  <a:gd name="connsiteY27" fmla="*/ 241076 h 1282831"/>
                  <a:gd name="connsiteX28" fmla="*/ 450803 w 781175"/>
                  <a:gd name="connsiteY28" fmla="*/ 377904 h 1282831"/>
                  <a:gd name="connsiteX29" fmla="*/ 436087 w 781175"/>
                  <a:gd name="connsiteY29" fmla="*/ 419966 h 1282831"/>
                  <a:gd name="connsiteX30" fmla="*/ 464522 w 781175"/>
                  <a:gd name="connsiteY30" fmla="*/ 389957 h 1282831"/>
                  <a:gd name="connsiteX31" fmla="*/ 450803 w 781175"/>
                  <a:gd name="connsiteY31" fmla="*/ 377904 h 1282831"/>
                  <a:gd name="connsiteX32" fmla="*/ 388612 w 781175"/>
                  <a:gd name="connsiteY32" fmla="*/ 544824 h 1282831"/>
                  <a:gd name="connsiteX33" fmla="*/ 370487 w 781175"/>
                  <a:gd name="connsiteY33" fmla="*/ 597194 h 1282831"/>
                  <a:gd name="connsiteX34" fmla="*/ 428687 w 781175"/>
                  <a:gd name="connsiteY34" fmla="*/ 577825 h 1282831"/>
                  <a:gd name="connsiteX35" fmla="*/ 388612 w 781175"/>
                  <a:gd name="connsiteY35" fmla="*/ 544824 h 1282831"/>
                  <a:gd name="connsiteX0" fmla="*/ 518897 w 781175"/>
                  <a:gd name="connsiteY0" fmla="*/ 17880 h 1286595"/>
                  <a:gd name="connsiteX1" fmla="*/ 619334 w 781175"/>
                  <a:gd name="connsiteY1" fmla="*/ 340 h 1286595"/>
                  <a:gd name="connsiteX2" fmla="*/ 681359 w 781175"/>
                  <a:gd name="connsiteY2" fmla="*/ 39326 h 1286595"/>
                  <a:gd name="connsiteX3" fmla="*/ 757186 w 781175"/>
                  <a:gd name="connsiteY3" fmla="*/ 170418 h 1286595"/>
                  <a:gd name="connsiteX4" fmla="*/ 633136 w 781175"/>
                  <a:gd name="connsiteY4" fmla="*/ 197019 h 1286595"/>
                  <a:gd name="connsiteX5" fmla="*/ 695683 w 781175"/>
                  <a:gd name="connsiteY5" fmla="*/ 290725 h 1286595"/>
                  <a:gd name="connsiteX6" fmla="*/ 653302 w 781175"/>
                  <a:gd name="connsiteY6" fmla="*/ 618940 h 1286595"/>
                  <a:gd name="connsiteX7" fmla="*/ 781175 w 781175"/>
                  <a:gd name="connsiteY7" fmla="*/ 673266 h 1286595"/>
                  <a:gd name="connsiteX8" fmla="*/ 634009 w 781175"/>
                  <a:gd name="connsiteY8" fmla="*/ 721895 h 1286595"/>
                  <a:gd name="connsiteX9" fmla="*/ 598988 w 781175"/>
                  <a:gd name="connsiteY9" fmla="*/ 1204517 h 1286595"/>
                  <a:gd name="connsiteX10" fmla="*/ 427255 w 781175"/>
                  <a:gd name="connsiteY10" fmla="*/ 1274114 h 1286595"/>
                  <a:gd name="connsiteX11" fmla="*/ 415301 w 781175"/>
                  <a:gd name="connsiteY11" fmla="*/ 1066031 h 1286595"/>
                  <a:gd name="connsiteX12" fmla="*/ 443902 w 781175"/>
                  <a:gd name="connsiteY12" fmla="*/ 783980 h 1286595"/>
                  <a:gd name="connsiteX13" fmla="*/ 153234 w 781175"/>
                  <a:gd name="connsiteY13" fmla="*/ 892212 h 1286595"/>
                  <a:gd name="connsiteX14" fmla="*/ 82229 w 781175"/>
                  <a:gd name="connsiteY14" fmla="*/ 890217 h 1286595"/>
                  <a:gd name="connsiteX15" fmla="*/ 1996 w 781175"/>
                  <a:gd name="connsiteY15" fmla="*/ 775584 h 1286595"/>
                  <a:gd name="connsiteX16" fmla="*/ 44316 w 781175"/>
                  <a:gd name="connsiteY16" fmla="*/ 724545 h 1286595"/>
                  <a:gd name="connsiteX17" fmla="*/ 297487 w 781175"/>
                  <a:gd name="connsiteY17" fmla="*/ 623628 h 1286595"/>
                  <a:gd name="connsiteX18" fmla="*/ 218252 w 781175"/>
                  <a:gd name="connsiteY18" fmla="*/ 484140 h 1286595"/>
                  <a:gd name="connsiteX19" fmla="*/ 292665 w 781175"/>
                  <a:gd name="connsiteY19" fmla="*/ 283305 h 1286595"/>
                  <a:gd name="connsiteX20" fmla="*/ 214760 w 781175"/>
                  <a:gd name="connsiteY20" fmla="*/ 264269 h 1286595"/>
                  <a:gd name="connsiteX21" fmla="*/ 122637 w 781175"/>
                  <a:gd name="connsiteY21" fmla="*/ 116552 h 1286595"/>
                  <a:gd name="connsiteX22" fmla="*/ 518897 w 781175"/>
                  <a:gd name="connsiteY22" fmla="*/ 17880 h 1286595"/>
                  <a:gd name="connsiteX23" fmla="*/ 462443 w 781175"/>
                  <a:gd name="connsiteY23" fmla="*/ 241076 h 1286595"/>
                  <a:gd name="connsiteX24" fmla="*/ 473002 w 781175"/>
                  <a:gd name="connsiteY24" fmla="*/ 312067 h 1286595"/>
                  <a:gd name="connsiteX25" fmla="*/ 511581 w 781175"/>
                  <a:gd name="connsiteY25" fmla="*/ 326864 h 1286595"/>
                  <a:gd name="connsiteX26" fmla="*/ 528791 w 781175"/>
                  <a:gd name="connsiteY26" fmla="*/ 223952 h 1286595"/>
                  <a:gd name="connsiteX27" fmla="*/ 462443 w 781175"/>
                  <a:gd name="connsiteY27" fmla="*/ 241076 h 1286595"/>
                  <a:gd name="connsiteX28" fmla="*/ 450803 w 781175"/>
                  <a:gd name="connsiteY28" fmla="*/ 377904 h 1286595"/>
                  <a:gd name="connsiteX29" fmla="*/ 436087 w 781175"/>
                  <a:gd name="connsiteY29" fmla="*/ 419966 h 1286595"/>
                  <a:gd name="connsiteX30" fmla="*/ 464522 w 781175"/>
                  <a:gd name="connsiteY30" fmla="*/ 389957 h 1286595"/>
                  <a:gd name="connsiteX31" fmla="*/ 450803 w 781175"/>
                  <a:gd name="connsiteY31" fmla="*/ 377904 h 1286595"/>
                  <a:gd name="connsiteX32" fmla="*/ 388612 w 781175"/>
                  <a:gd name="connsiteY32" fmla="*/ 544824 h 1286595"/>
                  <a:gd name="connsiteX33" fmla="*/ 370487 w 781175"/>
                  <a:gd name="connsiteY33" fmla="*/ 597194 h 1286595"/>
                  <a:gd name="connsiteX34" fmla="*/ 428687 w 781175"/>
                  <a:gd name="connsiteY34" fmla="*/ 577825 h 1286595"/>
                  <a:gd name="connsiteX35" fmla="*/ 388612 w 781175"/>
                  <a:gd name="connsiteY35" fmla="*/ 544824 h 1286595"/>
                  <a:gd name="connsiteX0" fmla="*/ 518897 w 781175"/>
                  <a:gd name="connsiteY0" fmla="*/ 17880 h 1292549"/>
                  <a:gd name="connsiteX1" fmla="*/ 619334 w 781175"/>
                  <a:gd name="connsiteY1" fmla="*/ 340 h 1292549"/>
                  <a:gd name="connsiteX2" fmla="*/ 681359 w 781175"/>
                  <a:gd name="connsiteY2" fmla="*/ 39326 h 1292549"/>
                  <a:gd name="connsiteX3" fmla="*/ 757186 w 781175"/>
                  <a:gd name="connsiteY3" fmla="*/ 170418 h 1292549"/>
                  <a:gd name="connsiteX4" fmla="*/ 633136 w 781175"/>
                  <a:gd name="connsiteY4" fmla="*/ 197019 h 1292549"/>
                  <a:gd name="connsiteX5" fmla="*/ 695683 w 781175"/>
                  <a:gd name="connsiteY5" fmla="*/ 290725 h 1292549"/>
                  <a:gd name="connsiteX6" fmla="*/ 653302 w 781175"/>
                  <a:gd name="connsiteY6" fmla="*/ 618940 h 1292549"/>
                  <a:gd name="connsiteX7" fmla="*/ 781175 w 781175"/>
                  <a:gd name="connsiteY7" fmla="*/ 673266 h 1292549"/>
                  <a:gd name="connsiteX8" fmla="*/ 634009 w 781175"/>
                  <a:gd name="connsiteY8" fmla="*/ 721895 h 1292549"/>
                  <a:gd name="connsiteX9" fmla="*/ 598988 w 781175"/>
                  <a:gd name="connsiteY9" fmla="*/ 1204517 h 1292549"/>
                  <a:gd name="connsiteX10" fmla="*/ 386112 w 781175"/>
                  <a:gd name="connsiteY10" fmla="*/ 1281828 h 1292549"/>
                  <a:gd name="connsiteX11" fmla="*/ 415301 w 781175"/>
                  <a:gd name="connsiteY11" fmla="*/ 1066031 h 1292549"/>
                  <a:gd name="connsiteX12" fmla="*/ 443902 w 781175"/>
                  <a:gd name="connsiteY12" fmla="*/ 783980 h 1292549"/>
                  <a:gd name="connsiteX13" fmla="*/ 153234 w 781175"/>
                  <a:gd name="connsiteY13" fmla="*/ 892212 h 1292549"/>
                  <a:gd name="connsiteX14" fmla="*/ 82229 w 781175"/>
                  <a:gd name="connsiteY14" fmla="*/ 890217 h 1292549"/>
                  <a:gd name="connsiteX15" fmla="*/ 1996 w 781175"/>
                  <a:gd name="connsiteY15" fmla="*/ 775584 h 1292549"/>
                  <a:gd name="connsiteX16" fmla="*/ 44316 w 781175"/>
                  <a:gd name="connsiteY16" fmla="*/ 724545 h 1292549"/>
                  <a:gd name="connsiteX17" fmla="*/ 297487 w 781175"/>
                  <a:gd name="connsiteY17" fmla="*/ 623628 h 1292549"/>
                  <a:gd name="connsiteX18" fmla="*/ 218252 w 781175"/>
                  <a:gd name="connsiteY18" fmla="*/ 484140 h 1292549"/>
                  <a:gd name="connsiteX19" fmla="*/ 292665 w 781175"/>
                  <a:gd name="connsiteY19" fmla="*/ 283305 h 1292549"/>
                  <a:gd name="connsiteX20" fmla="*/ 214760 w 781175"/>
                  <a:gd name="connsiteY20" fmla="*/ 264269 h 1292549"/>
                  <a:gd name="connsiteX21" fmla="*/ 122637 w 781175"/>
                  <a:gd name="connsiteY21" fmla="*/ 116552 h 1292549"/>
                  <a:gd name="connsiteX22" fmla="*/ 518897 w 781175"/>
                  <a:gd name="connsiteY22" fmla="*/ 17880 h 1292549"/>
                  <a:gd name="connsiteX23" fmla="*/ 462443 w 781175"/>
                  <a:gd name="connsiteY23" fmla="*/ 241076 h 1292549"/>
                  <a:gd name="connsiteX24" fmla="*/ 473002 w 781175"/>
                  <a:gd name="connsiteY24" fmla="*/ 312067 h 1292549"/>
                  <a:gd name="connsiteX25" fmla="*/ 511581 w 781175"/>
                  <a:gd name="connsiteY25" fmla="*/ 326864 h 1292549"/>
                  <a:gd name="connsiteX26" fmla="*/ 528791 w 781175"/>
                  <a:gd name="connsiteY26" fmla="*/ 223952 h 1292549"/>
                  <a:gd name="connsiteX27" fmla="*/ 462443 w 781175"/>
                  <a:gd name="connsiteY27" fmla="*/ 241076 h 1292549"/>
                  <a:gd name="connsiteX28" fmla="*/ 450803 w 781175"/>
                  <a:gd name="connsiteY28" fmla="*/ 377904 h 1292549"/>
                  <a:gd name="connsiteX29" fmla="*/ 436087 w 781175"/>
                  <a:gd name="connsiteY29" fmla="*/ 419966 h 1292549"/>
                  <a:gd name="connsiteX30" fmla="*/ 464522 w 781175"/>
                  <a:gd name="connsiteY30" fmla="*/ 389957 h 1292549"/>
                  <a:gd name="connsiteX31" fmla="*/ 450803 w 781175"/>
                  <a:gd name="connsiteY31" fmla="*/ 377904 h 1292549"/>
                  <a:gd name="connsiteX32" fmla="*/ 388612 w 781175"/>
                  <a:gd name="connsiteY32" fmla="*/ 544824 h 1292549"/>
                  <a:gd name="connsiteX33" fmla="*/ 370487 w 781175"/>
                  <a:gd name="connsiteY33" fmla="*/ 597194 h 1292549"/>
                  <a:gd name="connsiteX34" fmla="*/ 428687 w 781175"/>
                  <a:gd name="connsiteY34" fmla="*/ 577825 h 1292549"/>
                  <a:gd name="connsiteX35" fmla="*/ 388612 w 781175"/>
                  <a:gd name="connsiteY35" fmla="*/ 544824 h 1292549"/>
                  <a:gd name="connsiteX0" fmla="*/ 518897 w 781175"/>
                  <a:gd name="connsiteY0" fmla="*/ 17880 h 1286110"/>
                  <a:gd name="connsiteX1" fmla="*/ 619334 w 781175"/>
                  <a:gd name="connsiteY1" fmla="*/ 340 h 1286110"/>
                  <a:gd name="connsiteX2" fmla="*/ 681359 w 781175"/>
                  <a:gd name="connsiteY2" fmla="*/ 39326 h 1286110"/>
                  <a:gd name="connsiteX3" fmla="*/ 757186 w 781175"/>
                  <a:gd name="connsiteY3" fmla="*/ 170418 h 1286110"/>
                  <a:gd name="connsiteX4" fmla="*/ 633136 w 781175"/>
                  <a:gd name="connsiteY4" fmla="*/ 197019 h 1286110"/>
                  <a:gd name="connsiteX5" fmla="*/ 695683 w 781175"/>
                  <a:gd name="connsiteY5" fmla="*/ 290725 h 1286110"/>
                  <a:gd name="connsiteX6" fmla="*/ 653302 w 781175"/>
                  <a:gd name="connsiteY6" fmla="*/ 618940 h 1286110"/>
                  <a:gd name="connsiteX7" fmla="*/ 781175 w 781175"/>
                  <a:gd name="connsiteY7" fmla="*/ 673266 h 1286110"/>
                  <a:gd name="connsiteX8" fmla="*/ 634009 w 781175"/>
                  <a:gd name="connsiteY8" fmla="*/ 721895 h 1286110"/>
                  <a:gd name="connsiteX9" fmla="*/ 601559 w 781175"/>
                  <a:gd name="connsiteY9" fmla="*/ 1140232 h 1286110"/>
                  <a:gd name="connsiteX10" fmla="*/ 386112 w 781175"/>
                  <a:gd name="connsiteY10" fmla="*/ 1281828 h 1286110"/>
                  <a:gd name="connsiteX11" fmla="*/ 415301 w 781175"/>
                  <a:gd name="connsiteY11" fmla="*/ 1066031 h 1286110"/>
                  <a:gd name="connsiteX12" fmla="*/ 443902 w 781175"/>
                  <a:gd name="connsiteY12" fmla="*/ 783980 h 1286110"/>
                  <a:gd name="connsiteX13" fmla="*/ 153234 w 781175"/>
                  <a:gd name="connsiteY13" fmla="*/ 892212 h 1286110"/>
                  <a:gd name="connsiteX14" fmla="*/ 82229 w 781175"/>
                  <a:gd name="connsiteY14" fmla="*/ 890217 h 1286110"/>
                  <a:gd name="connsiteX15" fmla="*/ 1996 w 781175"/>
                  <a:gd name="connsiteY15" fmla="*/ 775584 h 1286110"/>
                  <a:gd name="connsiteX16" fmla="*/ 44316 w 781175"/>
                  <a:gd name="connsiteY16" fmla="*/ 724545 h 1286110"/>
                  <a:gd name="connsiteX17" fmla="*/ 297487 w 781175"/>
                  <a:gd name="connsiteY17" fmla="*/ 623628 h 1286110"/>
                  <a:gd name="connsiteX18" fmla="*/ 218252 w 781175"/>
                  <a:gd name="connsiteY18" fmla="*/ 484140 h 1286110"/>
                  <a:gd name="connsiteX19" fmla="*/ 292665 w 781175"/>
                  <a:gd name="connsiteY19" fmla="*/ 283305 h 1286110"/>
                  <a:gd name="connsiteX20" fmla="*/ 214760 w 781175"/>
                  <a:gd name="connsiteY20" fmla="*/ 264269 h 1286110"/>
                  <a:gd name="connsiteX21" fmla="*/ 122637 w 781175"/>
                  <a:gd name="connsiteY21" fmla="*/ 116552 h 1286110"/>
                  <a:gd name="connsiteX22" fmla="*/ 518897 w 781175"/>
                  <a:gd name="connsiteY22" fmla="*/ 17880 h 1286110"/>
                  <a:gd name="connsiteX23" fmla="*/ 462443 w 781175"/>
                  <a:gd name="connsiteY23" fmla="*/ 241076 h 1286110"/>
                  <a:gd name="connsiteX24" fmla="*/ 473002 w 781175"/>
                  <a:gd name="connsiteY24" fmla="*/ 312067 h 1286110"/>
                  <a:gd name="connsiteX25" fmla="*/ 511581 w 781175"/>
                  <a:gd name="connsiteY25" fmla="*/ 326864 h 1286110"/>
                  <a:gd name="connsiteX26" fmla="*/ 528791 w 781175"/>
                  <a:gd name="connsiteY26" fmla="*/ 223952 h 1286110"/>
                  <a:gd name="connsiteX27" fmla="*/ 462443 w 781175"/>
                  <a:gd name="connsiteY27" fmla="*/ 241076 h 1286110"/>
                  <a:gd name="connsiteX28" fmla="*/ 450803 w 781175"/>
                  <a:gd name="connsiteY28" fmla="*/ 377904 h 1286110"/>
                  <a:gd name="connsiteX29" fmla="*/ 436087 w 781175"/>
                  <a:gd name="connsiteY29" fmla="*/ 419966 h 1286110"/>
                  <a:gd name="connsiteX30" fmla="*/ 464522 w 781175"/>
                  <a:gd name="connsiteY30" fmla="*/ 389957 h 1286110"/>
                  <a:gd name="connsiteX31" fmla="*/ 450803 w 781175"/>
                  <a:gd name="connsiteY31" fmla="*/ 377904 h 1286110"/>
                  <a:gd name="connsiteX32" fmla="*/ 388612 w 781175"/>
                  <a:gd name="connsiteY32" fmla="*/ 544824 h 1286110"/>
                  <a:gd name="connsiteX33" fmla="*/ 370487 w 781175"/>
                  <a:gd name="connsiteY33" fmla="*/ 597194 h 1286110"/>
                  <a:gd name="connsiteX34" fmla="*/ 428687 w 781175"/>
                  <a:gd name="connsiteY34" fmla="*/ 577825 h 1286110"/>
                  <a:gd name="connsiteX35" fmla="*/ 388612 w 781175"/>
                  <a:gd name="connsiteY35" fmla="*/ 544824 h 1286110"/>
                  <a:gd name="connsiteX0" fmla="*/ 518897 w 781175"/>
                  <a:gd name="connsiteY0" fmla="*/ 17880 h 1291039"/>
                  <a:gd name="connsiteX1" fmla="*/ 619334 w 781175"/>
                  <a:gd name="connsiteY1" fmla="*/ 340 h 1291039"/>
                  <a:gd name="connsiteX2" fmla="*/ 681359 w 781175"/>
                  <a:gd name="connsiteY2" fmla="*/ 39326 h 1291039"/>
                  <a:gd name="connsiteX3" fmla="*/ 757186 w 781175"/>
                  <a:gd name="connsiteY3" fmla="*/ 170418 h 1291039"/>
                  <a:gd name="connsiteX4" fmla="*/ 633136 w 781175"/>
                  <a:gd name="connsiteY4" fmla="*/ 197019 h 1291039"/>
                  <a:gd name="connsiteX5" fmla="*/ 695683 w 781175"/>
                  <a:gd name="connsiteY5" fmla="*/ 290725 h 1291039"/>
                  <a:gd name="connsiteX6" fmla="*/ 653302 w 781175"/>
                  <a:gd name="connsiteY6" fmla="*/ 618940 h 1291039"/>
                  <a:gd name="connsiteX7" fmla="*/ 781175 w 781175"/>
                  <a:gd name="connsiteY7" fmla="*/ 673266 h 1291039"/>
                  <a:gd name="connsiteX8" fmla="*/ 634009 w 781175"/>
                  <a:gd name="connsiteY8" fmla="*/ 721895 h 1291039"/>
                  <a:gd name="connsiteX9" fmla="*/ 601559 w 781175"/>
                  <a:gd name="connsiteY9" fmla="*/ 1140232 h 1291039"/>
                  <a:gd name="connsiteX10" fmla="*/ 532683 w 781175"/>
                  <a:gd name="connsiteY10" fmla="*/ 1286971 h 1291039"/>
                  <a:gd name="connsiteX11" fmla="*/ 415301 w 781175"/>
                  <a:gd name="connsiteY11" fmla="*/ 1066031 h 1291039"/>
                  <a:gd name="connsiteX12" fmla="*/ 443902 w 781175"/>
                  <a:gd name="connsiteY12" fmla="*/ 783980 h 1291039"/>
                  <a:gd name="connsiteX13" fmla="*/ 153234 w 781175"/>
                  <a:gd name="connsiteY13" fmla="*/ 892212 h 1291039"/>
                  <a:gd name="connsiteX14" fmla="*/ 82229 w 781175"/>
                  <a:gd name="connsiteY14" fmla="*/ 890217 h 1291039"/>
                  <a:gd name="connsiteX15" fmla="*/ 1996 w 781175"/>
                  <a:gd name="connsiteY15" fmla="*/ 775584 h 1291039"/>
                  <a:gd name="connsiteX16" fmla="*/ 44316 w 781175"/>
                  <a:gd name="connsiteY16" fmla="*/ 724545 h 1291039"/>
                  <a:gd name="connsiteX17" fmla="*/ 297487 w 781175"/>
                  <a:gd name="connsiteY17" fmla="*/ 623628 h 1291039"/>
                  <a:gd name="connsiteX18" fmla="*/ 218252 w 781175"/>
                  <a:gd name="connsiteY18" fmla="*/ 484140 h 1291039"/>
                  <a:gd name="connsiteX19" fmla="*/ 292665 w 781175"/>
                  <a:gd name="connsiteY19" fmla="*/ 283305 h 1291039"/>
                  <a:gd name="connsiteX20" fmla="*/ 214760 w 781175"/>
                  <a:gd name="connsiteY20" fmla="*/ 264269 h 1291039"/>
                  <a:gd name="connsiteX21" fmla="*/ 122637 w 781175"/>
                  <a:gd name="connsiteY21" fmla="*/ 116552 h 1291039"/>
                  <a:gd name="connsiteX22" fmla="*/ 518897 w 781175"/>
                  <a:gd name="connsiteY22" fmla="*/ 17880 h 1291039"/>
                  <a:gd name="connsiteX23" fmla="*/ 462443 w 781175"/>
                  <a:gd name="connsiteY23" fmla="*/ 241076 h 1291039"/>
                  <a:gd name="connsiteX24" fmla="*/ 473002 w 781175"/>
                  <a:gd name="connsiteY24" fmla="*/ 312067 h 1291039"/>
                  <a:gd name="connsiteX25" fmla="*/ 511581 w 781175"/>
                  <a:gd name="connsiteY25" fmla="*/ 326864 h 1291039"/>
                  <a:gd name="connsiteX26" fmla="*/ 528791 w 781175"/>
                  <a:gd name="connsiteY26" fmla="*/ 223952 h 1291039"/>
                  <a:gd name="connsiteX27" fmla="*/ 462443 w 781175"/>
                  <a:gd name="connsiteY27" fmla="*/ 241076 h 1291039"/>
                  <a:gd name="connsiteX28" fmla="*/ 450803 w 781175"/>
                  <a:gd name="connsiteY28" fmla="*/ 377904 h 1291039"/>
                  <a:gd name="connsiteX29" fmla="*/ 436087 w 781175"/>
                  <a:gd name="connsiteY29" fmla="*/ 419966 h 1291039"/>
                  <a:gd name="connsiteX30" fmla="*/ 464522 w 781175"/>
                  <a:gd name="connsiteY30" fmla="*/ 389957 h 1291039"/>
                  <a:gd name="connsiteX31" fmla="*/ 450803 w 781175"/>
                  <a:gd name="connsiteY31" fmla="*/ 377904 h 1291039"/>
                  <a:gd name="connsiteX32" fmla="*/ 388612 w 781175"/>
                  <a:gd name="connsiteY32" fmla="*/ 544824 h 1291039"/>
                  <a:gd name="connsiteX33" fmla="*/ 370487 w 781175"/>
                  <a:gd name="connsiteY33" fmla="*/ 597194 h 1291039"/>
                  <a:gd name="connsiteX34" fmla="*/ 428687 w 781175"/>
                  <a:gd name="connsiteY34" fmla="*/ 577825 h 1291039"/>
                  <a:gd name="connsiteX35" fmla="*/ 388612 w 781175"/>
                  <a:gd name="connsiteY35" fmla="*/ 544824 h 1291039"/>
                  <a:gd name="connsiteX0" fmla="*/ 518897 w 781175"/>
                  <a:gd name="connsiteY0" fmla="*/ 17880 h 1290342"/>
                  <a:gd name="connsiteX1" fmla="*/ 619334 w 781175"/>
                  <a:gd name="connsiteY1" fmla="*/ 340 h 1290342"/>
                  <a:gd name="connsiteX2" fmla="*/ 681359 w 781175"/>
                  <a:gd name="connsiteY2" fmla="*/ 39326 h 1290342"/>
                  <a:gd name="connsiteX3" fmla="*/ 757186 w 781175"/>
                  <a:gd name="connsiteY3" fmla="*/ 170418 h 1290342"/>
                  <a:gd name="connsiteX4" fmla="*/ 633136 w 781175"/>
                  <a:gd name="connsiteY4" fmla="*/ 197019 h 1290342"/>
                  <a:gd name="connsiteX5" fmla="*/ 695683 w 781175"/>
                  <a:gd name="connsiteY5" fmla="*/ 290725 h 1290342"/>
                  <a:gd name="connsiteX6" fmla="*/ 653302 w 781175"/>
                  <a:gd name="connsiteY6" fmla="*/ 618940 h 1290342"/>
                  <a:gd name="connsiteX7" fmla="*/ 781175 w 781175"/>
                  <a:gd name="connsiteY7" fmla="*/ 673266 h 1290342"/>
                  <a:gd name="connsiteX8" fmla="*/ 634009 w 781175"/>
                  <a:gd name="connsiteY8" fmla="*/ 721895 h 1290342"/>
                  <a:gd name="connsiteX9" fmla="*/ 601559 w 781175"/>
                  <a:gd name="connsiteY9" fmla="*/ 1140232 h 1290342"/>
                  <a:gd name="connsiteX10" fmla="*/ 532683 w 781175"/>
                  <a:gd name="connsiteY10" fmla="*/ 1286971 h 1290342"/>
                  <a:gd name="connsiteX11" fmla="*/ 415301 w 781175"/>
                  <a:gd name="connsiteY11" fmla="*/ 1066031 h 1290342"/>
                  <a:gd name="connsiteX12" fmla="*/ 443902 w 781175"/>
                  <a:gd name="connsiteY12" fmla="*/ 783980 h 1290342"/>
                  <a:gd name="connsiteX13" fmla="*/ 153234 w 781175"/>
                  <a:gd name="connsiteY13" fmla="*/ 892212 h 1290342"/>
                  <a:gd name="connsiteX14" fmla="*/ 82229 w 781175"/>
                  <a:gd name="connsiteY14" fmla="*/ 890217 h 1290342"/>
                  <a:gd name="connsiteX15" fmla="*/ 1996 w 781175"/>
                  <a:gd name="connsiteY15" fmla="*/ 775584 h 1290342"/>
                  <a:gd name="connsiteX16" fmla="*/ 44316 w 781175"/>
                  <a:gd name="connsiteY16" fmla="*/ 724545 h 1290342"/>
                  <a:gd name="connsiteX17" fmla="*/ 297487 w 781175"/>
                  <a:gd name="connsiteY17" fmla="*/ 623628 h 1290342"/>
                  <a:gd name="connsiteX18" fmla="*/ 218252 w 781175"/>
                  <a:gd name="connsiteY18" fmla="*/ 484140 h 1290342"/>
                  <a:gd name="connsiteX19" fmla="*/ 292665 w 781175"/>
                  <a:gd name="connsiteY19" fmla="*/ 283305 h 1290342"/>
                  <a:gd name="connsiteX20" fmla="*/ 214760 w 781175"/>
                  <a:gd name="connsiteY20" fmla="*/ 264269 h 1290342"/>
                  <a:gd name="connsiteX21" fmla="*/ 122637 w 781175"/>
                  <a:gd name="connsiteY21" fmla="*/ 116552 h 1290342"/>
                  <a:gd name="connsiteX22" fmla="*/ 518897 w 781175"/>
                  <a:gd name="connsiteY22" fmla="*/ 17880 h 1290342"/>
                  <a:gd name="connsiteX23" fmla="*/ 462443 w 781175"/>
                  <a:gd name="connsiteY23" fmla="*/ 241076 h 1290342"/>
                  <a:gd name="connsiteX24" fmla="*/ 473002 w 781175"/>
                  <a:gd name="connsiteY24" fmla="*/ 312067 h 1290342"/>
                  <a:gd name="connsiteX25" fmla="*/ 511581 w 781175"/>
                  <a:gd name="connsiteY25" fmla="*/ 326864 h 1290342"/>
                  <a:gd name="connsiteX26" fmla="*/ 528791 w 781175"/>
                  <a:gd name="connsiteY26" fmla="*/ 223952 h 1290342"/>
                  <a:gd name="connsiteX27" fmla="*/ 462443 w 781175"/>
                  <a:gd name="connsiteY27" fmla="*/ 241076 h 1290342"/>
                  <a:gd name="connsiteX28" fmla="*/ 450803 w 781175"/>
                  <a:gd name="connsiteY28" fmla="*/ 377904 h 1290342"/>
                  <a:gd name="connsiteX29" fmla="*/ 436087 w 781175"/>
                  <a:gd name="connsiteY29" fmla="*/ 419966 h 1290342"/>
                  <a:gd name="connsiteX30" fmla="*/ 464522 w 781175"/>
                  <a:gd name="connsiteY30" fmla="*/ 389957 h 1290342"/>
                  <a:gd name="connsiteX31" fmla="*/ 450803 w 781175"/>
                  <a:gd name="connsiteY31" fmla="*/ 377904 h 1290342"/>
                  <a:gd name="connsiteX32" fmla="*/ 388612 w 781175"/>
                  <a:gd name="connsiteY32" fmla="*/ 544824 h 1290342"/>
                  <a:gd name="connsiteX33" fmla="*/ 370487 w 781175"/>
                  <a:gd name="connsiteY33" fmla="*/ 597194 h 1290342"/>
                  <a:gd name="connsiteX34" fmla="*/ 428687 w 781175"/>
                  <a:gd name="connsiteY34" fmla="*/ 577825 h 1290342"/>
                  <a:gd name="connsiteX35" fmla="*/ 388612 w 781175"/>
                  <a:gd name="connsiteY35" fmla="*/ 544824 h 1290342"/>
                  <a:gd name="connsiteX0" fmla="*/ 518897 w 781175"/>
                  <a:gd name="connsiteY0" fmla="*/ 17880 h 1295829"/>
                  <a:gd name="connsiteX1" fmla="*/ 619334 w 781175"/>
                  <a:gd name="connsiteY1" fmla="*/ 340 h 1295829"/>
                  <a:gd name="connsiteX2" fmla="*/ 681359 w 781175"/>
                  <a:gd name="connsiteY2" fmla="*/ 39326 h 1295829"/>
                  <a:gd name="connsiteX3" fmla="*/ 757186 w 781175"/>
                  <a:gd name="connsiteY3" fmla="*/ 170418 h 1295829"/>
                  <a:gd name="connsiteX4" fmla="*/ 633136 w 781175"/>
                  <a:gd name="connsiteY4" fmla="*/ 197019 h 1295829"/>
                  <a:gd name="connsiteX5" fmla="*/ 695683 w 781175"/>
                  <a:gd name="connsiteY5" fmla="*/ 290725 h 1295829"/>
                  <a:gd name="connsiteX6" fmla="*/ 653302 w 781175"/>
                  <a:gd name="connsiteY6" fmla="*/ 618940 h 1295829"/>
                  <a:gd name="connsiteX7" fmla="*/ 781175 w 781175"/>
                  <a:gd name="connsiteY7" fmla="*/ 673266 h 1295829"/>
                  <a:gd name="connsiteX8" fmla="*/ 634009 w 781175"/>
                  <a:gd name="connsiteY8" fmla="*/ 721895 h 1295829"/>
                  <a:gd name="connsiteX9" fmla="*/ 601559 w 781175"/>
                  <a:gd name="connsiteY9" fmla="*/ 1140232 h 1295829"/>
                  <a:gd name="connsiteX10" fmla="*/ 532683 w 781175"/>
                  <a:gd name="connsiteY10" fmla="*/ 1286971 h 1295829"/>
                  <a:gd name="connsiteX11" fmla="*/ 415301 w 781175"/>
                  <a:gd name="connsiteY11" fmla="*/ 1066031 h 1295829"/>
                  <a:gd name="connsiteX12" fmla="*/ 443902 w 781175"/>
                  <a:gd name="connsiteY12" fmla="*/ 783980 h 1295829"/>
                  <a:gd name="connsiteX13" fmla="*/ 153234 w 781175"/>
                  <a:gd name="connsiteY13" fmla="*/ 892212 h 1295829"/>
                  <a:gd name="connsiteX14" fmla="*/ 82229 w 781175"/>
                  <a:gd name="connsiteY14" fmla="*/ 890217 h 1295829"/>
                  <a:gd name="connsiteX15" fmla="*/ 1996 w 781175"/>
                  <a:gd name="connsiteY15" fmla="*/ 775584 h 1295829"/>
                  <a:gd name="connsiteX16" fmla="*/ 44316 w 781175"/>
                  <a:gd name="connsiteY16" fmla="*/ 724545 h 1295829"/>
                  <a:gd name="connsiteX17" fmla="*/ 297487 w 781175"/>
                  <a:gd name="connsiteY17" fmla="*/ 623628 h 1295829"/>
                  <a:gd name="connsiteX18" fmla="*/ 218252 w 781175"/>
                  <a:gd name="connsiteY18" fmla="*/ 484140 h 1295829"/>
                  <a:gd name="connsiteX19" fmla="*/ 292665 w 781175"/>
                  <a:gd name="connsiteY19" fmla="*/ 283305 h 1295829"/>
                  <a:gd name="connsiteX20" fmla="*/ 214760 w 781175"/>
                  <a:gd name="connsiteY20" fmla="*/ 264269 h 1295829"/>
                  <a:gd name="connsiteX21" fmla="*/ 122637 w 781175"/>
                  <a:gd name="connsiteY21" fmla="*/ 116552 h 1295829"/>
                  <a:gd name="connsiteX22" fmla="*/ 518897 w 781175"/>
                  <a:gd name="connsiteY22" fmla="*/ 17880 h 1295829"/>
                  <a:gd name="connsiteX23" fmla="*/ 462443 w 781175"/>
                  <a:gd name="connsiteY23" fmla="*/ 241076 h 1295829"/>
                  <a:gd name="connsiteX24" fmla="*/ 473002 w 781175"/>
                  <a:gd name="connsiteY24" fmla="*/ 312067 h 1295829"/>
                  <a:gd name="connsiteX25" fmla="*/ 511581 w 781175"/>
                  <a:gd name="connsiteY25" fmla="*/ 326864 h 1295829"/>
                  <a:gd name="connsiteX26" fmla="*/ 528791 w 781175"/>
                  <a:gd name="connsiteY26" fmla="*/ 223952 h 1295829"/>
                  <a:gd name="connsiteX27" fmla="*/ 462443 w 781175"/>
                  <a:gd name="connsiteY27" fmla="*/ 241076 h 1295829"/>
                  <a:gd name="connsiteX28" fmla="*/ 450803 w 781175"/>
                  <a:gd name="connsiteY28" fmla="*/ 377904 h 1295829"/>
                  <a:gd name="connsiteX29" fmla="*/ 436087 w 781175"/>
                  <a:gd name="connsiteY29" fmla="*/ 419966 h 1295829"/>
                  <a:gd name="connsiteX30" fmla="*/ 464522 w 781175"/>
                  <a:gd name="connsiteY30" fmla="*/ 389957 h 1295829"/>
                  <a:gd name="connsiteX31" fmla="*/ 450803 w 781175"/>
                  <a:gd name="connsiteY31" fmla="*/ 377904 h 1295829"/>
                  <a:gd name="connsiteX32" fmla="*/ 388612 w 781175"/>
                  <a:gd name="connsiteY32" fmla="*/ 544824 h 1295829"/>
                  <a:gd name="connsiteX33" fmla="*/ 370487 w 781175"/>
                  <a:gd name="connsiteY33" fmla="*/ 597194 h 1295829"/>
                  <a:gd name="connsiteX34" fmla="*/ 428687 w 781175"/>
                  <a:gd name="connsiteY34" fmla="*/ 577825 h 1295829"/>
                  <a:gd name="connsiteX35" fmla="*/ 388612 w 781175"/>
                  <a:gd name="connsiteY35" fmla="*/ 544824 h 1295829"/>
                  <a:gd name="connsiteX0" fmla="*/ 518897 w 781175"/>
                  <a:gd name="connsiteY0" fmla="*/ 17880 h 1295829"/>
                  <a:gd name="connsiteX1" fmla="*/ 619334 w 781175"/>
                  <a:gd name="connsiteY1" fmla="*/ 340 h 1295829"/>
                  <a:gd name="connsiteX2" fmla="*/ 681359 w 781175"/>
                  <a:gd name="connsiteY2" fmla="*/ 39326 h 1295829"/>
                  <a:gd name="connsiteX3" fmla="*/ 757186 w 781175"/>
                  <a:gd name="connsiteY3" fmla="*/ 170418 h 1295829"/>
                  <a:gd name="connsiteX4" fmla="*/ 633136 w 781175"/>
                  <a:gd name="connsiteY4" fmla="*/ 197019 h 1295829"/>
                  <a:gd name="connsiteX5" fmla="*/ 695683 w 781175"/>
                  <a:gd name="connsiteY5" fmla="*/ 290725 h 1295829"/>
                  <a:gd name="connsiteX6" fmla="*/ 653302 w 781175"/>
                  <a:gd name="connsiteY6" fmla="*/ 618940 h 1295829"/>
                  <a:gd name="connsiteX7" fmla="*/ 781175 w 781175"/>
                  <a:gd name="connsiteY7" fmla="*/ 673266 h 1295829"/>
                  <a:gd name="connsiteX8" fmla="*/ 634009 w 781175"/>
                  <a:gd name="connsiteY8" fmla="*/ 721895 h 1295829"/>
                  <a:gd name="connsiteX9" fmla="*/ 601559 w 781175"/>
                  <a:gd name="connsiteY9" fmla="*/ 1140232 h 1295829"/>
                  <a:gd name="connsiteX10" fmla="*/ 532683 w 781175"/>
                  <a:gd name="connsiteY10" fmla="*/ 1286971 h 1295829"/>
                  <a:gd name="connsiteX11" fmla="*/ 405015 w 781175"/>
                  <a:gd name="connsiteY11" fmla="*/ 1176602 h 1295829"/>
                  <a:gd name="connsiteX12" fmla="*/ 443902 w 781175"/>
                  <a:gd name="connsiteY12" fmla="*/ 783980 h 1295829"/>
                  <a:gd name="connsiteX13" fmla="*/ 153234 w 781175"/>
                  <a:gd name="connsiteY13" fmla="*/ 892212 h 1295829"/>
                  <a:gd name="connsiteX14" fmla="*/ 82229 w 781175"/>
                  <a:gd name="connsiteY14" fmla="*/ 890217 h 1295829"/>
                  <a:gd name="connsiteX15" fmla="*/ 1996 w 781175"/>
                  <a:gd name="connsiteY15" fmla="*/ 775584 h 1295829"/>
                  <a:gd name="connsiteX16" fmla="*/ 44316 w 781175"/>
                  <a:gd name="connsiteY16" fmla="*/ 724545 h 1295829"/>
                  <a:gd name="connsiteX17" fmla="*/ 297487 w 781175"/>
                  <a:gd name="connsiteY17" fmla="*/ 623628 h 1295829"/>
                  <a:gd name="connsiteX18" fmla="*/ 218252 w 781175"/>
                  <a:gd name="connsiteY18" fmla="*/ 484140 h 1295829"/>
                  <a:gd name="connsiteX19" fmla="*/ 292665 w 781175"/>
                  <a:gd name="connsiteY19" fmla="*/ 283305 h 1295829"/>
                  <a:gd name="connsiteX20" fmla="*/ 214760 w 781175"/>
                  <a:gd name="connsiteY20" fmla="*/ 264269 h 1295829"/>
                  <a:gd name="connsiteX21" fmla="*/ 122637 w 781175"/>
                  <a:gd name="connsiteY21" fmla="*/ 116552 h 1295829"/>
                  <a:gd name="connsiteX22" fmla="*/ 518897 w 781175"/>
                  <a:gd name="connsiteY22" fmla="*/ 17880 h 1295829"/>
                  <a:gd name="connsiteX23" fmla="*/ 462443 w 781175"/>
                  <a:gd name="connsiteY23" fmla="*/ 241076 h 1295829"/>
                  <a:gd name="connsiteX24" fmla="*/ 473002 w 781175"/>
                  <a:gd name="connsiteY24" fmla="*/ 312067 h 1295829"/>
                  <a:gd name="connsiteX25" fmla="*/ 511581 w 781175"/>
                  <a:gd name="connsiteY25" fmla="*/ 326864 h 1295829"/>
                  <a:gd name="connsiteX26" fmla="*/ 528791 w 781175"/>
                  <a:gd name="connsiteY26" fmla="*/ 223952 h 1295829"/>
                  <a:gd name="connsiteX27" fmla="*/ 462443 w 781175"/>
                  <a:gd name="connsiteY27" fmla="*/ 241076 h 1295829"/>
                  <a:gd name="connsiteX28" fmla="*/ 450803 w 781175"/>
                  <a:gd name="connsiteY28" fmla="*/ 377904 h 1295829"/>
                  <a:gd name="connsiteX29" fmla="*/ 436087 w 781175"/>
                  <a:gd name="connsiteY29" fmla="*/ 419966 h 1295829"/>
                  <a:gd name="connsiteX30" fmla="*/ 464522 w 781175"/>
                  <a:gd name="connsiteY30" fmla="*/ 389957 h 1295829"/>
                  <a:gd name="connsiteX31" fmla="*/ 450803 w 781175"/>
                  <a:gd name="connsiteY31" fmla="*/ 377904 h 1295829"/>
                  <a:gd name="connsiteX32" fmla="*/ 388612 w 781175"/>
                  <a:gd name="connsiteY32" fmla="*/ 544824 h 1295829"/>
                  <a:gd name="connsiteX33" fmla="*/ 370487 w 781175"/>
                  <a:gd name="connsiteY33" fmla="*/ 597194 h 1295829"/>
                  <a:gd name="connsiteX34" fmla="*/ 428687 w 781175"/>
                  <a:gd name="connsiteY34" fmla="*/ 577825 h 1295829"/>
                  <a:gd name="connsiteX35" fmla="*/ 388612 w 781175"/>
                  <a:gd name="connsiteY35" fmla="*/ 544824 h 1295829"/>
                  <a:gd name="connsiteX0" fmla="*/ 518897 w 781175"/>
                  <a:gd name="connsiteY0" fmla="*/ 17880 h 1295829"/>
                  <a:gd name="connsiteX1" fmla="*/ 619334 w 781175"/>
                  <a:gd name="connsiteY1" fmla="*/ 340 h 1295829"/>
                  <a:gd name="connsiteX2" fmla="*/ 681359 w 781175"/>
                  <a:gd name="connsiteY2" fmla="*/ 39326 h 1295829"/>
                  <a:gd name="connsiteX3" fmla="*/ 757186 w 781175"/>
                  <a:gd name="connsiteY3" fmla="*/ 170418 h 1295829"/>
                  <a:gd name="connsiteX4" fmla="*/ 633136 w 781175"/>
                  <a:gd name="connsiteY4" fmla="*/ 197019 h 1295829"/>
                  <a:gd name="connsiteX5" fmla="*/ 695683 w 781175"/>
                  <a:gd name="connsiteY5" fmla="*/ 290725 h 1295829"/>
                  <a:gd name="connsiteX6" fmla="*/ 653302 w 781175"/>
                  <a:gd name="connsiteY6" fmla="*/ 618940 h 1295829"/>
                  <a:gd name="connsiteX7" fmla="*/ 781175 w 781175"/>
                  <a:gd name="connsiteY7" fmla="*/ 673266 h 1295829"/>
                  <a:gd name="connsiteX8" fmla="*/ 634009 w 781175"/>
                  <a:gd name="connsiteY8" fmla="*/ 721895 h 1295829"/>
                  <a:gd name="connsiteX9" fmla="*/ 601559 w 781175"/>
                  <a:gd name="connsiteY9" fmla="*/ 1140232 h 1295829"/>
                  <a:gd name="connsiteX10" fmla="*/ 532683 w 781175"/>
                  <a:gd name="connsiteY10" fmla="*/ 1286971 h 1295829"/>
                  <a:gd name="connsiteX11" fmla="*/ 394729 w 781175"/>
                  <a:gd name="connsiteY11" fmla="*/ 1184316 h 1295829"/>
                  <a:gd name="connsiteX12" fmla="*/ 443902 w 781175"/>
                  <a:gd name="connsiteY12" fmla="*/ 783980 h 1295829"/>
                  <a:gd name="connsiteX13" fmla="*/ 153234 w 781175"/>
                  <a:gd name="connsiteY13" fmla="*/ 892212 h 1295829"/>
                  <a:gd name="connsiteX14" fmla="*/ 82229 w 781175"/>
                  <a:gd name="connsiteY14" fmla="*/ 890217 h 1295829"/>
                  <a:gd name="connsiteX15" fmla="*/ 1996 w 781175"/>
                  <a:gd name="connsiteY15" fmla="*/ 775584 h 1295829"/>
                  <a:gd name="connsiteX16" fmla="*/ 44316 w 781175"/>
                  <a:gd name="connsiteY16" fmla="*/ 724545 h 1295829"/>
                  <a:gd name="connsiteX17" fmla="*/ 297487 w 781175"/>
                  <a:gd name="connsiteY17" fmla="*/ 623628 h 1295829"/>
                  <a:gd name="connsiteX18" fmla="*/ 218252 w 781175"/>
                  <a:gd name="connsiteY18" fmla="*/ 484140 h 1295829"/>
                  <a:gd name="connsiteX19" fmla="*/ 292665 w 781175"/>
                  <a:gd name="connsiteY19" fmla="*/ 283305 h 1295829"/>
                  <a:gd name="connsiteX20" fmla="*/ 214760 w 781175"/>
                  <a:gd name="connsiteY20" fmla="*/ 264269 h 1295829"/>
                  <a:gd name="connsiteX21" fmla="*/ 122637 w 781175"/>
                  <a:gd name="connsiteY21" fmla="*/ 116552 h 1295829"/>
                  <a:gd name="connsiteX22" fmla="*/ 518897 w 781175"/>
                  <a:gd name="connsiteY22" fmla="*/ 17880 h 1295829"/>
                  <a:gd name="connsiteX23" fmla="*/ 462443 w 781175"/>
                  <a:gd name="connsiteY23" fmla="*/ 241076 h 1295829"/>
                  <a:gd name="connsiteX24" fmla="*/ 473002 w 781175"/>
                  <a:gd name="connsiteY24" fmla="*/ 312067 h 1295829"/>
                  <a:gd name="connsiteX25" fmla="*/ 511581 w 781175"/>
                  <a:gd name="connsiteY25" fmla="*/ 326864 h 1295829"/>
                  <a:gd name="connsiteX26" fmla="*/ 528791 w 781175"/>
                  <a:gd name="connsiteY26" fmla="*/ 223952 h 1295829"/>
                  <a:gd name="connsiteX27" fmla="*/ 462443 w 781175"/>
                  <a:gd name="connsiteY27" fmla="*/ 241076 h 1295829"/>
                  <a:gd name="connsiteX28" fmla="*/ 450803 w 781175"/>
                  <a:gd name="connsiteY28" fmla="*/ 377904 h 1295829"/>
                  <a:gd name="connsiteX29" fmla="*/ 436087 w 781175"/>
                  <a:gd name="connsiteY29" fmla="*/ 419966 h 1295829"/>
                  <a:gd name="connsiteX30" fmla="*/ 464522 w 781175"/>
                  <a:gd name="connsiteY30" fmla="*/ 389957 h 1295829"/>
                  <a:gd name="connsiteX31" fmla="*/ 450803 w 781175"/>
                  <a:gd name="connsiteY31" fmla="*/ 377904 h 1295829"/>
                  <a:gd name="connsiteX32" fmla="*/ 388612 w 781175"/>
                  <a:gd name="connsiteY32" fmla="*/ 544824 h 1295829"/>
                  <a:gd name="connsiteX33" fmla="*/ 370487 w 781175"/>
                  <a:gd name="connsiteY33" fmla="*/ 597194 h 1295829"/>
                  <a:gd name="connsiteX34" fmla="*/ 428687 w 781175"/>
                  <a:gd name="connsiteY34" fmla="*/ 577825 h 1295829"/>
                  <a:gd name="connsiteX35" fmla="*/ 388612 w 781175"/>
                  <a:gd name="connsiteY35" fmla="*/ 544824 h 1295829"/>
                  <a:gd name="connsiteX0" fmla="*/ 518897 w 781175"/>
                  <a:gd name="connsiteY0" fmla="*/ 17880 h 1294139"/>
                  <a:gd name="connsiteX1" fmla="*/ 619334 w 781175"/>
                  <a:gd name="connsiteY1" fmla="*/ 340 h 1294139"/>
                  <a:gd name="connsiteX2" fmla="*/ 681359 w 781175"/>
                  <a:gd name="connsiteY2" fmla="*/ 39326 h 1294139"/>
                  <a:gd name="connsiteX3" fmla="*/ 757186 w 781175"/>
                  <a:gd name="connsiteY3" fmla="*/ 170418 h 1294139"/>
                  <a:gd name="connsiteX4" fmla="*/ 633136 w 781175"/>
                  <a:gd name="connsiteY4" fmla="*/ 197019 h 1294139"/>
                  <a:gd name="connsiteX5" fmla="*/ 695683 w 781175"/>
                  <a:gd name="connsiteY5" fmla="*/ 290725 h 1294139"/>
                  <a:gd name="connsiteX6" fmla="*/ 653302 w 781175"/>
                  <a:gd name="connsiteY6" fmla="*/ 618940 h 1294139"/>
                  <a:gd name="connsiteX7" fmla="*/ 781175 w 781175"/>
                  <a:gd name="connsiteY7" fmla="*/ 673266 h 1294139"/>
                  <a:gd name="connsiteX8" fmla="*/ 634009 w 781175"/>
                  <a:gd name="connsiteY8" fmla="*/ 721895 h 1294139"/>
                  <a:gd name="connsiteX9" fmla="*/ 601559 w 781175"/>
                  <a:gd name="connsiteY9" fmla="*/ 1109375 h 1294139"/>
                  <a:gd name="connsiteX10" fmla="*/ 532683 w 781175"/>
                  <a:gd name="connsiteY10" fmla="*/ 1286971 h 1294139"/>
                  <a:gd name="connsiteX11" fmla="*/ 394729 w 781175"/>
                  <a:gd name="connsiteY11" fmla="*/ 1184316 h 1294139"/>
                  <a:gd name="connsiteX12" fmla="*/ 443902 w 781175"/>
                  <a:gd name="connsiteY12" fmla="*/ 783980 h 1294139"/>
                  <a:gd name="connsiteX13" fmla="*/ 153234 w 781175"/>
                  <a:gd name="connsiteY13" fmla="*/ 892212 h 1294139"/>
                  <a:gd name="connsiteX14" fmla="*/ 82229 w 781175"/>
                  <a:gd name="connsiteY14" fmla="*/ 890217 h 1294139"/>
                  <a:gd name="connsiteX15" fmla="*/ 1996 w 781175"/>
                  <a:gd name="connsiteY15" fmla="*/ 775584 h 1294139"/>
                  <a:gd name="connsiteX16" fmla="*/ 44316 w 781175"/>
                  <a:gd name="connsiteY16" fmla="*/ 724545 h 1294139"/>
                  <a:gd name="connsiteX17" fmla="*/ 297487 w 781175"/>
                  <a:gd name="connsiteY17" fmla="*/ 623628 h 1294139"/>
                  <a:gd name="connsiteX18" fmla="*/ 218252 w 781175"/>
                  <a:gd name="connsiteY18" fmla="*/ 484140 h 1294139"/>
                  <a:gd name="connsiteX19" fmla="*/ 292665 w 781175"/>
                  <a:gd name="connsiteY19" fmla="*/ 283305 h 1294139"/>
                  <a:gd name="connsiteX20" fmla="*/ 214760 w 781175"/>
                  <a:gd name="connsiteY20" fmla="*/ 264269 h 1294139"/>
                  <a:gd name="connsiteX21" fmla="*/ 122637 w 781175"/>
                  <a:gd name="connsiteY21" fmla="*/ 116552 h 1294139"/>
                  <a:gd name="connsiteX22" fmla="*/ 518897 w 781175"/>
                  <a:gd name="connsiteY22" fmla="*/ 17880 h 1294139"/>
                  <a:gd name="connsiteX23" fmla="*/ 462443 w 781175"/>
                  <a:gd name="connsiteY23" fmla="*/ 241076 h 1294139"/>
                  <a:gd name="connsiteX24" fmla="*/ 473002 w 781175"/>
                  <a:gd name="connsiteY24" fmla="*/ 312067 h 1294139"/>
                  <a:gd name="connsiteX25" fmla="*/ 511581 w 781175"/>
                  <a:gd name="connsiteY25" fmla="*/ 326864 h 1294139"/>
                  <a:gd name="connsiteX26" fmla="*/ 528791 w 781175"/>
                  <a:gd name="connsiteY26" fmla="*/ 223952 h 1294139"/>
                  <a:gd name="connsiteX27" fmla="*/ 462443 w 781175"/>
                  <a:gd name="connsiteY27" fmla="*/ 241076 h 1294139"/>
                  <a:gd name="connsiteX28" fmla="*/ 450803 w 781175"/>
                  <a:gd name="connsiteY28" fmla="*/ 377904 h 1294139"/>
                  <a:gd name="connsiteX29" fmla="*/ 436087 w 781175"/>
                  <a:gd name="connsiteY29" fmla="*/ 419966 h 1294139"/>
                  <a:gd name="connsiteX30" fmla="*/ 464522 w 781175"/>
                  <a:gd name="connsiteY30" fmla="*/ 389957 h 1294139"/>
                  <a:gd name="connsiteX31" fmla="*/ 450803 w 781175"/>
                  <a:gd name="connsiteY31" fmla="*/ 377904 h 1294139"/>
                  <a:gd name="connsiteX32" fmla="*/ 388612 w 781175"/>
                  <a:gd name="connsiteY32" fmla="*/ 544824 h 1294139"/>
                  <a:gd name="connsiteX33" fmla="*/ 370487 w 781175"/>
                  <a:gd name="connsiteY33" fmla="*/ 597194 h 1294139"/>
                  <a:gd name="connsiteX34" fmla="*/ 428687 w 781175"/>
                  <a:gd name="connsiteY34" fmla="*/ 577825 h 1294139"/>
                  <a:gd name="connsiteX35" fmla="*/ 388612 w 781175"/>
                  <a:gd name="connsiteY35" fmla="*/ 544824 h 1294139"/>
                  <a:gd name="connsiteX0" fmla="*/ 518897 w 781175"/>
                  <a:gd name="connsiteY0" fmla="*/ 17880 h 1295124"/>
                  <a:gd name="connsiteX1" fmla="*/ 619334 w 781175"/>
                  <a:gd name="connsiteY1" fmla="*/ 340 h 1295124"/>
                  <a:gd name="connsiteX2" fmla="*/ 681359 w 781175"/>
                  <a:gd name="connsiteY2" fmla="*/ 39326 h 1295124"/>
                  <a:gd name="connsiteX3" fmla="*/ 757186 w 781175"/>
                  <a:gd name="connsiteY3" fmla="*/ 170418 h 1295124"/>
                  <a:gd name="connsiteX4" fmla="*/ 633136 w 781175"/>
                  <a:gd name="connsiteY4" fmla="*/ 197019 h 1295124"/>
                  <a:gd name="connsiteX5" fmla="*/ 695683 w 781175"/>
                  <a:gd name="connsiteY5" fmla="*/ 290725 h 1295124"/>
                  <a:gd name="connsiteX6" fmla="*/ 653302 w 781175"/>
                  <a:gd name="connsiteY6" fmla="*/ 618940 h 1295124"/>
                  <a:gd name="connsiteX7" fmla="*/ 781175 w 781175"/>
                  <a:gd name="connsiteY7" fmla="*/ 673266 h 1295124"/>
                  <a:gd name="connsiteX8" fmla="*/ 634009 w 781175"/>
                  <a:gd name="connsiteY8" fmla="*/ 721895 h 1295124"/>
                  <a:gd name="connsiteX9" fmla="*/ 601559 w 781175"/>
                  <a:gd name="connsiteY9" fmla="*/ 1109375 h 1295124"/>
                  <a:gd name="connsiteX10" fmla="*/ 532683 w 781175"/>
                  <a:gd name="connsiteY10" fmla="*/ 1286971 h 1295124"/>
                  <a:gd name="connsiteX11" fmla="*/ 394729 w 781175"/>
                  <a:gd name="connsiteY11" fmla="*/ 1184316 h 1295124"/>
                  <a:gd name="connsiteX12" fmla="*/ 443902 w 781175"/>
                  <a:gd name="connsiteY12" fmla="*/ 783980 h 1295124"/>
                  <a:gd name="connsiteX13" fmla="*/ 153234 w 781175"/>
                  <a:gd name="connsiteY13" fmla="*/ 892212 h 1295124"/>
                  <a:gd name="connsiteX14" fmla="*/ 82229 w 781175"/>
                  <a:gd name="connsiteY14" fmla="*/ 890217 h 1295124"/>
                  <a:gd name="connsiteX15" fmla="*/ 1996 w 781175"/>
                  <a:gd name="connsiteY15" fmla="*/ 775584 h 1295124"/>
                  <a:gd name="connsiteX16" fmla="*/ 44316 w 781175"/>
                  <a:gd name="connsiteY16" fmla="*/ 724545 h 1295124"/>
                  <a:gd name="connsiteX17" fmla="*/ 297487 w 781175"/>
                  <a:gd name="connsiteY17" fmla="*/ 623628 h 1295124"/>
                  <a:gd name="connsiteX18" fmla="*/ 218252 w 781175"/>
                  <a:gd name="connsiteY18" fmla="*/ 484140 h 1295124"/>
                  <a:gd name="connsiteX19" fmla="*/ 292665 w 781175"/>
                  <a:gd name="connsiteY19" fmla="*/ 283305 h 1295124"/>
                  <a:gd name="connsiteX20" fmla="*/ 214760 w 781175"/>
                  <a:gd name="connsiteY20" fmla="*/ 264269 h 1295124"/>
                  <a:gd name="connsiteX21" fmla="*/ 122637 w 781175"/>
                  <a:gd name="connsiteY21" fmla="*/ 116552 h 1295124"/>
                  <a:gd name="connsiteX22" fmla="*/ 518897 w 781175"/>
                  <a:gd name="connsiteY22" fmla="*/ 17880 h 1295124"/>
                  <a:gd name="connsiteX23" fmla="*/ 462443 w 781175"/>
                  <a:gd name="connsiteY23" fmla="*/ 241076 h 1295124"/>
                  <a:gd name="connsiteX24" fmla="*/ 473002 w 781175"/>
                  <a:gd name="connsiteY24" fmla="*/ 312067 h 1295124"/>
                  <a:gd name="connsiteX25" fmla="*/ 511581 w 781175"/>
                  <a:gd name="connsiteY25" fmla="*/ 326864 h 1295124"/>
                  <a:gd name="connsiteX26" fmla="*/ 528791 w 781175"/>
                  <a:gd name="connsiteY26" fmla="*/ 223952 h 1295124"/>
                  <a:gd name="connsiteX27" fmla="*/ 462443 w 781175"/>
                  <a:gd name="connsiteY27" fmla="*/ 241076 h 1295124"/>
                  <a:gd name="connsiteX28" fmla="*/ 450803 w 781175"/>
                  <a:gd name="connsiteY28" fmla="*/ 377904 h 1295124"/>
                  <a:gd name="connsiteX29" fmla="*/ 436087 w 781175"/>
                  <a:gd name="connsiteY29" fmla="*/ 419966 h 1295124"/>
                  <a:gd name="connsiteX30" fmla="*/ 464522 w 781175"/>
                  <a:gd name="connsiteY30" fmla="*/ 389957 h 1295124"/>
                  <a:gd name="connsiteX31" fmla="*/ 450803 w 781175"/>
                  <a:gd name="connsiteY31" fmla="*/ 377904 h 1295124"/>
                  <a:gd name="connsiteX32" fmla="*/ 388612 w 781175"/>
                  <a:gd name="connsiteY32" fmla="*/ 544824 h 1295124"/>
                  <a:gd name="connsiteX33" fmla="*/ 370487 w 781175"/>
                  <a:gd name="connsiteY33" fmla="*/ 597194 h 1295124"/>
                  <a:gd name="connsiteX34" fmla="*/ 428687 w 781175"/>
                  <a:gd name="connsiteY34" fmla="*/ 577825 h 1295124"/>
                  <a:gd name="connsiteX35" fmla="*/ 388612 w 781175"/>
                  <a:gd name="connsiteY35" fmla="*/ 544824 h 1295124"/>
                  <a:gd name="connsiteX0" fmla="*/ 518897 w 781175"/>
                  <a:gd name="connsiteY0" fmla="*/ 17880 h 1306882"/>
                  <a:gd name="connsiteX1" fmla="*/ 619334 w 781175"/>
                  <a:gd name="connsiteY1" fmla="*/ 340 h 1306882"/>
                  <a:gd name="connsiteX2" fmla="*/ 681359 w 781175"/>
                  <a:gd name="connsiteY2" fmla="*/ 39326 h 1306882"/>
                  <a:gd name="connsiteX3" fmla="*/ 757186 w 781175"/>
                  <a:gd name="connsiteY3" fmla="*/ 170418 h 1306882"/>
                  <a:gd name="connsiteX4" fmla="*/ 633136 w 781175"/>
                  <a:gd name="connsiteY4" fmla="*/ 197019 h 1306882"/>
                  <a:gd name="connsiteX5" fmla="*/ 695683 w 781175"/>
                  <a:gd name="connsiteY5" fmla="*/ 290725 h 1306882"/>
                  <a:gd name="connsiteX6" fmla="*/ 653302 w 781175"/>
                  <a:gd name="connsiteY6" fmla="*/ 618940 h 1306882"/>
                  <a:gd name="connsiteX7" fmla="*/ 781175 w 781175"/>
                  <a:gd name="connsiteY7" fmla="*/ 673266 h 1306882"/>
                  <a:gd name="connsiteX8" fmla="*/ 634009 w 781175"/>
                  <a:gd name="connsiteY8" fmla="*/ 721895 h 1306882"/>
                  <a:gd name="connsiteX9" fmla="*/ 601559 w 781175"/>
                  <a:gd name="connsiteY9" fmla="*/ 1109375 h 1306882"/>
                  <a:gd name="connsiteX10" fmla="*/ 532683 w 781175"/>
                  <a:gd name="connsiteY10" fmla="*/ 1286971 h 1306882"/>
                  <a:gd name="connsiteX11" fmla="*/ 394729 w 781175"/>
                  <a:gd name="connsiteY11" fmla="*/ 1184316 h 1306882"/>
                  <a:gd name="connsiteX12" fmla="*/ 443902 w 781175"/>
                  <a:gd name="connsiteY12" fmla="*/ 783980 h 1306882"/>
                  <a:gd name="connsiteX13" fmla="*/ 153234 w 781175"/>
                  <a:gd name="connsiteY13" fmla="*/ 892212 h 1306882"/>
                  <a:gd name="connsiteX14" fmla="*/ 82229 w 781175"/>
                  <a:gd name="connsiteY14" fmla="*/ 890217 h 1306882"/>
                  <a:gd name="connsiteX15" fmla="*/ 1996 w 781175"/>
                  <a:gd name="connsiteY15" fmla="*/ 775584 h 1306882"/>
                  <a:gd name="connsiteX16" fmla="*/ 44316 w 781175"/>
                  <a:gd name="connsiteY16" fmla="*/ 724545 h 1306882"/>
                  <a:gd name="connsiteX17" fmla="*/ 297487 w 781175"/>
                  <a:gd name="connsiteY17" fmla="*/ 623628 h 1306882"/>
                  <a:gd name="connsiteX18" fmla="*/ 218252 w 781175"/>
                  <a:gd name="connsiteY18" fmla="*/ 484140 h 1306882"/>
                  <a:gd name="connsiteX19" fmla="*/ 292665 w 781175"/>
                  <a:gd name="connsiteY19" fmla="*/ 283305 h 1306882"/>
                  <a:gd name="connsiteX20" fmla="*/ 214760 w 781175"/>
                  <a:gd name="connsiteY20" fmla="*/ 264269 h 1306882"/>
                  <a:gd name="connsiteX21" fmla="*/ 122637 w 781175"/>
                  <a:gd name="connsiteY21" fmla="*/ 116552 h 1306882"/>
                  <a:gd name="connsiteX22" fmla="*/ 518897 w 781175"/>
                  <a:gd name="connsiteY22" fmla="*/ 17880 h 1306882"/>
                  <a:gd name="connsiteX23" fmla="*/ 462443 w 781175"/>
                  <a:gd name="connsiteY23" fmla="*/ 241076 h 1306882"/>
                  <a:gd name="connsiteX24" fmla="*/ 473002 w 781175"/>
                  <a:gd name="connsiteY24" fmla="*/ 312067 h 1306882"/>
                  <a:gd name="connsiteX25" fmla="*/ 511581 w 781175"/>
                  <a:gd name="connsiteY25" fmla="*/ 326864 h 1306882"/>
                  <a:gd name="connsiteX26" fmla="*/ 528791 w 781175"/>
                  <a:gd name="connsiteY26" fmla="*/ 223952 h 1306882"/>
                  <a:gd name="connsiteX27" fmla="*/ 462443 w 781175"/>
                  <a:gd name="connsiteY27" fmla="*/ 241076 h 1306882"/>
                  <a:gd name="connsiteX28" fmla="*/ 450803 w 781175"/>
                  <a:gd name="connsiteY28" fmla="*/ 377904 h 1306882"/>
                  <a:gd name="connsiteX29" fmla="*/ 436087 w 781175"/>
                  <a:gd name="connsiteY29" fmla="*/ 419966 h 1306882"/>
                  <a:gd name="connsiteX30" fmla="*/ 464522 w 781175"/>
                  <a:gd name="connsiteY30" fmla="*/ 389957 h 1306882"/>
                  <a:gd name="connsiteX31" fmla="*/ 450803 w 781175"/>
                  <a:gd name="connsiteY31" fmla="*/ 377904 h 1306882"/>
                  <a:gd name="connsiteX32" fmla="*/ 388612 w 781175"/>
                  <a:gd name="connsiteY32" fmla="*/ 544824 h 1306882"/>
                  <a:gd name="connsiteX33" fmla="*/ 370487 w 781175"/>
                  <a:gd name="connsiteY33" fmla="*/ 597194 h 1306882"/>
                  <a:gd name="connsiteX34" fmla="*/ 428687 w 781175"/>
                  <a:gd name="connsiteY34" fmla="*/ 577825 h 1306882"/>
                  <a:gd name="connsiteX35" fmla="*/ 388612 w 781175"/>
                  <a:gd name="connsiteY35" fmla="*/ 544824 h 1306882"/>
                  <a:gd name="connsiteX0" fmla="*/ 518897 w 781175"/>
                  <a:gd name="connsiteY0" fmla="*/ 17880 h 1295124"/>
                  <a:gd name="connsiteX1" fmla="*/ 619334 w 781175"/>
                  <a:gd name="connsiteY1" fmla="*/ 340 h 1295124"/>
                  <a:gd name="connsiteX2" fmla="*/ 681359 w 781175"/>
                  <a:gd name="connsiteY2" fmla="*/ 39326 h 1295124"/>
                  <a:gd name="connsiteX3" fmla="*/ 757186 w 781175"/>
                  <a:gd name="connsiteY3" fmla="*/ 170418 h 1295124"/>
                  <a:gd name="connsiteX4" fmla="*/ 633136 w 781175"/>
                  <a:gd name="connsiteY4" fmla="*/ 197019 h 1295124"/>
                  <a:gd name="connsiteX5" fmla="*/ 695683 w 781175"/>
                  <a:gd name="connsiteY5" fmla="*/ 290725 h 1295124"/>
                  <a:gd name="connsiteX6" fmla="*/ 653302 w 781175"/>
                  <a:gd name="connsiteY6" fmla="*/ 618940 h 1295124"/>
                  <a:gd name="connsiteX7" fmla="*/ 781175 w 781175"/>
                  <a:gd name="connsiteY7" fmla="*/ 673266 h 1295124"/>
                  <a:gd name="connsiteX8" fmla="*/ 634009 w 781175"/>
                  <a:gd name="connsiteY8" fmla="*/ 721895 h 1295124"/>
                  <a:gd name="connsiteX9" fmla="*/ 601559 w 781175"/>
                  <a:gd name="connsiteY9" fmla="*/ 1109375 h 1295124"/>
                  <a:gd name="connsiteX10" fmla="*/ 532683 w 781175"/>
                  <a:gd name="connsiteY10" fmla="*/ 1286971 h 1295124"/>
                  <a:gd name="connsiteX11" fmla="*/ 394729 w 781175"/>
                  <a:gd name="connsiteY11" fmla="*/ 1184316 h 1295124"/>
                  <a:gd name="connsiteX12" fmla="*/ 443902 w 781175"/>
                  <a:gd name="connsiteY12" fmla="*/ 783980 h 1295124"/>
                  <a:gd name="connsiteX13" fmla="*/ 153234 w 781175"/>
                  <a:gd name="connsiteY13" fmla="*/ 892212 h 1295124"/>
                  <a:gd name="connsiteX14" fmla="*/ 82229 w 781175"/>
                  <a:gd name="connsiteY14" fmla="*/ 890217 h 1295124"/>
                  <a:gd name="connsiteX15" fmla="*/ 1996 w 781175"/>
                  <a:gd name="connsiteY15" fmla="*/ 775584 h 1295124"/>
                  <a:gd name="connsiteX16" fmla="*/ 44316 w 781175"/>
                  <a:gd name="connsiteY16" fmla="*/ 724545 h 1295124"/>
                  <a:gd name="connsiteX17" fmla="*/ 297487 w 781175"/>
                  <a:gd name="connsiteY17" fmla="*/ 623628 h 1295124"/>
                  <a:gd name="connsiteX18" fmla="*/ 218252 w 781175"/>
                  <a:gd name="connsiteY18" fmla="*/ 484140 h 1295124"/>
                  <a:gd name="connsiteX19" fmla="*/ 292665 w 781175"/>
                  <a:gd name="connsiteY19" fmla="*/ 283305 h 1295124"/>
                  <a:gd name="connsiteX20" fmla="*/ 214760 w 781175"/>
                  <a:gd name="connsiteY20" fmla="*/ 264269 h 1295124"/>
                  <a:gd name="connsiteX21" fmla="*/ 122637 w 781175"/>
                  <a:gd name="connsiteY21" fmla="*/ 116552 h 1295124"/>
                  <a:gd name="connsiteX22" fmla="*/ 518897 w 781175"/>
                  <a:gd name="connsiteY22" fmla="*/ 17880 h 1295124"/>
                  <a:gd name="connsiteX23" fmla="*/ 462443 w 781175"/>
                  <a:gd name="connsiteY23" fmla="*/ 241076 h 1295124"/>
                  <a:gd name="connsiteX24" fmla="*/ 473002 w 781175"/>
                  <a:gd name="connsiteY24" fmla="*/ 312067 h 1295124"/>
                  <a:gd name="connsiteX25" fmla="*/ 511581 w 781175"/>
                  <a:gd name="connsiteY25" fmla="*/ 326864 h 1295124"/>
                  <a:gd name="connsiteX26" fmla="*/ 528791 w 781175"/>
                  <a:gd name="connsiteY26" fmla="*/ 223952 h 1295124"/>
                  <a:gd name="connsiteX27" fmla="*/ 462443 w 781175"/>
                  <a:gd name="connsiteY27" fmla="*/ 241076 h 1295124"/>
                  <a:gd name="connsiteX28" fmla="*/ 450803 w 781175"/>
                  <a:gd name="connsiteY28" fmla="*/ 377904 h 1295124"/>
                  <a:gd name="connsiteX29" fmla="*/ 436087 w 781175"/>
                  <a:gd name="connsiteY29" fmla="*/ 419966 h 1295124"/>
                  <a:gd name="connsiteX30" fmla="*/ 464522 w 781175"/>
                  <a:gd name="connsiteY30" fmla="*/ 389957 h 1295124"/>
                  <a:gd name="connsiteX31" fmla="*/ 450803 w 781175"/>
                  <a:gd name="connsiteY31" fmla="*/ 377904 h 1295124"/>
                  <a:gd name="connsiteX32" fmla="*/ 388612 w 781175"/>
                  <a:gd name="connsiteY32" fmla="*/ 544824 h 1295124"/>
                  <a:gd name="connsiteX33" fmla="*/ 370487 w 781175"/>
                  <a:gd name="connsiteY33" fmla="*/ 597194 h 1295124"/>
                  <a:gd name="connsiteX34" fmla="*/ 428687 w 781175"/>
                  <a:gd name="connsiteY34" fmla="*/ 577825 h 1295124"/>
                  <a:gd name="connsiteX35" fmla="*/ 388612 w 781175"/>
                  <a:gd name="connsiteY35" fmla="*/ 544824 h 1295124"/>
                  <a:gd name="connsiteX0" fmla="*/ 518897 w 781175"/>
                  <a:gd name="connsiteY0" fmla="*/ 17880 h 1299985"/>
                  <a:gd name="connsiteX1" fmla="*/ 619334 w 781175"/>
                  <a:gd name="connsiteY1" fmla="*/ 340 h 1299985"/>
                  <a:gd name="connsiteX2" fmla="*/ 681359 w 781175"/>
                  <a:gd name="connsiteY2" fmla="*/ 39326 h 1299985"/>
                  <a:gd name="connsiteX3" fmla="*/ 757186 w 781175"/>
                  <a:gd name="connsiteY3" fmla="*/ 170418 h 1299985"/>
                  <a:gd name="connsiteX4" fmla="*/ 633136 w 781175"/>
                  <a:gd name="connsiteY4" fmla="*/ 197019 h 1299985"/>
                  <a:gd name="connsiteX5" fmla="*/ 695683 w 781175"/>
                  <a:gd name="connsiteY5" fmla="*/ 290725 h 1299985"/>
                  <a:gd name="connsiteX6" fmla="*/ 653302 w 781175"/>
                  <a:gd name="connsiteY6" fmla="*/ 618940 h 1299985"/>
                  <a:gd name="connsiteX7" fmla="*/ 781175 w 781175"/>
                  <a:gd name="connsiteY7" fmla="*/ 673266 h 1299985"/>
                  <a:gd name="connsiteX8" fmla="*/ 634009 w 781175"/>
                  <a:gd name="connsiteY8" fmla="*/ 721895 h 1299985"/>
                  <a:gd name="connsiteX9" fmla="*/ 601559 w 781175"/>
                  <a:gd name="connsiteY9" fmla="*/ 1109375 h 1299985"/>
                  <a:gd name="connsiteX10" fmla="*/ 501826 w 781175"/>
                  <a:gd name="connsiteY10" fmla="*/ 1292114 h 1299985"/>
                  <a:gd name="connsiteX11" fmla="*/ 394729 w 781175"/>
                  <a:gd name="connsiteY11" fmla="*/ 1184316 h 1299985"/>
                  <a:gd name="connsiteX12" fmla="*/ 443902 w 781175"/>
                  <a:gd name="connsiteY12" fmla="*/ 783980 h 1299985"/>
                  <a:gd name="connsiteX13" fmla="*/ 153234 w 781175"/>
                  <a:gd name="connsiteY13" fmla="*/ 892212 h 1299985"/>
                  <a:gd name="connsiteX14" fmla="*/ 82229 w 781175"/>
                  <a:gd name="connsiteY14" fmla="*/ 890217 h 1299985"/>
                  <a:gd name="connsiteX15" fmla="*/ 1996 w 781175"/>
                  <a:gd name="connsiteY15" fmla="*/ 775584 h 1299985"/>
                  <a:gd name="connsiteX16" fmla="*/ 44316 w 781175"/>
                  <a:gd name="connsiteY16" fmla="*/ 724545 h 1299985"/>
                  <a:gd name="connsiteX17" fmla="*/ 297487 w 781175"/>
                  <a:gd name="connsiteY17" fmla="*/ 623628 h 1299985"/>
                  <a:gd name="connsiteX18" fmla="*/ 218252 w 781175"/>
                  <a:gd name="connsiteY18" fmla="*/ 484140 h 1299985"/>
                  <a:gd name="connsiteX19" fmla="*/ 292665 w 781175"/>
                  <a:gd name="connsiteY19" fmla="*/ 283305 h 1299985"/>
                  <a:gd name="connsiteX20" fmla="*/ 214760 w 781175"/>
                  <a:gd name="connsiteY20" fmla="*/ 264269 h 1299985"/>
                  <a:gd name="connsiteX21" fmla="*/ 122637 w 781175"/>
                  <a:gd name="connsiteY21" fmla="*/ 116552 h 1299985"/>
                  <a:gd name="connsiteX22" fmla="*/ 518897 w 781175"/>
                  <a:gd name="connsiteY22" fmla="*/ 17880 h 1299985"/>
                  <a:gd name="connsiteX23" fmla="*/ 462443 w 781175"/>
                  <a:gd name="connsiteY23" fmla="*/ 241076 h 1299985"/>
                  <a:gd name="connsiteX24" fmla="*/ 473002 w 781175"/>
                  <a:gd name="connsiteY24" fmla="*/ 312067 h 1299985"/>
                  <a:gd name="connsiteX25" fmla="*/ 511581 w 781175"/>
                  <a:gd name="connsiteY25" fmla="*/ 326864 h 1299985"/>
                  <a:gd name="connsiteX26" fmla="*/ 528791 w 781175"/>
                  <a:gd name="connsiteY26" fmla="*/ 223952 h 1299985"/>
                  <a:gd name="connsiteX27" fmla="*/ 462443 w 781175"/>
                  <a:gd name="connsiteY27" fmla="*/ 241076 h 1299985"/>
                  <a:gd name="connsiteX28" fmla="*/ 450803 w 781175"/>
                  <a:gd name="connsiteY28" fmla="*/ 377904 h 1299985"/>
                  <a:gd name="connsiteX29" fmla="*/ 436087 w 781175"/>
                  <a:gd name="connsiteY29" fmla="*/ 419966 h 1299985"/>
                  <a:gd name="connsiteX30" fmla="*/ 464522 w 781175"/>
                  <a:gd name="connsiteY30" fmla="*/ 389957 h 1299985"/>
                  <a:gd name="connsiteX31" fmla="*/ 450803 w 781175"/>
                  <a:gd name="connsiteY31" fmla="*/ 377904 h 1299985"/>
                  <a:gd name="connsiteX32" fmla="*/ 388612 w 781175"/>
                  <a:gd name="connsiteY32" fmla="*/ 544824 h 1299985"/>
                  <a:gd name="connsiteX33" fmla="*/ 370487 w 781175"/>
                  <a:gd name="connsiteY33" fmla="*/ 597194 h 1299985"/>
                  <a:gd name="connsiteX34" fmla="*/ 428687 w 781175"/>
                  <a:gd name="connsiteY34" fmla="*/ 577825 h 1299985"/>
                  <a:gd name="connsiteX35" fmla="*/ 388612 w 781175"/>
                  <a:gd name="connsiteY35" fmla="*/ 544824 h 1299985"/>
                  <a:gd name="connsiteX0" fmla="*/ 518897 w 781175"/>
                  <a:gd name="connsiteY0" fmla="*/ 17880 h 1292982"/>
                  <a:gd name="connsiteX1" fmla="*/ 619334 w 781175"/>
                  <a:gd name="connsiteY1" fmla="*/ 340 h 1292982"/>
                  <a:gd name="connsiteX2" fmla="*/ 681359 w 781175"/>
                  <a:gd name="connsiteY2" fmla="*/ 39326 h 1292982"/>
                  <a:gd name="connsiteX3" fmla="*/ 757186 w 781175"/>
                  <a:gd name="connsiteY3" fmla="*/ 170418 h 1292982"/>
                  <a:gd name="connsiteX4" fmla="*/ 633136 w 781175"/>
                  <a:gd name="connsiteY4" fmla="*/ 197019 h 1292982"/>
                  <a:gd name="connsiteX5" fmla="*/ 695683 w 781175"/>
                  <a:gd name="connsiteY5" fmla="*/ 290725 h 1292982"/>
                  <a:gd name="connsiteX6" fmla="*/ 653302 w 781175"/>
                  <a:gd name="connsiteY6" fmla="*/ 618940 h 1292982"/>
                  <a:gd name="connsiteX7" fmla="*/ 781175 w 781175"/>
                  <a:gd name="connsiteY7" fmla="*/ 673266 h 1292982"/>
                  <a:gd name="connsiteX8" fmla="*/ 634009 w 781175"/>
                  <a:gd name="connsiteY8" fmla="*/ 721895 h 1292982"/>
                  <a:gd name="connsiteX9" fmla="*/ 601559 w 781175"/>
                  <a:gd name="connsiteY9" fmla="*/ 1109375 h 1292982"/>
                  <a:gd name="connsiteX10" fmla="*/ 501826 w 781175"/>
                  <a:gd name="connsiteY10" fmla="*/ 1292114 h 1292982"/>
                  <a:gd name="connsiteX11" fmla="*/ 394729 w 781175"/>
                  <a:gd name="connsiteY11" fmla="*/ 1184316 h 1292982"/>
                  <a:gd name="connsiteX12" fmla="*/ 443902 w 781175"/>
                  <a:gd name="connsiteY12" fmla="*/ 783980 h 1292982"/>
                  <a:gd name="connsiteX13" fmla="*/ 153234 w 781175"/>
                  <a:gd name="connsiteY13" fmla="*/ 892212 h 1292982"/>
                  <a:gd name="connsiteX14" fmla="*/ 82229 w 781175"/>
                  <a:gd name="connsiteY14" fmla="*/ 890217 h 1292982"/>
                  <a:gd name="connsiteX15" fmla="*/ 1996 w 781175"/>
                  <a:gd name="connsiteY15" fmla="*/ 775584 h 1292982"/>
                  <a:gd name="connsiteX16" fmla="*/ 44316 w 781175"/>
                  <a:gd name="connsiteY16" fmla="*/ 724545 h 1292982"/>
                  <a:gd name="connsiteX17" fmla="*/ 297487 w 781175"/>
                  <a:gd name="connsiteY17" fmla="*/ 623628 h 1292982"/>
                  <a:gd name="connsiteX18" fmla="*/ 218252 w 781175"/>
                  <a:gd name="connsiteY18" fmla="*/ 484140 h 1292982"/>
                  <a:gd name="connsiteX19" fmla="*/ 292665 w 781175"/>
                  <a:gd name="connsiteY19" fmla="*/ 283305 h 1292982"/>
                  <a:gd name="connsiteX20" fmla="*/ 214760 w 781175"/>
                  <a:gd name="connsiteY20" fmla="*/ 264269 h 1292982"/>
                  <a:gd name="connsiteX21" fmla="*/ 122637 w 781175"/>
                  <a:gd name="connsiteY21" fmla="*/ 116552 h 1292982"/>
                  <a:gd name="connsiteX22" fmla="*/ 518897 w 781175"/>
                  <a:gd name="connsiteY22" fmla="*/ 17880 h 1292982"/>
                  <a:gd name="connsiteX23" fmla="*/ 462443 w 781175"/>
                  <a:gd name="connsiteY23" fmla="*/ 241076 h 1292982"/>
                  <a:gd name="connsiteX24" fmla="*/ 473002 w 781175"/>
                  <a:gd name="connsiteY24" fmla="*/ 312067 h 1292982"/>
                  <a:gd name="connsiteX25" fmla="*/ 511581 w 781175"/>
                  <a:gd name="connsiteY25" fmla="*/ 326864 h 1292982"/>
                  <a:gd name="connsiteX26" fmla="*/ 528791 w 781175"/>
                  <a:gd name="connsiteY26" fmla="*/ 223952 h 1292982"/>
                  <a:gd name="connsiteX27" fmla="*/ 462443 w 781175"/>
                  <a:gd name="connsiteY27" fmla="*/ 241076 h 1292982"/>
                  <a:gd name="connsiteX28" fmla="*/ 450803 w 781175"/>
                  <a:gd name="connsiteY28" fmla="*/ 377904 h 1292982"/>
                  <a:gd name="connsiteX29" fmla="*/ 436087 w 781175"/>
                  <a:gd name="connsiteY29" fmla="*/ 419966 h 1292982"/>
                  <a:gd name="connsiteX30" fmla="*/ 464522 w 781175"/>
                  <a:gd name="connsiteY30" fmla="*/ 389957 h 1292982"/>
                  <a:gd name="connsiteX31" fmla="*/ 450803 w 781175"/>
                  <a:gd name="connsiteY31" fmla="*/ 377904 h 1292982"/>
                  <a:gd name="connsiteX32" fmla="*/ 388612 w 781175"/>
                  <a:gd name="connsiteY32" fmla="*/ 544824 h 1292982"/>
                  <a:gd name="connsiteX33" fmla="*/ 370487 w 781175"/>
                  <a:gd name="connsiteY33" fmla="*/ 597194 h 1292982"/>
                  <a:gd name="connsiteX34" fmla="*/ 428687 w 781175"/>
                  <a:gd name="connsiteY34" fmla="*/ 577825 h 1292982"/>
                  <a:gd name="connsiteX35" fmla="*/ 388612 w 781175"/>
                  <a:gd name="connsiteY35" fmla="*/ 544824 h 1292982"/>
                  <a:gd name="connsiteX0" fmla="*/ 518897 w 781175"/>
                  <a:gd name="connsiteY0" fmla="*/ 17880 h 1292982"/>
                  <a:gd name="connsiteX1" fmla="*/ 619334 w 781175"/>
                  <a:gd name="connsiteY1" fmla="*/ 340 h 1292982"/>
                  <a:gd name="connsiteX2" fmla="*/ 681359 w 781175"/>
                  <a:gd name="connsiteY2" fmla="*/ 39326 h 1292982"/>
                  <a:gd name="connsiteX3" fmla="*/ 757186 w 781175"/>
                  <a:gd name="connsiteY3" fmla="*/ 170418 h 1292982"/>
                  <a:gd name="connsiteX4" fmla="*/ 633136 w 781175"/>
                  <a:gd name="connsiteY4" fmla="*/ 197019 h 1292982"/>
                  <a:gd name="connsiteX5" fmla="*/ 695683 w 781175"/>
                  <a:gd name="connsiteY5" fmla="*/ 290725 h 1292982"/>
                  <a:gd name="connsiteX6" fmla="*/ 653302 w 781175"/>
                  <a:gd name="connsiteY6" fmla="*/ 618940 h 1292982"/>
                  <a:gd name="connsiteX7" fmla="*/ 781175 w 781175"/>
                  <a:gd name="connsiteY7" fmla="*/ 673266 h 1292982"/>
                  <a:gd name="connsiteX8" fmla="*/ 634009 w 781175"/>
                  <a:gd name="connsiteY8" fmla="*/ 721895 h 1292982"/>
                  <a:gd name="connsiteX9" fmla="*/ 601559 w 781175"/>
                  <a:gd name="connsiteY9" fmla="*/ 1109375 h 1292982"/>
                  <a:gd name="connsiteX10" fmla="*/ 501826 w 781175"/>
                  <a:gd name="connsiteY10" fmla="*/ 1292114 h 1292982"/>
                  <a:gd name="connsiteX11" fmla="*/ 394729 w 781175"/>
                  <a:gd name="connsiteY11" fmla="*/ 1184316 h 1292982"/>
                  <a:gd name="connsiteX12" fmla="*/ 443902 w 781175"/>
                  <a:gd name="connsiteY12" fmla="*/ 783980 h 1292982"/>
                  <a:gd name="connsiteX13" fmla="*/ 153234 w 781175"/>
                  <a:gd name="connsiteY13" fmla="*/ 892212 h 1292982"/>
                  <a:gd name="connsiteX14" fmla="*/ 82229 w 781175"/>
                  <a:gd name="connsiteY14" fmla="*/ 890217 h 1292982"/>
                  <a:gd name="connsiteX15" fmla="*/ 1996 w 781175"/>
                  <a:gd name="connsiteY15" fmla="*/ 775584 h 1292982"/>
                  <a:gd name="connsiteX16" fmla="*/ 44316 w 781175"/>
                  <a:gd name="connsiteY16" fmla="*/ 724545 h 1292982"/>
                  <a:gd name="connsiteX17" fmla="*/ 297487 w 781175"/>
                  <a:gd name="connsiteY17" fmla="*/ 623628 h 1292982"/>
                  <a:gd name="connsiteX18" fmla="*/ 218252 w 781175"/>
                  <a:gd name="connsiteY18" fmla="*/ 484140 h 1292982"/>
                  <a:gd name="connsiteX19" fmla="*/ 292665 w 781175"/>
                  <a:gd name="connsiteY19" fmla="*/ 283305 h 1292982"/>
                  <a:gd name="connsiteX20" fmla="*/ 214760 w 781175"/>
                  <a:gd name="connsiteY20" fmla="*/ 264269 h 1292982"/>
                  <a:gd name="connsiteX21" fmla="*/ 122637 w 781175"/>
                  <a:gd name="connsiteY21" fmla="*/ 116552 h 1292982"/>
                  <a:gd name="connsiteX22" fmla="*/ 518897 w 781175"/>
                  <a:gd name="connsiteY22" fmla="*/ 17880 h 1292982"/>
                  <a:gd name="connsiteX23" fmla="*/ 462443 w 781175"/>
                  <a:gd name="connsiteY23" fmla="*/ 241076 h 1292982"/>
                  <a:gd name="connsiteX24" fmla="*/ 473002 w 781175"/>
                  <a:gd name="connsiteY24" fmla="*/ 312067 h 1292982"/>
                  <a:gd name="connsiteX25" fmla="*/ 511581 w 781175"/>
                  <a:gd name="connsiteY25" fmla="*/ 326864 h 1292982"/>
                  <a:gd name="connsiteX26" fmla="*/ 528791 w 781175"/>
                  <a:gd name="connsiteY26" fmla="*/ 223952 h 1292982"/>
                  <a:gd name="connsiteX27" fmla="*/ 462443 w 781175"/>
                  <a:gd name="connsiteY27" fmla="*/ 241076 h 1292982"/>
                  <a:gd name="connsiteX28" fmla="*/ 450803 w 781175"/>
                  <a:gd name="connsiteY28" fmla="*/ 377904 h 1292982"/>
                  <a:gd name="connsiteX29" fmla="*/ 436087 w 781175"/>
                  <a:gd name="connsiteY29" fmla="*/ 419966 h 1292982"/>
                  <a:gd name="connsiteX30" fmla="*/ 464522 w 781175"/>
                  <a:gd name="connsiteY30" fmla="*/ 389957 h 1292982"/>
                  <a:gd name="connsiteX31" fmla="*/ 450803 w 781175"/>
                  <a:gd name="connsiteY31" fmla="*/ 377904 h 1292982"/>
                  <a:gd name="connsiteX32" fmla="*/ 388612 w 781175"/>
                  <a:gd name="connsiteY32" fmla="*/ 544824 h 1292982"/>
                  <a:gd name="connsiteX33" fmla="*/ 370487 w 781175"/>
                  <a:gd name="connsiteY33" fmla="*/ 597194 h 1292982"/>
                  <a:gd name="connsiteX34" fmla="*/ 428687 w 781175"/>
                  <a:gd name="connsiteY34" fmla="*/ 577825 h 1292982"/>
                  <a:gd name="connsiteX35" fmla="*/ 388612 w 781175"/>
                  <a:gd name="connsiteY35" fmla="*/ 544824 h 1292982"/>
                  <a:gd name="connsiteX0" fmla="*/ 518897 w 781175"/>
                  <a:gd name="connsiteY0" fmla="*/ 17880 h 1301535"/>
                  <a:gd name="connsiteX1" fmla="*/ 619334 w 781175"/>
                  <a:gd name="connsiteY1" fmla="*/ 340 h 1301535"/>
                  <a:gd name="connsiteX2" fmla="*/ 681359 w 781175"/>
                  <a:gd name="connsiteY2" fmla="*/ 39326 h 1301535"/>
                  <a:gd name="connsiteX3" fmla="*/ 757186 w 781175"/>
                  <a:gd name="connsiteY3" fmla="*/ 170418 h 1301535"/>
                  <a:gd name="connsiteX4" fmla="*/ 633136 w 781175"/>
                  <a:gd name="connsiteY4" fmla="*/ 197019 h 1301535"/>
                  <a:gd name="connsiteX5" fmla="*/ 695683 w 781175"/>
                  <a:gd name="connsiteY5" fmla="*/ 290725 h 1301535"/>
                  <a:gd name="connsiteX6" fmla="*/ 653302 w 781175"/>
                  <a:gd name="connsiteY6" fmla="*/ 618940 h 1301535"/>
                  <a:gd name="connsiteX7" fmla="*/ 781175 w 781175"/>
                  <a:gd name="connsiteY7" fmla="*/ 673266 h 1301535"/>
                  <a:gd name="connsiteX8" fmla="*/ 634009 w 781175"/>
                  <a:gd name="connsiteY8" fmla="*/ 721895 h 1301535"/>
                  <a:gd name="connsiteX9" fmla="*/ 601559 w 781175"/>
                  <a:gd name="connsiteY9" fmla="*/ 1109375 h 1301535"/>
                  <a:gd name="connsiteX10" fmla="*/ 501826 w 781175"/>
                  <a:gd name="connsiteY10" fmla="*/ 1292114 h 1301535"/>
                  <a:gd name="connsiteX11" fmla="*/ 394729 w 781175"/>
                  <a:gd name="connsiteY11" fmla="*/ 1184316 h 1301535"/>
                  <a:gd name="connsiteX12" fmla="*/ 443902 w 781175"/>
                  <a:gd name="connsiteY12" fmla="*/ 783980 h 1301535"/>
                  <a:gd name="connsiteX13" fmla="*/ 153234 w 781175"/>
                  <a:gd name="connsiteY13" fmla="*/ 892212 h 1301535"/>
                  <a:gd name="connsiteX14" fmla="*/ 82229 w 781175"/>
                  <a:gd name="connsiteY14" fmla="*/ 890217 h 1301535"/>
                  <a:gd name="connsiteX15" fmla="*/ 1996 w 781175"/>
                  <a:gd name="connsiteY15" fmla="*/ 775584 h 1301535"/>
                  <a:gd name="connsiteX16" fmla="*/ 44316 w 781175"/>
                  <a:gd name="connsiteY16" fmla="*/ 724545 h 1301535"/>
                  <a:gd name="connsiteX17" fmla="*/ 297487 w 781175"/>
                  <a:gd name="connsiteY17" fmla="*/ 623628 h 1301535"/>
                  <a:gd name="connsiteX18" fmla="*/ 218252 w 781175"/>
                  <a:gd name="connsiteY18" fmla="*/ 484140 h 1301535"/>
                  <a:gd name="connsiteX19" fmla="*/ 292665 w 781175"/>
                  <a:gd name="connsiteY19" fmla="*/ 283305 h 1301535"/>
                  <a:gd name="connsiteX20" fmla="*/ 214760 w 781175"/>
                  <a:gd name="connsiteY20" fmla="*/ 264269 h 1301535"/>
                  <a:gd name="connsiteX21" fmla="*/ 122637 w 781175"/>
                  <a:gd name="connsiteY21" fmla="*/ 116552 h 1301535"/>
                  <a:gd name="connsiteX22" fmla="*/ 518897 w 781175"/>
                  <a:gd name="connsiteY22" fmla="*/ 17880 h 1301535"/>
                  <a:gd name="connsiteX23" fmla="*/ 462443 w 781175"/>
                  <a:gd name="connsiteY23" fmla="*/ 241076 h 1301535"/>
                  <a:gd name="connsiteX24" fmla="*/ 473002 w 781175"/>
                  <a:gd name="connsiteY24" fmla="*/ 312067 h 1301535"/>
                  <a:gd name="connsiteX25" fmla="*/ 511581 w 781175"/>
                  <a:gd name="connsiteY25" fmla="*/ 326864 h 1301535"/>
                  <a:gd name="connsiteX26" fmla="*/ 528791 w 781175"/>
                  <a:gd name="connsiteY26" fmla="*/ 223952 h 1301535"/>
                  <a:gd name="connsiteX27" fmla="*/ 462443 w 781175"/>
                  <a:gd name="connsiteY27" fmla="*/ 241076 h 1301535"/>
                  <a:gd name="connsiteX28" fmla="*/ 450803 w 781175"/>
                  <a:gd name="connsiteY28" fmla="*/ 377904 h 1301535"/>
                  <a:gd name="connsiteX29" fmla="*/ 436087 w 781175"/>
                  <a:gd name="connsiteY29" fmla="*/ 419966 h 1301535"/>
                  <a:gd name="connsiteX30" fmla="*/ 464522 w 781175"/>
                  <a:gd name="connsiteY30" fmla="*/ 389957 h 1301535"/>
                  <a:gd name="connsiteX31" fmla="*/ 450803 w 781175"/>
                  <a:gd name="connsiteY31" fmla="*/ 377904 h 1301535"/>
                  <a:gd name="connsiteX32" fmla="*/ 388612 w 781175"/>
                  <a:gd name="connsiteY32" fmla="*/ 544824 h 1301535"/>
                  <a:gd name="connsiteX33" fmla="*/ 370487 w 781175"/>
                  <a:gd name="connsiteY33" fmla="*/ 597194 h 1301535"/>
                  <a:gd name="connsiteX34" fmla="*/ 428687 w 781175"/>
                  <a:gd name="connsiteY34" fmla="*/ 577825 h 1301535"/>
                  <a:gd name="connsiteX35" fmla="*/ 388612 w 781175"/>
                  <a:gd name="connsiteY35" fmla="*/ 544824 h 1301535"/>
                  <a:gd name="connsiteX0" fmla="*/ 518897 w 781175"/>
                  <a:gd name="connsiteY0" fmla="*/ 17880 h 1319210"/>
                  <a:gd name="connsiteX1" fmla="*/ 619334 w 781175"/>
                  <a:gd name="connsiteY1" fmla="*/ 340 h 1319210"/>
                  <a:gd name="connsiteX2" fmla="*/ 681359 w 781175"/>
                  <a:gd name="connsiteY2" fmla="*/ 39326 h 1319210"/>
                  <a:gd name="connsiteX3" fmla="*/ 757186 w 781175"/>
                  <a:gd name="connsiteY3" fmla="*/ 170418 h 1319210"/>
                  <a:gd name="connsiteX4" fmla="*/ 633136 w 781175"/>
                  <a:gd name="connsiteY4" fmla="*/ 197019 h 1319210"/>
                  <a:gd name="connsiteX5" fmla="*/ 695683 w 781175"/>
                  <a:gd name="connsiteY5" fmla="*/ 290725 h 1319210"/>
                  <a:gd name="connsiteX6" fmla="*/ 653302 w 781175"/>
                  <a:gd name="connsiteY6" fmla="*/ 618940 h 1319210"/>
                  <a:gd name="connsiteX7" fmla="*/ 781175 w 781175"/>
                  <a:gd name="connsiteY7" fmla="*/ 673266 h 1319210"/>
                  <a:gd name="connsiteX8" fmla="*/ 634009 w 781175"/>
                  <a:gd name="connsiteY8" fmla="*/ 721895 h 1319210"/>
                  <a:gd name="connsiteX9" fmla="*/ 601559 w 781175"/>
                  <a:gd name="connsiteY9" fmla="*/ 1109375 h 1319210"/>
                  <a:gd name="connsiteX10" fmla="*/ 501826 w 781175"/>
                  <a:gd name="connsiteY10" fmla="*/ 1292114 h 1319210"/>
                  <a:gd name="connsiteX11" fmla="*/ 394729 w 781175"/>
                  <a:gd name="connsiteY11" fmla="*/ 1184316 h 1319210"/>
                  <a:gd name="connsiteX12" fmla="*/ 443902 w 781175"/>
                  <a:gd name="connsiteY12" fmla="*/ 783980 h 1319210"/>
                  <a:gd name="connsiteX13" fmla="*/ 153234 w 781175"/>
                  <a:gd name="connsiteY13" fmla="*/ 892212 h 1319210"/>
                  <a:gd name="connsiteX14" fmla="*/ 82229 w 781175"/>
                  <a:gd name="connsiteY14" fmla="*/ 890217 h 1319210"/>
                  <a:gd name="connsiteX15" fmla="*/ 1996 w 781175"/>
                  <a:gd name="connsiteY15" fmla="*/ 775584 h 1319210"/>
                  <a:gd name="connsiteX16" fmla="*/ 44316 w 781175"/>
                  <a:gd name="connsiteY16" fmla="*/ 724545 h 1319210"/>
                  <a:gd name="connsiteX17" fmla="*/ 297487 w 781175"/>
                  <a:gd name="connsiteY17" fmla="*/ 623628 h 1319210"/>
                  <a:gd name="connsiteX18" fmla="*/ 218252 w 781175"/>
                  <a:gd name="connsiteY18" fmla="*/ 484140 h 1319210"/>
                  <a:gd name="connsiteX19" fmla="*/ 292665 w 781175"/>
                  <a:gd name="connsiteY19" fmla="*/ 283305 h 1319210"/>
                  <a:gd name="connsiteX20" fmla="*/ 214760 w 781175"/>
                  <a:gd name="connsiteY20" fmla="*/ 264269 h 1319210"/>
                  <a:gd name="connsiteX21" fmla="*/ 122637 w 781175"/>
                  <a:gd name="connsiteY21" fmla="*/ 116552 h 1319210"/>
                  <a:gd name="connsiteX22" fmla="*/ 518897 w 781175"/>
                  <a:gd name="connsiteY22" fmla="*/ 17880 h 1319210"/>
                  <a:gd name="connsiteX23" fmla="*/ 462443 w 781175"/>
                  <a:gd name="connsiteY23" fmla="*/ 241076 h 1319210"/>
                  <a:gd name="connsiteX24" fmla="*/ 473002 w 781175"/>
                  <a:gd name="connsiteY24" fmla="*/ 312067 h 1319210"/>
                  <a:gd name="connsiteX25" fmla="*/ 511581 w 781175"/>
                  <a:gd name="connsiteY25" fmla="*/ 326864 h 1319210"/>
                  <a:gd name="connsiteX26" fmla="*/ 528791 w 781175"/>
                  <a:gd name="connsiteY26" fmla="*/ 223952 h 1319210"/>
                  <a:gd name="connsiteX27" fmla="*/ 462443 w 781175"/>
                  <a:gd name="connsiteY27" fmla="*/ 241076 h 1319210"/>
                  <a:gd name="connsiteX28" fmla="*/ 450803 w 781175"/>
                  <a:gd name="connsiteY28" fmla="*/ 377904 h 1319210"/>
                  <a:gd name="connsiteX29" fmla="*/ 436087 w 781175"/>
                  <a:gd name="connsiteY29" fmla="*/ 419966 h 1319210"/>
                  <a:gd name="connsiteX30" fmla="*/ 464522 w 781175"/>
                  <a:gd name="connsiteY30" fmla="*/ 389957 h 1319210"/>
                  <a:gd name="connsiteX31" fmla="*/ 450803 w 781175"/>
                  <a:gd name="connsiteY31" fmla="*/ 377904 h 1319210"/>
                  <a:gd name="connsiteX32" fmla="*/ 388612 w 781175"/>
                  <a:gd name="connsiteY32" fmla="*/ 544824 h 1319210"/>
                  <a:gd name="connsiteX33" fmla="*/ 370487 w 781175"/>
                  <a:gd name="connsiteY33" fmla="*/ 597194 h 1319210"/>
                  <a:gd name="connsiteX34" fmla="*/ 428687 w 781175"/>
                  <a:gd name="connsiteY34" fmla="*/ 577825 h 1319210"/>
                  <a:gd name="connsiteX35" fmla="*/ 388612 w 781175"/>
                  <a:gd name="connsiteY35" fmla="*/ 544824 h 1319210"/>
                  <a:gd name="connsiteX0" fmla="*/ 518897 w 781175"/>
                  <a:gd name="connsiteY0" fmla="*/ 17880 h 1319210"/>
                  <a:gd name="connsiteX1" fmla="*/ 619334 w 781175"/>
                  <a:gd name="connsiteY1" fmla="*/ 340 h 1319210"/>
                  <a:gd name="connsiteX2" fmla="*/ 681359 w 781175"/>
                  <a:gd name="connsiteY2" fmla="*/ 39326 h 1319210"/>
                  <a:gd name="connsiteX3" fmla="*/ 757186 w 781175"/>
                  <a:gd name="connsiteY3" fmla="*/ 170418 h 1319210"/>
                  <a:gd name="connsiteX4" fmla="*/ 633136 w 781175"/>
                  <a:gd name="connsiteY4" fmla="*/ 197019 h 1319210"/>
                  <a:gd name="connsiteX5" fmla="*/ 695683 w 781175"/>
                  <a:gd name="connsiteY5" fmla="*/ 290725 h 1319210"/>
                  <a:gd name="connsiteX6" fmla="*/ 653302 w 781175"/>
                  <a:gd name="connsiteY6" fmla="*/ 618940 h 1319210"/>
                  <a:gd name="connsiteX7" fmla="*/ 781175 w 781175"/>
                  <a:gd name="connsiteY7" fmla="*/ 673266 h 1319210"/>
                  <a:gd name="connsiteX8" fmla="*/ 634009 w 781175"/>
                  <a:gd name="connsiteY8" fmla="*/ 721895 h 1319210"/>
                  <a:gd name="connsiteX9" fmla="*/ 601559 w 781175"/>
                  <a:gd name="connsiteY9" fmla="*/ 1109375 h 1319210"/>
                  <a:gd name="connsiteX10" fmla="*/ 501826 w 781175"/>
                  <a:gd name="connsiteY10" fmla="*/ 1292114 h 1319210"/>
                  <a:gd name="connsiteX11" fmla="*/ 394729 w 781175"/>
                  <a:gd name="connsiteY11" fmla="*/ 1184316 h 1319210"/>
                  <a:gd name="connsiteX12" fmla="*/ 443902 w 781175"/>
                  <a:gd name="connsiteY12" fmla="*/ 783980 h 1319210"/>
                  <a:gd name="connsiteX13" fmla="*/ 153234 w 781175"/>
                  <a:gd name="connsiteY13" fmla="*/ 892212 h 1319210"/>
                  <a:gd name="connsiteX14" fmla="*/ 82229 w 781175"/>
                  <a:gd name="connsiteY14" fmla="*/ 890217 h 1319210"/>
                  <a:gd name="connsiteX15" fmla="*/ 1996 w 781175"/>
                  <a:gd name="connsiteY15" fmla="*/ 775584 h 1319210"/>
                  <a:gd name="connsiteX16" fmla="*/ 44316 w 781175"/>
                  <a:gd name="connsiteY16" fmla="*/ 724545 h 1319210"/>
                  <a:gd name="connsiteX17" fmla="*/ 297487 w 781175"/>
                  <a:gd name="connsiteY17" fmla="*/ 623628 h 1319210"/>
                  <a:gd name="connsiteX18" fmla="*/ 218252 w 781175"/>
                  <a:gd name="connsiteY18" fmla="*/ 484140 h 1319210"/>
                  <a:gd name="connsiteX19" fmla="*/ 292665 w 781175"/>
                  <a:gd name="connsiteY19" fmla="*/ 283305 h 1319210"/>
                  <a:gd name="connsiteX20" fmla="*/ 214760 w 781175"/>
                  <a:gd name="connsiteY20" fmla="*/ 264269 h 1319210"/>
                  <a:gd name="connsiteX21" fmla="*/ 122637 w 781175"/>
                  <a:gd name="connsiteY21" fmla="*/ 116552 h 1319210"/>
                  <a:gd name="connsiteX22" fmla="*/ 518897 w 781175"/>
                  <a:gd name="connsiteY22" fmla="*/ 17880 h 1319210"/>
                  <a:gd name="connsiteX23" fmla="*/ 462443 w 781175"/>
                  <a:gd name="connsiteY23" fmla="*/ 241076 h 1319210"/>
                  <a:gd name="connsiteX24" fmla="*/ 473002 w 781175"/>
                  <a:gd name="connsiteY24" fmla="*/ 312067 h 1319210"/>
                  <a:gd name="connsiteX25" fmla="*/ 511581 w 781175"/>
                  <a:gd name="connsiteY25" fmla="*/ 326864 h 1319210"/>
                  <a:gd name="connsiteX26" fmla="*/ 528791 w 781175"/>
                  <a:gd name="connsiteY26" fmla="*/ 223952 h 1319210"/>
                  <a:gd name="connsiteX27" fmla="*/ 462443 w 781175"/>
                  <a:gd name="connsiteY27" fmla="*/ 241076 h 1319210"/>
                  <a:gd name="connsiteX28" fmla="*/ 450803 w 781175"/>
                  <a:gd name="connsiteY28" fmla="*/ 377904 h 1319210"/>
                  <a:gd name="connsiteX29" fmla="*/ 436087 w 781175"/>
                  <a:gd name="connsiteY29" fmla="*/ 419966 h 1319210"/>
                  <a:gd name="connsiteX30" fmla="*/ 464522 w 781175"/>
                  <a:gd name="connsiteY30" fmla="*/ 389957 h 1319210"/>
                  <a:gd name="connsiteX31" fmla="*/ 450803 w 781175"/>
                  <a:gd name="connsiteY31" fmla="*/ 377904 h 1319210"/>
                  <a:gd name="connsiteX32" fmla="*/ 388612 w 781175"/>
                  <a:gd name="connsiteY32" fmla="*/ 544824 h 1319210"/>
                  <a:gd name="connsiteX33" fmla="*/ 370487 w 781175"/>
                  <a:gd name="connsiteY33" fmla="*/ 597194 h 1319210"/>
                  <a:gd name="connsiteX34" fmla="*/ 428687 w 781175"/>
                  <a:gd name="connsiteY34" fmla="*/ 577825 h 1319210"/>
                  <a:gd name="connsiteX35" fmla="*/ 388612 w 781175"/>
                  <a:gd name="connsiteY35" fmla="*/ 544824 h 1319210"/>
                  <a:gd name="connsiteX0" fmla="*/ 518897 w 781175"/>
                  <a:gd name="connsiteY0" fmla="*/ 17880 h 1319210"/>
                  <a:gd name="connsiteX1" fmla="*/ 619334 w 781175"/>
                  <a:gd name="connsiteY1" fmla="*/ 340 h 1319210"/>
                  <a:gd name="connsiteX2" fmla="*/ 681359 w 781175"/>
                  <a:gd name="connsiteY2" fmla="*/ 39326 h 1319210"/>
                  <a:gd name="connsiteX3" fmla="*/ 757186 w 781175"/>
                  <a:gd name="connsiteY3" fmla="*/ 170418 h 1319210"/>
                  <a:gd name="connsiteX4" fmla="*/ 633136 w 781175"/>
                  <a:gd name="connsiteY4" fmla="*/ 197019 h 1319210"/>
                  <a:gd name="connsiteX5" fmla="*/ 695683 w 781175"/>
                  <a:gd name="connsiteY5" fmla="*/ 290725 h 1319210"/>
                  <a:gd name="connsiteX6" fmla="*/ 653302 w 781175"/>
                  <a:gd name="connsiteY6" fmla="*/ 618940 h 1319210"/>
                  <a:gd name="connsiteX7" fmla="*/ 781175 w 781175"/>
                  <a:gd name="connsiteY7" fmla="*/ 673266 h 1319210"/>
                  <a:gd name="connsiteX8" fmla="*/ 634009 w 781175"/>
                  <a:gd name="connsiteY8" fmla="*/ 721895 h 1319210"/>
                  <a:gd name="connsiteX9" fmla="*/ 601559 w 781175"/>
                  <a:gd name="connsiteY9" fmla="*/ 1109375 h 1319210"/>
                  <a:gd name="connsiteX10" fmla="*/ 501826 w 781175"/>
                  <a:gd name="connsiteY10" fmla="*/ 1292114 h 1319210"/>
                  <a:gd name="connsiteX11" fmla="*/ 394729 w 781175"/>
                  <a:gd name="connsiteY11" fmla="*/ 1184316 h 1319210"/>
                  <a:gd name="connsiteX12" fmla="*/ 443902 w 781175"/>
                  <a:gd name="connsiteY12" fmla="*/ 783980 h 1319210"/>
                  <a:gd name="connsiteX13" fmla="*/ 153234 w 781175"/>
                  <a:gd name="connsiteY13" fmla="*/ 892212 h 1319210"/>
                  <a:gd name="connsiteX14" fmla="*/ 82229 w 781175"/>
                  <a:gd name="connsiteY14" fmla="*/ 890217 h 1319210"/>
                  <a:gd name="connsiteX15" fmla="*/ 1996 w 781175"/>
                  <a:gd name="connsiteY15" fmla="*/ 775584 h 1319210"/>
                  <a:gd name="connsiteX16" fmla="*/ 44316 w 781175"/>
                  <a:gd name="connsiteY16" fmla="*/ 724545 h 1319210"/>
                  <a:gd name="connsiteX17" fmla="*/ 297487 w 781175"/>
                  <a:gd name="connsiteY17" fmla="*/ 623628 h 1319210"/>
                  <a:gd name="connsiteX18" fmla="*/ 218252 w 781175"/>
                  <a:gd name="connsiteY18" fmla="*/ 484140 h 1319210"/>
                  <a:gd name="connsiteX19" fmla="*/ 292665 w 781175"/>
                  <a:gd name="connsiteY19" fmla="*/ 283305 h 1319210"/>
                  <a:gd name="connsiteX20" fmla="*/ 214760 w 781175"/>
                  <a:gd name="connsiteY20" fmla="*/ 264269 h 1319210"/>
                  <a:gd name="connsiteX21" fmla="*/ 122637 w 781175"/>
                  <a:gd name="connsiteY21" fmla="*/ 116552 h 1319210"/>
                  <a:gd name="connsiteX22" fmla="*/ 518897 w 781175"/>
                  <a:gd name="connsiteY22" fmla="*/ 17880 h 1319210"/>
                  <a:gd name="connsiteX23" fmla="*/ 462443 w 781175"/>
                  <a:gd name="connsiteY23" fmla="*/ 241076 h 1319210"/>
                  <a:gd name="connsiteX24" fmla="*/ 473002 w 781175"/>
                  <a:gd name="connsiteY24" fmla="*/ 312067 h 1319210"/>
                  <a:gd name="connsiteX25" fmla="*/ 511581 w 781175"/>
                  <a:gd name="connsiteY25" fmla="*/ 326864 h 1319210"/>
                  <a:gd name="connsiteX26" fmla="*/ 528791 w 781175"/>
                  <a:gd name="connsiteY26" fmla="*/ 223952 h 1319210"/>
                  <a:gd name="connsiteX27" fmla="*/ 462443 w 781175"/>
                  <a:gd name="connsiteY27" fmla="*/ 241076 h 1319210"/>
                  <a:gd name="connsiteX28" fmla="*/ 450803 w 781175"/>
                  <a:gd name="connsiteY28" fmla="*/ 377904 h 1319210"/>
                  <a:gd name="connsiteX29" fmla="*/ 436087 w 781175"/>
                  <a:gd name="connsiteY29" fmla="*/ 419966 h 1319210"/>
                  <a:gd name="connsiteX30" fmla="*/ 464522 w 781175"/>
                  <a:gd name="connsiteY30" fmla="*/ 389957 h 1319210"/>
                  <a:gd name="connsiteX31" fmla="*/ 450803 w 781175"/>
                  <a:gd name="connsiteY31" fmla="*/ 377904 h 1319210"/>
                  <a:gd name="connsiteX32" fmla="*/ 388612 w 781175"/>
                  <a:gd name="connsiteY32" fmla="*/ 544824 h 1319210"/>
                  <a:gd name="connsiteX33" fmla="*/ 370487 w 781175"/>
                  <a:gd name="connsiteY33" fmla="*/ 597194 h 1319210"/>
                  <a:gd name="connsiteX34" fmla="*/ 428687 w 781175"/>
                  <a:gd name="connsiteY34" fmla="*/ 577825 h 1319210"/>
                  <a:gd name="connsiteX35" fmla="*/ 388612 w 781175"/>
                  <a:gd name="connsiteY35" fmla="*/ 544824 h 1319210"/>
                  <a:gd name="connsiteX0" fmla="*/ 518897 w 781175"/>
                  <a:gd name="connsiteY0" fmla="*/ 17880 h 1334554"/>
                  <a:gd name="connsiteX1" fmla="*/ 619334 w 781175"/>
                  <a:gd name="connsiteY1" fmla="*/ 340 h 1334554"/>
                  <a:gd name="connsiteX2" fmla="*/ 681359 w 781175"/>
                  <a:gd name="connsiteY2" fmla="*/ 39326 h 1334554"/>
                  <a:gd name="connsiteX3" fmla="*/ 757186 w 781175"/>
                  <a:gd name="connsiteY3" fmla="*/ 170418 h 1334554"/>
                  <a:gd name="connsiteX4" fmla="*/ 633136 w 781175"/>
                  <a:gd name="connsiteY4" fmla="*/ 197019 h 1334554"/>
                  <a:gd name="connsiteX5" fmla="*/ 695683 w 781175"/>
                  <a:gd name="connsiteY5" fmla="*/ 290725 h 1334554"/>
                  <a:gd name="connsiteX6" fmla="*/ 653302 w 781175"/>
                  <a:gd name="connsiteY6" fmla="*/ 618940 h 1334554"/>
                  <a:gd name="connsiteX7" fmla="*/ 781175 w 781175"/>
                  <a:gd name="connsiteY7" fmla="*/ 673266 h 1334554"/>
                  <a:gd name="connsiteX8" fmla="*/ 634009 w 781175"/>
                  <a:gd name="connsiteY8" fmla="*/ 721895 h 1334554"/>
                  <a:gd name="connsiteX9" fmla="*/ 601559 w 781175"/>
                  <a:gd name="connsiteY9" fmla="*/ 1109375 h 1334554"/>
                  <a:gd name="connsiteX10" fmla="*/ 501826 w 781175"/>
                  <a:gd name="connsiteY10" fmla="*/ 1292114 h 1334554"/>
                  <a:gd name="connsiteX11" fmla="*/ 394729 w 781175"/>
                  <a:gd name="connsiteY11" fmla="*/ 1184316 h 1334554"/>
                  <a:gd name="connsiteX12" fmla="*/ 443902 w 781175"/>
                  <a:gd name="connsiteY12" fmla="*/ 783980 h 1334554"/>
                  <a:gd name="connsiteX13" fmla="*/ 153234 w 781175"/>
                  <a:gd name="connsiteY13" fmla="*/ 892212 h 1334554"/>
                  <a:gd name="connsiteX14" fmla="*/ 82229 w 781175"/>
                  <a:gd name="connsiteY14" fmla="*/ 890217 h 1334554"/>
                  <a:gd name="connsiteX15" fmla="*/ 1996 w 781175"/>
                  <a:gd name="connsiteY15" fmla="*/ 775584 h 1334554"/>
                  <a:gd name="connsiteX16" fmla="*/ 44316 w 781175"/>
                  <a:gd name="connsiteY16" fmla="*/ 724545 h 1334554"/>
                  <a:gd name="connsiteX17" fmla="*/ 297487 w 781175"/>
                  <a:gd name="connsiteY17" fmla="*/ 623628 h 1334554"/>
                  <a:gd name="connsiteX18" fmla="*/ 218252 w 781175"/>
                  <a:gd name="connsiteY18" fmla="*/ 484140 h 1334554"/>
                  <a:gd name="connsiteX19" fmla="*/ 292665 w 781175"/>
                  <a:gd name="connsiteY19" fmla="*/ 283305 h 1334554"/>
                  <a:gd name="connsiteX20" fmla="*/ 214760 w 781175"/>
                  <a:gd name="connsiteY20" fmla="*/ 264269 h 1334554"/>
                  <a:gd name="connsiteX21" fmla="*/ 122637 w 781175"/>
                  <a:gd name="connsiteY21" fmla="*/ 116552 h 1334554"/>
                  <a:gd name="connsiteX22" fmla="*/ 518897 w 781175"/>
                  <a:gd name="connsiteY22" fmla="*/ 17880 h 1334554"/>
                  <a:gd name="connsiteX23" fmla="*/ 462443 w 781175"/>
                  <a:gd name="connsiteY23" fmla="*/ 241076 h 1334554"/>
                  <a:gd name="connsiteX24" fmla="*/ 473002 w 781175"/>
                  <a:gd name="connsiteY24" fmla="*/ 312067 h 1334554"/>
                  <a:gd name="connsiteX25" fmla="*/ 511581 w 781175"/>
                  <a:gd name="connsiteY25" fmla="*/ 326864 h 1334554"/>
                  <a:gd name="connsiteX26" fmla="*/ 528791 w 781175"/>
                  <a:gd name="connsiteY26" fmla="*/ 223952 h 1334554"/>
                  <a:gd name="connsiteX27" fmla="*/ 462443 w 781175"/>
                  <a:gd name="connsiteY27" fmla="*/ 241076 h 1334554"/>
                  <a:gd name="connsiteX28" fmla="*/ 450803 w 781175"/>
                  <a:gd name="connsiteY28" fmla="*/ 377904 h 1334554"/>
                  <a:gd name="connsiteX29" fmla="*/ 436087 w 781175"/>
                  <a:gd name="connsiteY29" fmla="*/ 419966 h 1334554"/>
                  <a:gd name="connsiteX30" fmla="*/ 464522 w 781175"/>
                  <a:gd name="connsiteY30" fmla="*/ 389957 h 1334554"/>
                  <a:gd name="connsiteX31" fmla="*/ 450803 w 781175"/>
                  <a:gd name="connsiteY31" fmla="*/ 377904 h 1334554"/>
                  <a:gd name="connsiteX32" fmla="*/ 388612 w 781175"/>
                  <a:gd name="connsiteY32" fmla="*/ 544824 h 1334554"/>
                  <a:gd name="connsiteX33" fmla="*/ 370487 w 781175"/>
                  <a:gd name="connsiteY33" fmla="*/ 597194 h 1334554"/>
                  <a:gd name="connsiteX34" fmla="*/ 428687 w 781175"/>
                  <a:gd name="connsiteY34" fmla="*/ 577825 h 1334554"/>
                  <a:gd name="connsiteX35" fmla="*/ 388612 w 781175"/>
                  <a:gd name="connsiteY35" fmla="*/ 544824 h 1334554"/>
                  <a:gd name="connsiteX0" fmla="*/ 518897 w 781175"/>
                  <a:gd name="connsiteY0" fmla="*/ 17880 h 1341218"/>
                  <a:gd name="connsiteX1" fmla="*/ 619334 w 781175"/>
                  <a:gd name="connsiteY1" fmla="*/ 340 h 1341218"/>
                  <a:gd name="connsiteX2" fmla="*/ 681359 w 781175"/>
                  <a:gd name="connsiteY2" fmla="*/ 39326 h 1341218"/>
                  <a:gd name="connsiteX3" fmla="*/ 757186 w 781175"/>
                  <a:gd name="connsiteY3" fmla="*/ 170418 h 1341218"/>
                  <a:gd name="connsiteX4" fmla="*/ 633136 w 781175"/>
                  <a:gd name="connsiteY4" fmla="*/ 197019 h 1341218"/>
                  <a:gd name="connsiteX5" fmla="*/ 695683 w 781175"/>
                  <a:gd name="connsiteY5" fmla="*/ 290725 h 1341218"/>
                  <a:gd name="connsiteX6" fmla="*/ 653302 w 781175"/>
                  <a:gd name="connsiteY6" fmla="*/ 618940 h 1341218"/>
                  <a:gd name="connsiteX7" fmla="*/ 781175 w 781175"/>
                  <a:gd name="connsiteY7" fmla="*/ 673266 h 1341218"/>
                  <a:gd name="connsiteX8" fmla="*/ 634009 w 781175"/>
                  <a:gd name="connsiteY8" fmla="*/ 721895 h 1341218"/>
                  <a:gd name="connsiteX9" fmla="*/ 601559 w 781175"/>
                  <a:gd name="connsiteY9" fmla="*/ 1109375 h 1341218"/>
                  <a:gd name="connsiteX10" fmla="*/ 501826 w 781175"/>
                  <a:gd name="connsiteY10" fmla="*/ 1292114 h 1341218"/>
                  <a:gd name="connsiteX11" fmla="*/ 394729 w 781175"/>
                  <a:gd name="connsiteY11" fmla="*/ 1184316 h 1341218"/>
                  <a:gd name="connsiteX12" fmla="*/ 443902 w 781175"/>
                  <a:gd name="connsiteY12" fmla="*/ 783980 h 1341218"/>
                  <a:gd name="connsiteX13" fmla="*/ 153234 w 781175"/>
                  <a:gd name="connsiteY13" fmla="*/ 892212 h 1341218"/>
                  <a:gd name="connsiteX14" fmla="*/ 82229 w 781175"/>
                  <a:gd name="connsiteY14" fmla="*/ 890217 h 1341218"/>
                  <a:gd name="connsiteX15" fmla="*/ 1996 w 781175"/>
                  <a:gd name="connsiteY15" fmla="*/ 775584 h 1341218"/>
                  <a:gd name="connsiteX16" fmla="*/ 44316 w 781175"/>
                  <a:gd name="connsiteY16" fmla="*/ 724545 h 1341218"/>
                  <a:gd name="connsiteX17" fmla="*/ 297487 w 781175"/>
                  <a:gd name="connsiteY17" fmla="*/ 623628 h 1341218"/>
                  <a:gd name="connsiteX18" fmla="*/ 218252 w 781175"/>
                  <a:gd name="connsiteY18" fmla="*/ 484140 h 1341218"/>
                  <a:gd name="connsiteX19" fmla="*/ 292665 w 781175"/>
                  <a:gd name="connsiteY19" fmla="*/ 283305 h 1341218"/>
                  <a:gd name="connsiteX20" fmla="*/ 214760 w 781175"/>
                  <a:gd name="connsiteY20" fmla="*/ 264269 h 1341218"/>
                  <a:gd name="connsiteX21" fmla="*/ 122637 w 781175"/>
                  <a:gd name="connsiteY21" fmla="*/ 116552 h 1341218"/>
                  <a:gd name="connsiteX22" fmla="*/ 518897 w 781175"/>
                  <a:gd name="connsiteY22" fmla="*/ 17880 h 1341218"/>
                  <a:gd name="connsiteX23" fmla="*/ 462443 w 781175"/>
                  <a:gd name="connsiteY23" fmla="*/ 241076 h 1341218"/>
                  <a:gd name="connsiteX24" fmla="*/ 473002 w 781175"/>
                  <a:gd name="connsiteY24" fmla="*/ 312067 h 1341218"/>
                  <a:gd name="connsiteX25" fmla="*/ 511581 w 781175"/>
                  <a:gd name="connsiteY25" fmla="*/ 326864 h 1341218"/>
                  <a:gd name="connsiteX26" fmla="*/ 528791 w 781175"/>
                  <a:gd name="connsiteY26" fmla="*/ 223952 h 1341218"/>
                  <a:gd name="connsiteX27" fmla="*/ 462443 w 781175"/>
                  <a:gd name="connsiteY27" fmla="*/ 241076 h 1341218"/>
                  <a:gd name="connsiteX28" fmla="*/ 450803 w 781175"/>
                  <a:gd name="connsiteY28" fmla="*/ 377904 h 1341218"/>
                  <a:gd name="connsiteX29" fmla="*/ 436087 w 781175"/>
                  <a:gd name="connsiteY29" fmla="*/ 419966 h 1341218"/>
                  <a:gd name="connsiteX30" fmla="*/ 464522 w 781175"/>
                  <a:gd name="connsiteY30" fmla="*/ 389957 h 1341218"/>
                  <a:gd name="connsiteX31" fmla="*/ 450803 w 781175"/>
                  <a:gd name="connsiteY31" fmla="*/ 377904 h 1341218"/>
                  <a:gd name="connsiteX32" fmla="*/ 388612 w 781175"/>
                  <a:gd name="connsiteY32" fmla="*/ 544824 h 1341218"/>
                  <a:gd name="connsiteX33" fmla="*/ 370487 w 781175"/>
                  <a:gd name="connsiteY33" fmla="*/ 597194 h 1341218"/>
                  <a:gd name="connsiteX34" fmla="*/ 428687 w 781175"/>
                  <a:gd name="connsiteY34" fmla="*/ 577825 h 1341218"/>
                  <a:gd name="connsiteX35" fmla="*/ 388612 w 781175"/>
                  <a:gd name="connsiteY35" fmla="*/ 544824 h 1341218"/>
                  <a:gd name="connsiteX0" fmla="*/ 518897 w 781175"/>
                  <a:gd name="connsiteY0" fmla="*/ 17880 h 1341218"/>
                  <a:gd name="connsiteX1" fmla="*/ 619334 w 781175"/>
                  <a:gd name="connsiteY1" fmla="*/ 340 h 1341218"/>
                  <a:gd name="connsiteX2" fmla="*/ 681359 w 781175"/>
                  <a:gd name="connsiteY2" fmla="*/ 39326 h 1341218"/>
                  <a:gd name="connsiteX3" fmla="*/ 757186 w 781175"/>
                  <a:gd name="connsiteY3" fmla="*/ 170418 h 1341218"/>
                  <a:gd name="connsiteX4" fmla="*/ 633136 w 781175"/>
                  <a:gd name="connsiteY4" fmla="*/ 197019 h 1341218"/>
                  <a:gd name="connsiteX5" fmla="*/ 695683 w 781175"/>
                  <a:gd name="connsiteY5" fmla="*/ 290725 h 1341218"/>
                  <a:gd name="connsiteX6" fmla="*/ 653302 w 781175"/>
                  <a:gd name="connsiteY6" fmla="*/ 618940 h 1341218"/>
                  <a:gd name="connsiteX7" fmla="*/ 781175 w 781175"/>
                  <a:gd name="connsiteY7" fmla="*/ 673266 h 1341218"/>
                  <a:gd name="connsiteX8" fmla="*/ 634009 w 781175"/>
                  <a:gd name="connsiteY8" fmla="*/ 721895 h 1341218"/>
                  <a:gd name="connsiteX9" fmla="*/ 601559 w 781175"/>
                  <a:gd name="connsiteY9" fmla="*/ 1109375 h 1341218"/>
                  <a:gd name="connsiteX10" fmla="*/ 501826 w 781175"/>
                  <a:gd name="connsiteY10" fmla="*/ 1292114 h 1341218"/>
                  <a:gd name="connsiteX11" fmla="*/ 394729 w 781175"/>
                  <a:gd name="connsiteY11" fmla="*/ 1184316 h 1341218"/>
                  <a:gd name="connsiteX12" fmla="*/ 443902 w 781175"/>
                  <a:gd name="connsiteY12" fmla="*/ 783980 h 1341218"/>
                  <a:gd name="connsiteX13" fmla="*/ 153234 w 781175"/>
                  <a:gd name="connsiteY13" fmla="*/ 892212 h 1341218"/>
                  <a:gd name="connsiteX14" fmla="*/ 82229 w 781175"/>
                  <a:gd name="connsiteY14" fmla="*/ 890217 h 1341218"/>
                  <a:gd name="connsiteX15" fmla="*/ 1996 w 781175"/>
                  <a:gd name="connsiteY15" fmla="*/ 775584 h 1341218"/>
                  <a:gd name="connsiteX16" fmla="*/ 44316 w 781175"/>
                  <a:gd name="connsiteY16" fmla="*/ 724545 h 1341218"/>
                  <a:gd name="connsiteX17" fmla="*/ 297487 w 781175"/>
                  <a:gd name="connsiteY17" fmla="*/ 623628 h 1341218"/>
                  <a:gd name="connsiteX18" fmla="*/ 218252 w 781175"/>
                  <a:gd name="connsiteY18" fmla="*/ 484140 h 1341218"/>
                  <a:gd name="connsiteX19" fmla="*/ 292665 w 781175"/>
                  <a:gd name="connsiteY19" fmla="*/ 283305 h 1341218"/>
                  <a:gd name="connsiteX20" fmla="*/ 214760 w 781175"/>
                  <a:gd name="connsiteY20" fmla="*/ 264269 h 1341218"/>
                  <a:gd name="connsiteX21" fmla="*/ 122637 w 781175"/>
                  <a:gd name="connsiteY21" fmla="*/ 116552 h 1341218"/>
                  <a:gd name="connsiteX22" fmla="*/ 518897 w 781175"/>
                  <a:gd name="connsiteY22" fmla="*/ 17880 h 1341218"/>
                  <a:gd name="connsiteX23" fmla="*/ 462443 w 781175"/>
                  <a:gd name="connsiteY23" fmla="*/ 241076 h 1341218"/>
                  <a:gd name="connsiteX24" fmla="*/ 473002 w 781175"/>
                  <a:gd name="connsiteY24" fmla="*/ 312067 h 1341218"/>
                  <a:gd name="connsiteX25" fmla="*/ 511581 w 781175"/>
                  <a:gd name="connsiteY25" fmla="*/ 326864 h 1341218"/>
                  <a:gd name="connsiteX26" fmla="*/ 528791 w 781175"/>
                  <a:gd name="connsiteY26" fmla="*/ 223952 h 1341218"/>
                  <a:gd name="connsiteX27" fmla="*/ 462443 w 781175"/>
                  <a:gd name="connsiteY27" fmla="*/ 241076 h 1341218"/>
                  <a:gd name="connsiteX28" fmla="*/ 450803 w 781175"/>
                  <a:gd name="connsiteY28" fmla="*/ 377904 h 1341218"/>
                  <a:gd name="connsiteX29" fmla="*/ 436087 w 781175"/>
                  <a:gd name="connsiteY29" fmla="*/ 419966 h 1341218"/>
                  <a:gd name="connsiteX30" fmla="*/ 464522 w 781175"/>
                  <a:gd name="connsiteY30" fmla="*/ 389957 h 1341218"/>
                  <a:gd name="connsiteX31" fmla="*/ 450803 w 781175"/>
                  <a:gd name="connsiteY31" fmla="*/ 377904 h 1341218"/>
                  <a:gd name="connsiteX32" fmla="*/ 388612 w 781175"/>
                  <a:gd name="connsiteY32" fmla="*/ 544824 h 1341218"/>
                  <a:gd name="connsiteX33" fmla="*/ 370487 w 781175"/>
                  <a:gd name="connsiteY33" fmla="*/ 597194 h 1341218"/>
                  <a:gd name="connsiteX34" fmla="*/ 428687 w 781175"/>
                  <a:gd name="connsiteY34" fmla="*/ 577825 h 1341218"/>
                  <a:gd name="connsiteX35" fmla="*/ 388612 w 781175"/>
                  <a:gd name="connsiteY35" fmla="*/ 544824 h 1341218"/>
                  <a:gd name="connsiteX0" fmla="*/ 518897 w 781175"/>
                  <a:gd name="connsiteY0" fmla="*/ 17880 h 1336771"/>
                  <a:gd name="connsiteX1" fmla="*/ 619334 w 781175"/>
                  <a:gd name="connsiteY1" fmla="*/ 340 h 1336771"/>
                  <a:gd name="connsiteX2" fmla="*/ 681359 w 781175"/>
                  <a:gd name="connsiteY2" fmla="*/ 39326 h 1336771"/>
                  <a:gd name="connsiteX3" fmla="*/ 757186 w 781175"/>
                  <a:gd name="connsiteY3" fmla="*/ 170418 h 1336771"/>
                  <a:gd name="connsiteX4" fmla="*/ 633136 w 781175"/>
                  <a:gd name="connsiteY4" fmla="*/ 197019 h 1336771"/>
                  <a:gd name="connsiteX5" fmla="*/ 695683 w 781175"/>
                  <a:gd name="connsiteY5" fmla="*/ 290725 h 1336771"/>
                  <a:gd name="connsiteX6" fmla="*/ 653302 w 781175"/>
                  <a:gd name="connsiteY6" fmla="*/ 618940 h 1336771"/>
                  <a:gd name="connsiteX7" fmla="*/ 781175 w 781175"/>
                  <a:gd name="connsiteY7" fmla="*/ 673266 h 1336771"/>
                  <a:gd name="connsiteX8" fmla="*/ 634009 w 781175"/>
                  <a:gd name="connsiteY8" fmla="*/ 721895 h 1336771"/>
                  <a:gd name="connsiteX9" fmla="*/ 601559 w 781175"/>
                  <a:gd name="connsiteY9" fmla="*/ 1109375 h 1336771"/>
                  <a:gd name="connsiteX10" fmla="*/ 501826 w 781175"/>
                  <a:gd name="connsiteY10" fmla="*/ 1292114 h 1336771"/>
                  <a:gd name="connsiteX11" fmla="*/ 394729 w 781175"/>
                  <a:gd name="connsiteY11" fmla="*/ 1184316 h 1336771"/>
                  <a:gd name="connsiteX12" fmla="*/ 443902 w 781175"/>
                  <a:gd name="connsiteY12" fmla="*/ 783980 h 1336771"/>
                  <a:gd name="connsiteX13" fmla="*/ 153234 w 781175"/>
                  <a:gd name="connsiteY13" fmla="*/ 892212 h 1336771"/>
                  <a:gd name="connsiteX14" fmla="*/ 82229 w 781175"/>
                  <a:gd name="connsiteY14" fmla="*/ 890217 h 1336771"/>
                  <a:gd name="connsiteX15" fmla="*/ 1996 w 781175"/>
                  <a:gd name="connsiteY15" fmla="*/ 775584 h 1336771"/>
                  <a:gd name="connsiteX16" fmla="*/ 44316 w 781175"/>
                  <a:gd name="connsiteY16" fmla="*/ 724545 h 1336771"/>
                  <a:gd name="connsiteX17" fmla="*/ 297487 w 781175"/>
                  <a:gd name="connsiteY17" fmla="*/ 623628 h 1336771"/>
                  <a:gd name="connsiteX18" fmla="*/ 218252 w 781175"/>
                  <a:gd name="connsiteY18" fmla="*/ 484140 h 1336771"/>
                  <a:gd name="connsiteX19" fmla="*/ 292665 w 781175"/>
                  <a:gd name="connsiteY19" fmla="*/ 283305 h 1336771"/>
                  <a:gd name="connsiteX20" fmla="*/ 214760 w 781175"/>
                  <a:gd name="connsiteY20" fmla="*/ 264269 h 1336771"/>
                  <a:gd name="connsiteX21" fmla="*/ 122637 w 781175"/>
                  <a:gd name="connsiteY21" fmla="*/ 116552 h 1336771"/>
                  <a:gd name="connsiteX22" fmla="*/ 518897 w 781175"/>
                  <a:gd name="connsiteY22" fmla="*/ 17880 h 1336771"/>
                  <a:gd name="connsiteX23" fmla="*/ 462443 w 781175"/>
                  <a:gd name="connsiteY23" fmla="*/ 241076 h 1336771"/>
                  <a:gd name="connsiteX24" fmla="*/ 473002 w 781175"/>
                  <a:gd name="connsiteY24" fmla="*/ 312067 h 1336771"/>
                  <a:gd name="connsiteX25" fmla="*/ 511581 w 781175"/>
                  <a:gd name="connsiteY25" fmla="*/ 326864 h 1336771"/>
                  <a:gd name="connsiteX26" fmla="*/ 528791 w 781175"/>
                  <a:gd name="connsiteY26" fmla="*/ 223952 h 1336771"/>
                  <a:gd name="connsiteX27" fmla="*/ 462443 w 781175"/>
                  <a:gd name="connsiteY27" fmla="*/ 241076 h 1336771"/>
                  <a:gd name="connsiteX28" fmla="*/ 450803 w 781175"/>
                  <a:gd name="connsiteY28" fmla="*/ 377904 h 1336771"/>
                  <a:gd name="connsiteX29" fmla="*/ 436087 w 781175"/>
                  <a:gd name="connsiteY29" fmla="*/ 419966 h 1336771"/>
                  <a:gd name="connsiteX30" fmla="*/ 464522 w 781175"/>
                  <a:gd name="connsiteY30" fmla="*/ 389957 h 1336771"/>
                  <a:gd name="connsiteX31" fmla="*/ 450803 w 781175"/>
                  <a:gd name="connsiteY31" fmla="*/ 377904 h 1336771"/>
                  <a:gd name="connsiteX32" fmla="*/ 388612 w 781175"/>
                  <a:gd name="connsiteY32" fmla="*/ 544824 h 1336771"/>
                  <a:gd name="connsiteX33" fmla="*/ 370487 w 781175"/>
                  <a:gd name="connsiteY33" fmla="*/ 597194 h 1336771"/>
                  <a:gd name="connsiteX34" fmla="*/ 428687 w 781175"/>
                  <a:gd name="connsiteY34" fmla="*/ 577825 h 1336771"/>
                  <a:gd name="connsiteX35" fmla="*/ 388612 w 781175"/>
                  <a:gd name="connsiteY35" fmla="*/ 544824 h 1336771"/>
                  <a:gd name="connsiteX0" fmla="*/ 518897 w 781175"/>
                  <a:gd name="connsiteY0" fmla="*/ 17880 h 1322465"/>
                  <a:gd name="connsiteX1" fmla="*/ 619334 w 781175"/>
                  <a:gd name="connsiteY1" fmla="*/ 340 h 1322465"/>
                  <a:gd name="connsiteX2" fmla="*/ 681359 w 781175"/>
                  <a:gd name="connsiteY2" fmla="*/ 39326 h 1322465"/>
                  <a:gd name="connsiteX3" fmla="*/ 757186 w 781175"/>
                  <a:gd name="connsiteY3" fmla="*/ 170418 h 1322465"/>
                  <a:gd name="connsiteX4" fmla="*/ 633136 w 781175"/>
                  <a:gd name="connsiteY4" fmla="*/ 197019 h 1322465"/>
                  <a:gd name="connsiteX5" fmla="*/ 695683 w 781175"/>
                  <a:gd name="connsiteY5" fmla="*/ 290725 h 1322465"/>
                  <a:gd name="connsiteX6" fmla="*/ 653302 w 781175"/>
                  <a:gd name="connsiteY6" fmla="*/ 618940 h 1322465"/>
                  <a:gd name="connsiteX7" fmla="*/ 781175 w 781175"/>
                  <a:gd name="connsiteY7" fmla="*/ 673266 h 1322465"/>
                  <a:gd name="connsiteX8" fmla="*/ 634009 w 781175"/>
                  <a:gd name="connsiteY8" fmla="*/ 721895 h 1322465"/>
                  <a:gd name="connsiteX9" fmla="*/ 601559 w 781175"/>
                  <a:gd name="connsiteY9" fmla="*/ 1109375 h 1322465"/>
                  <a:gd name="connsiteX10" fmla="*/ 501826 w 781175"/>
                  <a:gd name="connsiteY10" fmla="*/ 1292114 h 1322465"/>
                  <a:gd name="connsiteX11" fmla="*/ 394729 w 781175"/>
                  <a:gd name="connsiteY11" fmla="*/ 1184316 h 1322465"/>
                  <a:gd name="connsiteX12" fmla="*/ 443902 w 781175"/>
                  <a:gd name="connsiteY12" fmla="*/ 783980 h 1322465"/>
                  <a:gd name="connsiteX13" fmla="*/ 153234 w 781175"/>
                  <a:gd name="connsiteY13" fmla="*/ 892212 h 1322465"/>
                  <a:gd name="connsiteX14" fmla="*/ 82229 w 781175"/>
                  <a:gd name="connsiteY14" fmla="*/ 890217 h 1322465"/>
                  <a:gd name="connsiteX15" fmla="*/ 1996 w 781175"/>
                  <a:gd name="connsiteY15" fmla="*/ 775584 h 1322465"/>
                  <a:gd name="connsiteX16" fmla="*/ 44316 w 781175"/>
                  <a:gd name="connsiteY16" fmla="*/ 724545 h 1322465"/>
                  <a:gd name="connsiteX17" fmla="*/ 297487 w 781175"/>
                  <a:gd name="connsiteY17" fmla="*/ 623628 h 1322465"/>
                  <a:gd name="connsiteX18" fmla="*/ 218252 w 781175"/>
                  <a:gd name="connsiteY18" fmla="*/ 484140 h 1322465"/>
                  <a:gd name="connsiteX19" fmla="*/ 292665 w 781175"/>
                  <a:gd name="connsiteY19" fmla="*/ 283305 h 1322465"/>
                  <a:gd name="connsiteX20" fmla="*/ 214760 w 781175"/>
                  <a:gd name="connsiteY20" fmla="*/ 264269 h 1322465"/>
                  <a:gd name="connsiteX21" fmla="*/ 122637 w 781175"/>
                  <a:gd name="connsiteY21" fmla="*/ 116552 h 1322465"/>
                  <a:gd name="connsiteX22" fmla="*/ 518897 w 781175"/>
                  <a:gd name="connsiteY22" fmla="*/ 17880 h 1322465"/>
                  <a:gd name="connsiteX23" fmla="*/ 462443 w 781175"/>
                  <a:gd name="connsiteY23" fmla="*/ 241076 h 1322465"/>
                  <a:gd name="connsiteX24" fmla="*/ 473002 w 781175"/>
                  <a:gd name="connsiteY24" fmla="*/ 312067 h 1322465"/>
                  <a:gd name="connsiteX25" fmla="*/ 511581 w 781175"/>
                  <a:gd name="connsiteY25" fmla="*/ 326864 h 1322465"/>
                  <a:gd name="connsiteX26" fmla="*/ 528791 w 781175"/>
                  <a:gd name="connsiteY26" fmla="*/ 223952 h 1322465"/>
                  <a:gd name="connsiteX27" fmla="*/ 462443 w 781175"/>
                  <a:gd name="connsiteY27" fmla="*/ 241076 h 1322465"/>
                  <a:gd name="connsiteX28" fmla="*/ 450803 w 781175"/>
                  <a:gd name="connsiteY28" fmla="*/ 377904 h 1322465"/>
                  <a:gd name="connsiteX29" fmla="*/ 436087 w 781175"/>
                  <a:gd name="connsiteY29" fmla="*/ 419966 h 1322465"/>
                  <a:gd name="connsiteX30" fmla="*/ 464522 w 781175"/>
                  <a:gd name="connsiteY30" fmla="*/ 389957 h 1322465"/>
                  <a:gd name="connsiteX31" fmla="*/ 450803 w 781175"/>
                  <a:gd name="connsiteY31" fmla="*/ 377904 h 1322465"/>
                  <a:gd name="connsiteX32" fmla="*/ 388612 w 781175"/>
                  <a:gd name="connsiteY32" fmla="*/ 544824 h 1322465"/>
                  <a:gd name="connsiteX33" fmla="*/ 370487 w 781175"/>
                  <a:gd name="connsiteY33" fmla="*/ 597194 h 1322465"/>
                  <a:gd name="connsiteX34" fmla="*/ 428687 w 781175"/>
                  <a:gd name="connsiteY34" fmla="*/ 577825 h 1322465"/>
                  <a:gd name="connsiteX35" fmla="*/ 388612 w 781175"/>
                  <a:gd name="connsiteY35" fmla="*/ 544824 h 1322465"/>
                  <a:gd name="connsiteX0" fmla="*/ 518897 w 781175"/>
                  <a:gd name="connsiteY0" fmla="*/ 17880 h 1322465"/>
                  <a:gd name="connsiteX1" fmla="*/ 619334 w 781175"/>
                  <a:gd name="connsiteY1" fmla="*/ 340 h 1322465"/>
                  <a:gd name="connsiteX2" fmla="*/ 681359 w 781175"/>
                  <a:gd name="connsiteY2" fmla="*/ 39326 h 1322465"/>
                  <a:gd name="connsiteX3" fmla="*/ 757186 w 781175"/>
                  <a:gd name="connsiteY3" fmla="*/ 170418 h 1322465"/>
                  <a:gd name="connsiteX4" fmla="*/ 633136 w 781175"/>
                  <a:gd name="connsiteY4" fmla="*/ 197019 h 1322465"/>
                  <a:gd name="connsiteX5" fmla="*/ 695683 w 781175"/>
                  <a:gd name="connsiteY5" fmla="*/ 290725 h 1322465"/>
                  <a:gd name="connsiteX6" fmla="*/ 653302 w 781175"/>
                  <a:gd name="connsiteY6" fmla="*/ 618940 h 1322465"/>
                  <a:gd name="connsiteX7" fmla="*/ 781175 w 781175"/>
                  <a:gd name="connsiteY7" fmla="*/ 673266 h 1322465"/>
                  <a:gd name="connsiteX8" fmla="*/ 634009 w 781175"/>
                  <a:gd name="connsiteY8" fmla="*/ 721895 h 1322465"/>
                  <a:gd name="connsiteX9" fmla="*/ 601559 w 781175"/>
                  <a:gd name="connsiteY9" fmla="*/ 1109375 h 1322465"/>
                  <a:gd name="connsiteX10" fmla="*/ 501826 w 781175"/>
                  <a:gd name="connsiteY10" fmla="*/ 1292114 h 1322465"/>
                  <a:gd name="connsiteX11" fmla="*/ 394729 w 781175"/>
                  <a:gd name="connsiteY11" fmla="*/ 1184316 h 1322465"/>
                  <a:gd name="connsiteX12" fmla="*/ 443902 w 781175"/>
                  <a:gd name="connsiteY12" fmla="*/ 783980 h 1322465"/>
                  <a:gd name="connsiteX13" fmla="*/ 153234 w 781175"/>
                  <a:gd name="connsiteY13" fmla="*/ 892212 h 1322465"/>
                  <a:gd name="connsiteX14" fmla="*/ 82229 w 781175"/>
                  <a:gd name="connsiteY14" fmla="*/ 890217 h 1322465"/>
                  <a:gd name="connsiteX15" fmla="*/ 1996 w 781175"/>
                  <a:gd name="connsiteY15" fmla="*/ 775584 h 1322465"/>
                  <a:gd name="connsiteX16" fmla="*/ 44316 w 781175"/>
                  <a:gd name="connsiteY16" fmla="*/ 724545 h 1322465"/>
                  <a:gd name="connsiteX17" fmla="*/ 297487 w 781175"/>
                  <a:gd name="connsiteY17" fmla="*/ 623628 h 1322465"/>
                  <a:gd name="connsiteX18" fmla="*/ 218252 w 781175"/>
                  <a:gd name="connsiteY18" fmla="*/ 484140 h 1322465"/>
                  <a:gd name="connsiteX19" fmla="*/ 292665 w 781175"/>
                  <a:gd name="connsiteY19" fmla="*/ 283305 h 1322465"/>
                  <a:gd name="connsiteX20" fmla="*/ 214760 w 781175"/>
                  <a:gd name="connsiteY20" fmla="*/ 264269 h 1322465"/>
                  <a:gd name="connsiteX21" fmla="*/ 122637 w 781175"/>
                  <a:gd name="connsiteY21" fmla="*/ 116552 h 1322465"/>
                  <a:gd name="connsiteX22" fmla="*/ 518897 w 781175"/>
                  <a:gd name="connsiteY22" fmla="*/ 17880 h 1322465"/>
                  <a:gd name="connsiteX23" fmla="*/ 462443 w 781175"/>
                  <a:gd name="connsiteY23" fmla="*/ 241076 h 1322465"/>
                  <a:gd name="connsiteX24" fmla="*/ 473002 w 781175"/>
                  <a:gd name="connsiteY24" fmla="*/ 312067 h 1322465"/>
                  <a:gd name="connsiteX25" fmla="*/ 511581 w 781175"/>
                  <a:gd name="connsiteY25" fmla="*/ 326864 h 1322465"/>
                  <a:gd name="connsiteX26" fmla="*/ 528791 w 781175"/>
                  <a:gd name="connsiteY26" fmla="*/ 223952 h 1322465"/>
                  <a:gd name="connsiteX27" fmla="*/ 462443 w 781175"/>
                  <a:gd name="connsiteY27" fmla="*/ 241076 h 1322465"/>
                  <a:gd name="connsiteX28" fmla="*/ 450803 w 781175"/>
                  <a:gd name="connsiteY28" fmla="*/ 377904 h 1322465"/>
                  <a:gd name="connsiteX29" fmla="*/ 436087 w 781175"/>
                  <a:gd name="connsiteY29" fmla="*/ 419966 h 1322465"/>
                  <a:gd name="connsiteX30" fmla="*/ 464522 w 781175"/>
                  <a:gd name="connsiteY30" fmla="*/ 389957 h 1322465"/>
                  <a:gd name="connsiteX31" fmla="*/ 450803 w 781175"/>
                  <a:gd name="connsiteY31" fmla="*/ 377904 h 1322465"/>
                  <a:gd name="connsiteX32" fmla="*/ 388612 w 781175"/>
                  <a:gd name="connsiteY32" fmla="*/ 544824 h 1322465"/>
                  <a:gd name="connsiteX33" fmla="*/ 370487 w 781175"/>
                  <a:gd name="connsiteY33" fmla="*/ 597194 h 1322465"/>
                  <a:gd name="connsiteX34" fmla="*/ 428687 w 781175"/>
                  <a:gd name="connsiteY34" fmla="*/ 577825 h 1322465"/>
                  <a:gd name="connsiteX35" fmla="*/ 388612 w 781175"/>
                  <a:gd name="connsiteY35" fmla="*/ 544824 h 1322465"/>
                  <a:gd name="connsiteX0" fmla="*/ 518897 w 781175"/>
                  <a:gd name="connsiteY0" fmla="*/ 17880 h 1322465"/>
                  <a:gd name="connsiteX1" fmla="*/ 619334 w 781175"/>
                  <a:gd name="connsiteY1" fmla="*/ 340 h 1322465"/>
                  <a:gd name="connsiteX2" fmla="*/ 681359 w 781175"/>
                  <a:gd name="connsiteY2" fmla="*/ 39326 h 1322465"/>
                  <a:gd name="connsiteX3" fmla="*/ 757186 w 781175"/>
                  <a:gd name="connsiteY3" fmla="*/ 170418 h 1322465"/>
                  <a:gd name="connsiteX4" fmla="*/ 633136 w 781175"/>
                  <a:gd name="connsiteY4" fmla="*/ 197019 h 1322465"/>
                  <a:gd name="connsiteX5" fmla="*/ 695683 w 781175"/>
                  <a:gd name="connsiteY5" fmla="*/ 290725 h 1322465"/>
                  <a:gd name="connsiteX6" fmla="*/ 653302 w 781175"/>
                  <a:gd name="connsiteY6" fmla="*/ 618940 h 1322465"/>
                  <a:gd name="connsiteX7" fmla="*/ 781175 w 781175"/>
                  <a:gd name="connsiteY7" fmla="*/ 673266 h 1322465"/>
                  <a:gd name="connsiteX8" fmla="*/ 634009 w 781175"/>
                  <a:gd name="connsiteY8" fmla="*/ 721895 h 1322465"/>
                  <a:gd name="connsiteX9" fmla="*/ 601559 w 781175"/>
                  <a:gd name="connsiteY9" fmla="*/ 1109375 h 1322465"/>
                  <a:gd name="connsiteX10" fmla="*/ 501826 w 781175"/>
                  <a:gd name="connsiteY10" fmla="*/ 1292114 h 1322465"/>
                  <a:gd name="connsiteX11" fmla="*/ 394729 w 781175"/>
                  <a:gd name="connsiteY11" fmla="*/ 1184316 h 1322465"/>
                  <a:gd name="connsiteX12" fmla="*/ 443902 w 781175"/>
                  <a:gd name="connsiteY12" fmla="*/ 783980 h 1322465"/>
                  <a:gd name="connsiteX13" fmla="*/ 153234 w 781175"/>
                  <a:gd name="connsiteY13" fmla="*/ 892212 h 1322465"/>
                  <a:gd name="connsiteX14" fmla="*/ 82229 w 781175"/>
                  <a:gd name="connsiteY14" fmla="*/ 890217 h 1322465"/>
                  <a:gd name="connsiteX15" fmla="*/ 1996 w 781175"/>
                  <a:gd name="connsiteY15" fmla="*/ 775584 h 1322465"/>
                  <a:gd name="connsiteX16" fmla="*/ 44316 w 781175"/>
                  <a:gd name="connsiteY16" fmla="*/ 724545 h 1322465"/>
                  <a:gd name="connsiteX17" fmla="*/ 297487 w 781175"/>
                  <a:gd name="connsiteY17" fmla="*/ 623628 h 1322465"/>
                  <a:gd name="connsiteX18" fmla="*/ 218252 w 781175"/>
                  <a:gd name="connsiteY18" fmla="*/ 484140 h 1322465"/>
                  <a:gd name="connsiteX19" fmla="*/ 292665 w 781175"/>
                  <a:gd name="connsiteY19" fmla="*/ 283305 h 1322465"/>
                  <a:gd name="connsiteX20" fmla="*/ 214760 w 781175"/>
                  <a:gd name="connsiteY20" fmla="*/ 264269 h 1322465"/>
                  <a:gd name="connsiteX21" fmla="*/ 122637 w 781175"/>
                  <a:gd name="connsiteY21" fmla="*/ 116552 h 1322465"/>
                  <a:gd name="connsiteX22" fmla="*/ 518897 w 781175"/>
                  <a:gd name="connsiteY22" fmla="*/ 17880 h 1322465"/>
                  <a:gd name="connsiteX23" fmla="*/ 462443 w 781175"/>
                  <a:gd name="connsiteY23" fmla="*/ 241076 h 1322465"/>
                  <a:gd name="connsiteX24" fmla="*/ 473002 w 781175"/>
                  <a:gd name="connsiteY24" fmla="*/ 312067 h 1322465"/>
                  <a:gd name="connsiteX25" fmla="*/ 511581 w 781175"/>
                  <a:gd name="connsiteY25" fmla="*/ 326864 h 1322465"/>
                  <a:gd name="connsiteX26" fmla="*/ 528791 w 781175"/>
                  <a:gd name="connsiteY26" fmla="*/ 223952 h 1322465"/>
                  <a:gd name="connsiteX27" fmla="*/ 462443 w 781175"/>
                  <a:gd name="connsiteY27" fmla="*/ 241076 h 1322465"/>
                  <a:gd name="connsiteX28" fmla="*/ 450803 w 781175"/>
                  <a:gd name="connsiteY28" fmla="*/ 377904 h 1322465"/>
                  <a:gd name="connsiteX29" fmla="*/ 436087 w 781175"/>
                  <a:gd name="connsiteY29" fmla="*/ 419966 h 1322465"/>
                  <a:gd name="connsiteX30" fmla="*/ 464522 w 781175"/>
                  <a:gd name="connsiteY30" fmla="*/ 389957 h 1322465"/>
                  <a:gd name="connsiteX31" fmla="*/ 450803 w 781175"/>
                  <a:gd name="connsiteY31" fmla="*/ 377904 h 1322465"/>
                  <a:gd name="connsiteX32" fmla="*/ 388612 w 781175"/>
                  <a:gd name="connsiteY32" fmla="*/ 544824 h 1322465"/>
                  <a:gd name="connsiteX33" fmla="*/ 370487 w 781175"/>
                  <a:gd name="connsiteY33" fmla="*/ 597194 h 1322465"/>
                  <a:gd name="connsiteX34" fmla="*/ 428687 w 781175"/>
                  <a:gd name="connsiteY34" fmla="*/ 577825 h 1322465"/>
                  <a:gd name="connsiteX35" fmla="*/ 388612 w 781175"/>
                  <a:gd name="connsiteY35" fmla="*/ 544824 h 1322465"/>
                  <a:gd name="connsiteX0" fmla="*/ 518897 w 781175"/>
                  <a:gd name="connsiteY0" fmla="*/ 17880 h 1337829"/>
                  <a:gd name="connsiteX1" fmla="*/ 619334 w 781175"/>
                  <a:gd name="connsiteY1" fmla="*/ 340 h 1337829"/>
                  <a:gd name="connsiteX2" fmla="*/ 681359 w 781175"/>
                  <a:gd name="connsiteY2" fmla="*/ 39326 h 1337829"/>
                  <a:gd name="connsiteX3" fmla="*/ 757186 w 781175"/>
                  <a:gd name="connsiteY3" fmla="*/ 170418 h 1337829"/>
                  <a:gd name="connsiteX4" fmla="*/ 633136 w 781175"/>
                  <a:gd name="connsiteY4" fmla="*/ 197019 h 1337829"/>
                  <a:gd name="connsiteX5" fmla="*/ 695683 w 781175"/>
                  <a:gd name="connsiteY5" fmla="*/ 290725 h 1337829"/>
                  <a:gd name="connsiteX6" fmla="*/ 653302 w 781175"/>
                  <a:gd name="connsiteY6" fmla="*/ 618940 h 1337829"/>
                  <a:gd name="connsiteX7" fmla="*/ 781175 w 781175"/>
                  <a:gd name="connsiteY7" fmla="*/ 673266 h 1337829"/>
                  <a:gd name="connsiteX8" fmla="*/ 634009 w 781175"/>
                  <a:gd name="connsiteY8" fmla="*/ 721895 h 1337829"/>
                  <a:gd name="connsiteX9" fmla="*/ 601559 w 781175"/>
                  <a:gd name="connsiteY9" fmla="*/ 1109375 h 1337829"/>
                  <a:gd name="connsiteX10" fmla="*/ 501826 w 781175"/>
                  <a:gd name="connsiteY10" fmla="*/ 1310114 h 1337829"/>
                  <a:gd name="connsiteX11" fmla="*/ 394729 w 781175"/>
                  <a:gd name="connsiteY11" fmla="*/ 1184316 h 1337829"/>
                  <a:gd name="connsiteX12" fmla="*/ 443902 w 781175"/>
                  <a:gd name="connsiteY12" fmla="*/ 783980 h 1337829"/>
                  <a:gd name="connsiteX13" fmla="*/ 153234 w 781175"/>
                  <a:gd name="connsiteY13" fmla="*/ 892212 h 1337829"/>
                  <a:gd name="connsiteX14" fmla="*/ 82229 w 781175"/>
                  <a:gd name="connsiteY14" fmla="*/ 890217 h 1337829"/>
                  <a:gd name="connsiteX15" fmla="*/ 1996 w 781175"/>
                  <a:gd name="connsiteY15" fmla="*/ 775584 h 1337829"/>
                  <a:gd name="connsiteX16" fmla="*/ 44316 w 781175"/>
                  <a:gd name="connsiteY16" fmla="*/ 724545 h 1337829"/>
                  <a:gd name="connsiteX17" fmla="*/ 297487 w 781175"/>
                  <a:gd name="connsiteY17" fmla="*/ 623628 h 1337829"/>
                  <a:gd name="connsiteX18" fmla="*/ 218252 w 781175"/>
                  <a:gd name="connsiteY18" fmla="*/ 484140 h 1337829"/>
                  <a:gd name="connsiteX19" fmla="*/ 292665 w 781175"/>
                  <a:gd name="connsiteY19" fmla="*/ 283305 h 1337829"/>
                  <a:gd name="connsiteX20" fmla="*/ 214760 w 781175"/>
                  <a:gd name="connsiteY20" fmla="*/ 264269 h 1337829"/>
                  <a:gd name="connsiteX21" fmla="*/ 122637 w 781175"/>
                  <a:gd name="connsiteY21" fmla="*/ 116552 h 1337829"/>
                  <a:gd name="connsiteX22" fmla="*/ 518897 w 781175"/>
                  <a:gd name="connsiteY22" fmla="*/ 17880 h 1337829"/>
                  <a:gd name="connsiteX23" fmla="*/ 462443 w 781175"/>
                  <a:gd name="connsiteY23" fmla="*/ 241076 h 1337829"/>
                  <a:gd name="connsiteX24" fmla="*/ 473002 w 781175"/>
                  <a:gd name="connsiteY24" fmla="*/ 312067 h 1337829"/>
                  <a:gd name="connsiteX25" fmla="*/ 511581 w 781175"/>
                  <a:gd name="connsiteY25" fmla="*/ 326864 h 1337829"/>
                  <a:gd name="connsiteX26" fmla="*/ 528791 w 781175"/>
                  <a:gd name="connsiteY26" fmla="*/ 223952 h 1337829"/>
                  <a:gd name="connsiteX27" fmla="*/ 462443 w 781175"/>
                  <a:gd name="connsiteY27" fmla="*/ 241076 h 1337829"/>
                  <a:gd name="connsiteX28" fmla="*/ 450803 w 781175"/>
                  <a:gd name="connsiteY28" fmla="*/ 377904 h 1337829"/>
                  <a:gd name="connsiteX29" fmla="*/ 436087 w 781175"/>
                  <a:gd name="connsiteY29" fmla="*/ 419966 h 1337829"/>
                  <a:gd name="connsiteX30" fmla="*/ 464522 w 781175"/>
                  <a:gd name="connsiteY30" fmla="*/ 389957 h 1337829"/>
                  <a:gd name="connsiteX31" fmla="*/ 450803 w 781175"/>
                  <a:gd name="connsiteY31" fmla="*/ 377904 h 1337829"/>
                  <a:gd name="connsiteX32" fmla="*/ 388612 w 781175"/>
                  <a:gd name="connsiteY32" fmla="*/ 544824 h 1337829"/>
                  <a:gd name="connsiteX33" fmla="*/ 370487 w 781175"/>
                  <a:gd name="connsiteY33" fmla="*/ 597194 h 1337829"/>
                  <a:gd name="connsiteX34" fmla="*/ 428687 w 781175"/>
                  <a:gd name="connsiteY34" fmla="*/ 577825 h 1337829"/>
                  <a:gd name="connsiteX35" fmla="*/ 388612 w 781175"/>
                  <a:gd name="connsiteY35" fmla="*/ 544824 h 1337829"/>
                  <a:gd name="connsiteX0" fmla="*/ 518897 w 781175"/>
                  <a:gd name="connsiteY0" fmla="*/ 17880 h 1322465"/>
                  <a:gd name="connsiteX1" fmla="*/ 619334 w 781175"/>
                  <a:gd name="connsiteY1" fmla="*/ 340 h 1322465"/>
                  <a:gd name="connsiteX2" fmla="*/ 681359 w 781175"/>
                  <a:gd name="connsiteY2" fmla="*/ 39326 h 1322465"/>
                  <a:gd name="connsiteX3" fmla="*/ 757186 w 781175"/>
                  <a:gd name="connsiteY3" fmla="*/ 170418 h 1322465"/>
                  <a:gd name="connsiteX4" fmla="*/ 633136 w 781175"/>
                  <a:gd name="connsiteY4" fmla="*/ 197019 h 1322465"/>
                  <a:gd name="connsiteX5" fmla="*/ 695683 w 781175"/>
                  <a:gd name="connsiteY5" fmla="*/ 290725 h 1322465"/>
                  <a:gd name="connsiteX6" fmla="*/ 653302 w 781175"/>
                  <a:gd name="connsiteY6" fmla="*/ 618940 h 1322465"/>
                  <a:gd name="connsiteX7" fmla="*/ 781175 w 781175"/>
                  <a:gd name="connsiteY7" fmla="*/ 673266 h 1322465"/>
                  <a:gd name="connsiteX8" fmla="*/ 634009 w 781175"/>
                  <a:gd name="connsiteY8" fmla="*/ 721895 h 1322465"/>
                  <a:gd name="connsiteX9" fmla="*/ 601559 w 781175"/>
                  <a:gd name="connsiteY9" fmla="*/ 1109375 h 1322465"/>
                  <a:gd name="connsiteX10" fmla="*/ 496683 w 781175"/>
                  <a:gd name="connsiteY10" fmla="*/ 1292114 h 1322465"/>
                  <a:gd name="connsiteX11" fmla="*/ 394729 w 781175"/>
                  <a:gd name="connsiteY11" fmla="*/ 1184316 h 1322465"/>
                  <a:gd name="connsiteX12" fmla="*/ 443902 w 781175"/>
                  <a:gd name="connsiteY12" fmla="*/ 783980 h 1322465"/>
                  <a:gd name="connsiteX13" fmla="*/ 153234 w 781175"/>
                  <a:gd name="connsiteY13" fmla="*/ 892212 h 1322465"/>
                  <a:gd name="connsiteX14" fmla="*/ 82229 w 781175"/>
                  <a:gd name="connsiteY14" fmla="*/ 890217 h 1322465"/>
                  <a:gd name="connsiteX15" fmla="*/ 1996 w 781175"/>
                  <a:gd name="connsiteY15" fmla="*/ 775584 h 1322465"/>
                  <a:gd name="connsiteX16" fmla="*/ 44316 w 781175"/>
                  <a:gd name="connsiteY16" fmla="*/ 724545 h 1322465"/>
                  <a:gd name="connsiteX17" fmla="*/ 297487 w 781175"/>
                  <a:gd name="connsiteY17" fmla="*/ 623628 h 1322465"/>
                  <a:gd name="connsiteX18" fmla="*/ 218252 w 781175"/>
                  <a:gd name="connsiteY18" fmla="*/ 484140 h 1322465"/>
                  <a:gd name="connsiteX19" fmla="*/ 292665 w 781175"/>
                  <a:gd name="connsiteY19" fmla="*/ 283305 h 1322465"/>
                  <a:gd name="connsiteX20" fmla="*/ 214760 w 781175"/>
                  <a:gd name="connsiteY20" fmla="*/ 264269 h 1322465"/>
                  <a:gd name="connsiteX21" fmla="*/ 122637 w 781175"/>
                  <a:gd name="connsiteY21" fmla="*/ 116552 h 1322465"/>
                  <a:gd name="connsiteX22" fmla="*/ 518897 w 781175"/>
                  <a:gd name="connsiteY22" fmla="*/ 17880 h 1322465"/>
                  <a:gd name="connsiteX23" fmla="*/ 462443 w 781175"/>
                  <a:gd name="connsiteY23" fmla="*/ 241076 h 1322465"/>
                  <a:gd name="connsiteX24" fmla="*/ 473002 w 781175"/>
                  <a:gd name="connsiteY24" fmla="*/ 312067 h 1322465"/>
                  <a:gd name="connsiteX25" fmla="*/ 511581 w 781175"/>
                  <a:gd name="connsiteY25" fmla="*/ 326864 h 1322465"/>
                  <a:gd name="connsiteX26" fmla="*/ 528791 w 781175"/>
                  <a:gd name="connsiteY26" fmla="*/ 223952 h 1322465"/>
                  <a:gd name="connsiteX27" fmla="*/ 462443 w 781175"/>
                  <a:gd name="connsiteY27" fmla="*/ 241076 h 1322465"/>
                  <a:gd name="connsiteX28" fmla="*/ 450803 w 781175"/>
                  <a:gd name="connsiteY28" fmla="*/ 377904 h 1322465"/>
                  <a:gd name="connsiteX29" fmla="*/ 436087 w 781175"/>
                  <a:gd name="connsiteY29" fmla="*/ 419966 h 1322465"/>
                  <a:gd name="connsiteX30" fmla="*/ 464522 w 781175"/>
                  <a:gd name="connsiteY30" fmla="*/ 389957 h 1322465"/>
                  <a:gd name="connsiteX31" fmla="*/ 450803 w 781175"/>
                  <a:gd name="connsiteY31" fmla="*/ 377904 h 1322465"/>
                  <a:gd name="connsiteX32" fmla="*/ 388612 w 781175"/>
                  <a:gd name="connsiteY32" fmla="*/ 544824 h 1322465"/>
                  <a:gd name="connsiteX33" fmla="*/ 370487 w 781175"/>
                  <a:gd name="connsiteY33" fmla="*/ 597194 h 1322465"/>
                  <a:gd name="connsiteX34" fmla="*/ 428687 w 781175"/>
                  <a:gd name="connsiteY34" fmla="*/ 577825 h 1322465"/>
                  <a:gd name="connsiteX35" fmla="*/ 388612 w 781175"/>
                  <a:gd name="connsiteY35" fmla="*/ 544824 h 1322465"/>
                  <a:gd name="connsiteX0" fmla="*/ 518897 w 781175"/>
                  <a:gd name="connsiteY0" fmla="*/ 17880 h 1323216"/>
                  <a:gd name="connsiteX1" fmla="*/ 619334 w 781175"/>
                  <a:gd name="connsiteY1" fmla="*/ 340 h 1323216"/>
                  <a:gd name="connsiteX2" fmla="*/ 681359 w 781175"/>
                  <a:gd name="connsiteY2" fmla="*/ 39326 h 1323216"/>
                  <a:gd name="connsiteX3" fmla="*/ 757186 w 781175"/>
                  <a:gd name="connsiteY3" fmla="*/ 170418 h 1323216"/>
                  <a:gd name="connsiteX4" fmla="*/ 633136 w 781175"/>
                  <a:gd name="connsiteY4" fmla="*/ 197019 h 1323216"/>
                  <a:gd name="connsiteX5" fmla="*/ 695683 w 781175"/>
                  <a:gd name="connsiteY5" fmla="*/ 290725 h 1323216"/>
                  <a:gd name="connsiteX6" fmla="*/ 653302 w 781175"/>
                  <a:gd name="connsiteY6" fmla="*/ 618940 h 1323216"/>
                  <a:gd name="connsiteX7" fmla="*/ 781175 w 781175"/>
                  <a:gd name="connsiteY7" fmla="*/ 673266 h 1323216"/>
                  <a:gd name="connsiteX8" fmla="*/ 634009 w 781175"/>
                  <a:gd name="connsiteY8" fmla="*/ 721895 h 1323216"/>
                  <a:gd name="connsiteX9" fmla="*/ 601559 w 781175"/>
                  <a:gd name="connsiteY9" fmla="*/ 1109375 h 1323216"/>
                  <a:gd name="connsiteX10" fmla="*/ 496683 w 781175"/>
                  <a:gd name="connsiteY10" fmla="*/ 1292114 h 1323216"/>
                  <a:gd name="connsiteX11" fmla="*/ 394729 w 781175"/>
                  <a:gd name="connsiteY11" fmla="*/ 1184316 h 1323216"/>
                  <a:gd name="connsiteX12" fmla="*/ 443902 w 781175"/>
                  <a:gd name="connsiteY12" fmla="*/ 783980 h 1323216"/>
                  <a:gd name="connsiteX13" fmla="*/ 153234 w 781175"/>
                  <a:gd name="connsiteY13" fmla="*/ 892212 h 1323216"/>
                  <a:gd name="connsiteX14" fmla="*/ 82229 w 781175"/>
                  <a:gd name="connsiteY14" fmla="*/ 890217 h 1323216"/>
                  <a:gd name="connsiteX15" fmla="*/ 1996 w 781175"/>
                  <a:gd name="connsiteY15" fmla="*/ 775584 h 1323216"/>
                  <a:gd name="connsiteX16" fmla="*/ 44316 w 781175"/>
                  <a:gd name="connsiteY16" fmla="*/ 724545 h 1323216"/>
                  <a:gd name="connsiteX17" fmla="*/ 297487 w 781175"/>
                  <a:gd name="connsiteY17" fmla="*/ 623628 h 1323216"/>
                  <a:gd name="connsiteX18" fmla="*/ 218252 w 781175"/>
                  <a:gd name="connsiteY18" fmla="*/ 484140 h 1323216"/>
                  <a:gd name="connsiteX19" fmla="*/ 292665 w 781175"/>
                  <a:gd name="connsiteY19" fmla="*/ 283305 h 1323216"/>
                  <a:gd name="connsiteX20" fmla="*/ 214760 w 781175"/>
                  <a:gd name="connsiteY20" fmla="*/ 264269 h 1323216"/>
                  <a:gd name="connsiteX21" fmla="*/ 122637 w 781175"/>
                  <a:gd name="connsiteY21" fmla="*/ 116552 h 1323216"/>
                  <a:gd name="connsiteX22" fmla="*/ 518897 w 781175"/>
                  <a:gd name="connsiteY22" fmla="*/ 17880 h 1323216"/>
                  <a:gd name="connsiteX23" fmla="*/ 462443 w 781175"/>
                  <a:gd name="connsiteY23" fmla="*/ 241076 h 1323216"/>
                  <a:gd name="connsiteX24" fmla="*/ 473002 w 781175"/>
                  <a:gd name="connsiteY24" fmla="*/ 312067 h 1323216"/>
                  <a:gd name="connsiteX25" fmla="*/ 511581 w 781175"/>
                  <a:gd name="connsiteY25" fmla="*/ 326864 h 1323216"/>
                  <a:gd name="connsiteX26" fmla="*/ 528791 w 781175"/>
                  <a:gd name="connsiteY26" fmla="*/ 223952 h 1323216"/>
                  <a:gd name="connsiteX27" fmla="*/ 462443 w 781175"/>
                  <a:gd name="connsiteY27" fmla="*/ 241076 h 1323216"/>
                  <a:gd name="connsiteX28" fmla="*/ 450803 w 781175"/>
                  <a:gd name="connsiteY28" fmla="*/ 377904 h 1323216"/>
                  <a:gd name="connsiteX29" fmla="*/ 436087 w 781175"/>
                  <a:gd name="connsiteY29" fmla="*/ 419966 h 1323216"/>
                  <a:gd name="connsiteX30" fmla="*/ 464522 w 781175"/>
                  <a:gd name="connsiteY30" fmla="*/ 389957 h 1323216"/>
                  <a:gd name="connsiteX31" fmla="*/ 450803 w 781175"/>
                  <a:gd name="connsiteY31" fmla="*/ 377904 h 1323216"/>
                  <a:gd name="connsiteX32" fmla="*/ 388612 w 781175"/>
                  <a:gd name="connsiteY32" fmla="*/ 544824 h 1323216"/>
                  <a:gd name="connsiteX33" fmla="*/ 370487 w 781175"/>
                  <a:gd name="connsiteY33" fmla="*/ 597194 h 1323216"/>
                  <a:gd name="connsiteX34" fmla="*/ 428687 w 781175"/>
                  <a:gd name="connsiteY34" fmla="*/ 577825 h 1323216"/>
                  <a:gd name="connsiteX35" fmla="*/ 388612 w 781175"/>
                  <a:gd name="connsiteY35" fmla="*/ 544824 h 1323216"/>
                  <a:gd name="connsiteX0" fmla="*/ 518897 w 781175"/>
                  <a:gd name="connsiteY0" fmla="*/ 17880 h 1206657"/>
                  <a:gd name="connsiteX1" fmla="*/ 619334 w 781175"/>
                  <a:gd name="connsiteY1" fmla="*/ 340 h 1206657"/>
                  <a:gd name="connsiteX2" fmla="*/ 681359 w 781175"/>
                  <a:gd name="connsiteY2" fmla="*/ 39326 h 1206657"/>
                  <a:gd name="connsiteX3" fmla="*/ 757186 w 781175"/>
                  <a:gd name="connsiteY3" fmla="*/ 170418 h 1206657"/>
                  <a:gd name="connsiteX4" fmla="*/ 633136 w 781175"/>
                  <a:gd name="connsiteY4" fmla="*/ 197019 h 1206657"/>
                  <a:gd name="connsiteX5" fmla="*/ 695683 w 781175"/>
                  <a:gd name="connsiteY5" fmla="*/ 290725 h 1206657"/>
                  <a:gd name="connsiteX6" fmla="*/ 653302 w 781175"/>
                  <a:gd name="connsiteY6" fmla="*/ 618940 h 1206657"/>
                  <a:gd name="connsiteX7" fmla="*/ 781175 w 781175"/>
                  <a:gd name="connsiteY7" fmla="*/ 673266 h 1206657"/>
                  <a:gd name="connsiteX8" fmla="*/ 634009 w 781175"/>
                  <a:gd name="connsiteY8" fmla="*/ 721895 h 1206657"/>
                  <a:gd name="connsiteX9" fmla="*/ 601559 w 781175"/>
                  <a:gd name="connsiteY9" fmla="*/ 1109375 h 1206657"/>
                  <a:gd name="connsiteX10" fmla="*/ 394729 w 781175"/>
                  <a:gd name="connsiteY10" fmla="*/ 1184316 h 1206657"/>
                  <a:gd name="connsiteX11" fmla="*/ 443902 w 781175"/>
                  <a:gd name="connsiteY11" fmla="*/ 783980 h 1206657"/>
                  <a:gd name="connsiteX12" fmla="*/ 153234 w 781175"/>
                  <a:gd name="connsiteY12" fmla="*/ 892212 h 1206657"/>
                  <a:gd name="connsiteX13" fmla="*/ 82229 w 781175"/>
                  <a:gd name="connsiteY13" fmla="*/ 890217 h 1206657"/>
                  <a:gd name="connsiteX14" fmla="*/ 1996 w 781175"/>
                  <a:gd name="connsiteY14" fmla="*/ 775584 h 1206657"/>
                  <a:gd name="connsiteX15" fmla="*/ 44316 w 781175"/>
                  <a:gd name="connsiteY15" fmla="*/ 724545 h 1206657"/>
                  <a:gd name="connsiteX16" fmla="*/ 297487 w 781175"/>
                  <a:gd name="connsiteY16" fmla="*/ 623628 h 1206657"/>
                  <a:gd name="connsiteX17" fmla="*/ 218252 w 781175"/>
                  <a:gd name="connsiteY17" fmla="*/ 484140 h 1206657"/>
                  <a:gd name="connsiteX18" fmla="*/ 292665 w 781175"/>
                  <a:gd name="connsiteY18" fmla="*/ 283305 h 1206657"/>
                  <a:gd name="connsiteX19" fmla="*/ 214760 w 781175"/>
                  <a:gd name="connsiteY19" fmla="*/ 264269 h 1206657"/>
                  <a:gd name="connsiteX20" fmla="*/ 122637 w 781175"/>
                  <a:gd name="connsiteY20" fmla="*/ 116552 h 1206657"/>
                  <a:gd name="connsiteX21" fmla="*/ 518897 w 781175"/>
                  <a:gd name="connsiteY21" fmla="*/ 17880 h 1206657"/>
                  <a:gd name="connsiteX22" fmla="*/ 462443 w 781175"/>
                  <a:gd name="connsiteY22" fmla="*/ 241076 h 1206657"/>
                  <a:gd name="connsiteX23" fmla="*/ 473002 w 781175"/>
                  <a:gd name="connsiteY23" fmla="*/ 312067 h 1206657"/>
                  <a:gd name="connsiteX24" fmla="*/ 511581 w 781175"/>
                  <a:gd name="connsiteY24" fmla="*/ 326864 h 1206657"/>
                  <a:gd name="connsiteX25" fmla="*/ 528791 w 781175"/>
                  <a:gd name="connsiteY25" fmla="*/ 223952 h 1206657"/>
                  <a:gd name="connsiteX26" fmla="*/ 462443 w 781175"/>
                  <a:gd name="connsiteY26" fmla="*/ 241076 h 1206657"/>
                  <a:gd name="connsiteX27" fmla="*/ 450803 w 781175"/>
                  <a:gd name="connsiteY27" fmla="*/ 377904 h 1206657"/>
                  <a:gd name="connsiteX28" fmla="*/ 436087 w 781175"/>
                  <a:gd name="connsiteY28" fmla="*/ 419966 h 1206657"/>
                  <a:gd name="connsiteX29" fmla="*/ 464522 w 781175"/>
                  <a:gd name="connsiteY29" fmla="*/ 389957 h 1206657"/>
                  <a:gd name="connsiteX30" fmla="*/ 450803 w 781175"/>
                  <a:gd name="connsiteY30" fmla="*/ 377904 h 1206657"/>
                  <a:gd name="connsiteX31" fmla="*/ 388612 w 781175"/>
                  <a:gd name="connsiteY31" fmla="*/ 544824 h 1206657"/>
                  <a:gd name="connsiteX32" fmla="*/ 370487 w 781175"/>
                  <a:gd name="connsiteY32" fmla="*/ 597194 h 1206657"/>
                  <a:gd name="connsiteX33" fmla="*/ 428687 w 781175"/>
                  <a:gd name="connsiteY33" fmla="*/ 577825 h 1206657"/>
                  <a:gd name="connsiteX34" fmla="*/ 388612 w 781175"/>
                  <a:gd name="connsiteY34" fmla="*/ 544824 h 1206657"/>
                  <a:gd name="connsiteX0" fmla="*/ 518897 w 781175"/>
                  <a:gd name="connsiteY0" fmla="*/ 17880 h 1224303"/>
                  <a:gd name="connsiteX1" fmla="*/ 619334 w 781175"/>
                  <a:gd name="connsiteY1" fmla="*/ 340 h 1224303"/>
                  <a:gd name="connsiteX2" fmla="*/ 681359 w 781175"/>
                  <a:gd name="connsiteY2" fmla="*/ 39326 h 1224303"/>
                  <a:gd name="connsiteX3" fmla="*/ 757186 w 781175"/>
                  <a:gd name="connsiteY3" fmla="*/ 170418 h 1224303"/>
                  <a:gd name="connsiteX4" fmla="*/ 633136 w 781175"/>
                  <a:gd name="connsiteY4" fmla="*/ 197019 h 1224303"/>
                  <a:gd name="connsiteX5" fmla="*/ 695683 w 781175"/>
                  <a:gd name="connsiteY5" fmla="*/ 290725 h 1224303"/>
                  <a:gd name="connsiteX6" fmla="*/ 653302 w 781175"/>
                  <a:gd name="connsiteY6" fmla="*/ 618940 h 1224303"/>
                  <a:gd name="connsiteX7" fmla="*/ 781175 w 781175"/>
                  <a:gd name="connsiteY7" fmla="*/ 673266 h 1224303"/>
                  <a:gd name="connsiteX8" fmla="*/ 634009 w 781175"/>
                  <a:gd name="connsiteY8" fmla="*/ 721895 h 1224303"/>
                  <a:gd name="connsiteX9" fmla="*/ 601559 w 781175"/>
                  <a:gd name="connsiteY9" fmla="*/ 1109375 h 1224303"/>
                  <a:gd name="connsiteX10" fmla="*/ 394729 w 781175"/>
                  <a:gd name="connsiteY10" fmla="*/ 1184316 h 1224303"/>
                  <a:gd name="connsiteX11" fmla="*/ 443902 w 781175"/>
                  <a:gd name="connsiteY11" fmla="*/ 783980 h 1224303"/>
                  <a:gd name="connsiteX12" fmla="*/ 153234 w 781175"/>
                  <a:gd name="connsiteY12" fmla="*/ 892212 h 1224303"/>
                  <a:gd name="connsiteX13" fmla="*/ 82229 w 781175"/>
                  <a:gd name="connsiteY13" fmla="*/ 890217 h 1224303"/>
                  <a:gd name="connsiteX14" fmla="*/ 1996 w 781175"/>
                  <a:gd name="connsiteY14" fmla="*/ 775584 h 1224303"/>
                  <a:gd name="connsiteX15" fmla="*/ 44316 w 781175"/>
                  <a:gd name="connsiteY15" fmla="*/ 724545 h 1224303"/>
                  <a:gd name="connsiteX16" fmla="*/ 297487 w 781175"/>
                  <a:gd name="connsiteY16" fmla="*/ 623628 h 1224303"/>
                  <a:gd name="connsiteX17" fmla="*/ 218252 w 781175"/>
                  <a:gd name="connsiteY17" fmla="*/ 484140 h 1224303"/>
                  <a:gd name="connsiteX18" fmla="*/ 292665 w 781175"/>
                  <a:gd name="connsiteY18" fmla="*/ 283305 h 1224303"/>
                  <a:gd name="connsiteX19" fmla="*/ 214760 w 781175"/>
                  <a:gd name="connsiteY19" fmla="*/ 264269 h 1224303"/>
                  <a:gd name="connsiteX20" fmla="*/ 122637 w 781175"/>
                  <a:gd name="connsiteY20" fmla="*/ 116552 h 1224303"/>
                  <a:gd name="connsiteX21" fmla="*/ 518897 w 781175"/>
                  <a:gd name="connsiteY21" fmla="*/ 17880 h 1224303"/>
                  <a:gd name="connsiteX22" fmla="*/ 462443 w 781175"/>
                  <a:gd name="connsiteY22" fmla="*/ 241076 h 1224303"/>
                  <a:gd name="connsiteX23" fmla="*/ 473002 w 781175"/>
                  <a:gd name="connsiteY23" fmla="*/ 312067 h 1224303"/>
                  <a:gd name="connsiteX24" fmla="*/ 511581 w 781175"/>
                  <a:gd name="connsiteY24" fmla="*/ 326864 h 1224303"/>
                  <a:gd name="connsiteX25" fmla="*/ 528791 w 781175"/>
                  <a:gd name="connsiteY25" fmla="*/ 223952 h 1224303"/>
                  <a:gd name="connsiteX26" fmla="*/ 462443 w 781175"/>
                  <a:gd name="connsiteY26" fmla="*/ 241076 h 1224303"/>
                  <a:gd name="connsiteX27" fmla="*/ 450803 w 781175"/>
                  <a:gd name="connsiteY27" fmla="*/ 377904 h 1224303"/>
                  <a:gd name="connsiteX28" fmla="*/ 436087 w 781175"/>
                  <a:gd name="connsiteY28" fmla="*/ 419966 h 1224303"/>
                  <a:gd name="connsiteX29" fmla="*/ 464522 w 781175"/>
                  <a:gd name="connsiteY29" fmla="*/ 389957 h 1224303"/>
                  <a:gd name="connsiteX30" fmla="*/ 450803 w 781175"/>
                  <a:gd name="connsiteY30" fmla="*/ 377904 h 1224303"/>
                  <a:gd name="connsiteX31" fmla="*/ 388612 w 781175"/>
                  <a:gd name="connsiteY31" fmla="*/ 544824 h 1224303"/>
                  <a:gd name="connsiteX32" fmla="*/ 370487 w 781175"/>
                  <a:gd name="connsiteY32" fmla="*/ 597194 h 1224303"/>
                  <a:gd name="connsiteX33" fmla="*/ 428687 w 781175"/>
                  <a:gd name="connsiteY33" fmla="*/ 577825 h 1224303"/>
                  <a:gd name="connsiteX34" fmla="*/ 388612 w 781175"/>
                  <a:gd name="connsiteY34" fmla="*/ 544824 h 1224303"/>
                  <a:gd name="connsiteX0" fmla="*/ 518897 w 781175"/>
                  <a:gd name="connsiteY0" fmla="*/ 17880 h 1247843"/>
                  <a:gd name="connsiteX1" fmla="*/ 619334 w 781175"/>
                  <a:gd name="connsiteY1" fmla="*/ 340 h 1247843"/>
                  <a:gd name="connsiteX2" fmla="*/ 681359 w 781175"/>
                  <a:gd name="connsiteY2" fmla="*/ 39326 h 1247843"/>
                  <a:gd name="connsiteX3" fmla="*/ 757186 w 781175"/>
                  <a:gd name="connsiteY3" fmla="*/ 170418 h 1247843"/>
                  <a:gd name="connsiteX4" fmla="*/ 633136 w 781175"/>
                  <a:gd name="connsiteY4" fmla="*/ 197019 h 1247843"/>
                  <a:gd name="connsiteX5" fmla="*/ 695683 w 781175"/>
                  <a:gd name="connsiteY5" fmla="*/ 290725 h 1247843"/>
                  <a:gd name="connsiteX6" fmla="*/ 653302 w 781175"/>
                  <a:gd name="connsiteY6" fmla="*/ 618940 h 1247843"/>
                  <a:gd name="connsiteX7" fmla="*/ 781175 w 781175"/>
                  <a:gd name="connsiteY7" fmla="*/ 673266 h 1247843"/>
                  <a:gd name="connsiteX8" fmla="*/ 634009 w 781175"/>
                  <a:gd name="connsiteY8" fmla="*/ 721895 h 1247843"/>
                  <a:gd name="connsiteX9" fmla="*/ 601559 w 781175"/>
                  <a:gd name="connsiteY9" fmla="*/ 1109375 h 1247843"/>
                  <a:gd name="connsiteX10" fmla="*/ 394729 w 781175"/>
                  <a:gd name="connsiteY10" fmla="*/ 1184316 h 1247843"/>
                  <a:gd name="connsiteX11" fmla="*/ 443902 w 781175"/>
                  <a:gd name="connsiteY11" fmla="*/ 783980 h 1247843"/>
                  <a:gd name="connsiteX12" fmla="*/ 153234 w 781175"/>
                  <a:gd name="connsiteY12" fmla="*/ 892212 h 1247843"/>
                  <a:gd name="connsiteX13" fmla="*/ 82229 w 781175"/>
                  <a:gd name="connsiteY13" fmla="*/ 890217 h 1247843"/>
                  <a:gd name="connsiteX14" fmla="*/ 1996 w 781175"/>
                  <a:gd name="connsiteY14" fmla="*/ 775584 h 1247843"/>
                  <a:gd name="connsiteX15" fmla="*/ 44316 w 781175"/>
                  <a:gd name="connsiteY15" fmla="*/ 724545 h 1247843"/>
                  <a:gd name="connsiteX16" fmla="*/ 297487 w 781175"/>
                  <a:gd name="connsiteY16" fmla="*/ 623628 h 1247843"/>
                  <a:gd name="connsiteX17" fmla="*/ 218252 w 781175"/>
                  <a:gd name="connsiteY17" fmla="*/ 484140 h 1247843"/>
                  <a:gd name="connsiteX18" fmla="*/ 292665 w 781175"/>
                  <a:gd name="connsiteY18" fmla="*/ 283305 h 1247843"/>
                  <a:gd name="connsiteX19" fmla="*/ 214760 w 781175"/>
                  <a:gd name="connsiteY19" fmla="*/ 264269 h 1247843"/>
                  <a:gd name="connsiteX20" fmla="*/ 122637 w 781175"/>
                  <a:gd name="connsiteY20" fmla="*/ 116552 h 1247843"/>
                  <a:gd name="connsiteX21" fmla="*/ 518897 w 781175"/>
                  <a:gd name="connsiteY21" fmla="*/ 17880 h 1247843"/>
                  <a:gd name="connsiteX22" fmla="*/ 462443 w 781175"/>
                  <a:gd name="connsiteY22" fmla="*/ 241076 h 1247843"/>
                  <a:gd name="connsiteX23" fmla="*/ 473002 w 781175"/>
                  <a:gd name="connsiteY23" fmla="*/ 312067 h 1247843"/>
                  <a:gd name="connsiteX24" fmla="*/ 511581 w 781175"/>
                  <a:gd name="connsiteY24" fmla="*/ 326864 h 1247843"/>
                  <a:gd name="connsiteX25" fmla="*/ 528791 w 781175"/>
                  <a:gd name="connsiteY25" fmla="*/ 223952 h 1247843"/>
                  <a:gd name="connsiteX26" fmla="*/ 462443 w 781175"/>
                  <a:gd name="connsiteY26" fmla="*/ 241076 h 1247843"/>
                  <a:gd name="connsiteX27" fmla="*/ 450803 w 781175"/>
                  <a:gd name="connsiteY27" fmla="*/ 377904 h 1247843"/>
                  <a:gd name="connsiteX28" fmla="*/ 436087 w 781175"/>
                  <a:gd name="connsiteY28" fmla="*/ 419966 h 1247843"/>
                  <a:gd name="connsiteX29" fmla="*/ 464522 w 781175"/>
                  <a:gd name="connsiteY29" fmla="*/ 389957 h 1247843"/>
                  <a:gd name="connsiteX30" fmla="*/ 450803 w 781175"/>
                  <a:gd name="connsiteY30" fmla="*/ 377904 h 1247843"/>
                  <a:gd name="connsiteX31" fmla="*/ 388612 w 781175"/>
                  <a:gd name="connsiteY31" fmla="*/ 544824 h 1247843"/>
                  <a:gd name="connsiteX32" fmla="*/ 370487 w 781175"/>
                  <a:gd name="connsiteY32" fmla="*/ 597194 h 1247843"/>
                  <a:gd name="connsiteX33" fmla="*/ 428687 w 781175"/>
                  <a:gd name="connsiteY33" fmla="*/ 577825 h 1247843"/>
                  <a:gd name="connsiteX34" fmla="*/ 388612 w 781175"/>
                  <a:gd name="connsiteY34" fmla="*/ 544824 h 1247843"/>
                  <a:gd name="connsiteX0" fmla="*/ 518897 w 781175"/>
                  <a:gd name="connsiteY0" fmla="*/ 17880 h 1269031"/>
                  <a:gd name="connsiteX1" fmla="*/ 619334 w 781175"/>
                  <a:gd name="connsiteY1" fmla="*/ 340 h 1269031"/>
                  <a:gd name="connsiteX2" fmla="*/ 681359 w 781175"/>
                  <a:gd name="connsiteY2" fmla="*/ 39326 h 1269031"/>
                  <a:gd name="connsiteX3" fmla="*/ 757186 w 781175"/>
                  <a:gd name="connsiteY3" fmla="*/ 170418 h 1269031"/>
                  <a:gd name="connsiteX4" fmla="*/ 633136 w 781175"/>
                  <a:gd name="connsiteY4" fmla="*/ 197019 h 1269031"/>
                  <a:gd name="connsiteX5" fmla="*/ 695683 w 781175"/>
                  <a:gd name="connsiteY5" fmla="*/ 290725 h 1269031"/>
                  <a:gd name="connsiteX6" fmla="*/ 653302 w 781175"/>
                  <a:gd name="connsiteY6" fmla="*/ 618940 h 1269031"/>
                  <a:gd name="connsiteX7" fmla="*/ 781175 w 781175"/>
                  <a:gd name="connsiteY7" fmla="*/ 673266 h 1269031"/>
                  <a:gd name="connsiteX8" fmla="*/ 634009 w 781175"/>
                  <a:gd name="connsiteY8" fmla="*/ 721895 h 1269031"/>
                  <a:gd name="connsiteX9" fmla="*/ 601559 w 781175"/>
                  <a:gd name="connsiteY9" fmla="*/ 1109375 h 1269031"/>
                  <a:gd name="connsiteX10" fmla="*/ 394729 w 781175"/>
                  <a:gd name="connsiteY10" fmla="*/ 1184316 h 1269031"/>
                  <a:gd name="connsiteX11" fmla="*/ 443902 w 781175"/>
                  <a:gd name="connsiteY11" fmla="*/ 783980 h 1269031"/>
                  <a:gd name="connsiteX12" fmla="*/ 153234 w 781175"/>
                  <a:gd name="connsiteY12" fmla="*/ 892212 h 1269031"/>
                  <a:gd name="connsiteX13" fmla="*/ 82229 w 781175"/>
                  <a:gd name="connsiteY13" fmla="*/ 890217 h 1269031"/>
                  <a:gd name="connsiteX14" fmla="*/ 1996 w 781175"/>
                  <a:gd name="connsiteY14" fmla="*/ 775584 h 1269031"/>
                  <a:gd name="connsiteX15" fmla="*/ 44316 w 781175"/>
                  <a:gd name="connsiteY15" fmla="*/ 724545 h 1269031"/>
                  <a:gd name="connsiteX16" fmla="*/ 297487 w 781175"/>
                  <a:gd name="connsiteY16" fmla="*/ 623628 h 1269031"/>
                  <a:gd name="connsiteX17" fmla="*/ 218252 w 781175"/>
                  <a:gd name="connsiteY17" fmla="*/ 484140 h 1269031"/>
                  <a:gd name="connsiteX18" fmla="*/ 292665 w 781175"/>
                  <a:gd name="connsiteY18" fmla="*/ 283305 h 1269031"/>
                  <a:gd name="connsiteX19" fmla="*/ 214760 w 781175"/>
                  <a:gd name="connsiteY19" fmla="*/ 264269 h 1269031"/>
                  <a:gd name="connsiteX20" fmla="*/ 122637 w 781175"/>
                  <a:gd name="connsiteY20" fmla="*/ 116552 h 1269031"/>
                  <a:gd name="connsiteX21" fmla="*/ 518897 w 781175"/>
                  <a:gd name="connsiteY21" fmla="*/ 17880 h 1269031"/>
                  <a:gd name="connsiteX22" fmla="*/ 462443 w 781175"/>
                  <a:gd name="connsiteY22" fmla="*/ 241076 h 1269031"/>
                  <a:gd name="connsiteX23" fmla="*/ 473002 w 781175"/>
                  <a:gd name="connsiteY23" fmla="*/ 312067 h 1269031"/>
                  <a:gd name="connsiteX24" fmla="*/ 511581 w 781175"/>
                  <a:gd name="connsiteY24" fmla="*/ 326864 h 1269031"/>
                  <a:gd name="connsiteX25" fmla="*/ 528791 w 781175"/>
                  <a:gd name="connsiteY25" fmla="*/ 223952 h 1269031"/>
                  <a:gd name="connsiteX26" fmla="*/ 462443 w 781175"/>
                  <a:gd name="connsiteY26" fmla="*/ 241076 h 1269031"/>
                  <a:gd name="connsiteX27" fmla="*/ 450803 w 781175"/>
                  <a:gd name="connsiteY27" fmla="*/ 377904 h 1269031"/>
                  <a:gd name="connsiteX28" fmla="*/ 436087 w 781175"/>
                  <a:gd name="connsiteY28" fmla="*/ 419966 h 1269031"/>
                  <a:gd name="connsiteX29" fmla="*/ 464522 w 781175"/>
                  <a:gd name="connsiteY29" fmla="*/ 389957 h 1269031"/>
                  <a:gd name="connsiteX30" fmla="*/ 450803 w 781175"/>
                  <a:gd name="connsiteY30" fmla="*/ 377904 h 1269031"/>
                  <a:gd name="connsiteX31" fmla="*/ 388612 w 781175"/>
                  <a:gd name="connsiteY31" fmla="*/ 544824 h 1269031"/>
                  <a:gd name="connsiteX32" fmla="*/ 370487 w 781175"/>
                  <a:gd name="connsiteY32" fmla="*/ 597194 h 1269031"/>
                  <a:gd name="connsiteX33" fmla="*/ 428687 w 781175"/>
                  <a:gd name="connsiteY33" fmla="*/ 577825 h 1269031"/>
                  <a:gd name="connsiteX34" fmla="*/ 388612 w 781175"/>
                  <a:gd name="connsiteY34" fmla="*/ 544824 h 1269031"/>
                  <a:gd name="connsiteX0" fmla="*/ 518897 w 781175"/>
                  <a:gd name="connsiteY0" fmla="*/ 17880 h 1303625"/>
                  <a:gd name="connsiteX1" fmla="*/ 619334 w 781175"/>
                  <a:gd name="connsiteY1" fmla="*/ 340 h 1303625"/>
                  <a:gd name="connsiteX2" fmla="*/ 681359 w 781175"/>
                  <a:gd name="connsiteY2" fmla="*/ 39326 h 1303625"/>
                  <a:gd name="connsiteX3" fmla="*/ 757186 w 781175"/>
                  <a:gd name="connsiteY3" fmla="*/ 170418 h 1303625"/>
                  <a:gd name="connsiteX4" fmla="*/ 633136 w 781175"/>
                  <a:gd name="connsiteY4" fmla="*/ 197019 h 1303625"/>
                  <a:gd name="connsiteX5" fmla="*/ 695683 w 781175"/>
                  <a:gd name="connsiteY5" fmla="*/ 290725 h 1303625"/>
                  <a:gd name="connsiteX6" fmla="*/ 653302 w 781175"/>
                  <a:gd name="connsiteY6" fmla="*/ 618940 h 1303625"/>
                  <a:gd name="connsiteX7" fmla="*/ 781175 w 781175"/>
                  <a:gd name="connsiteY7" fmla="*/ 673266 h 1303625"/>
                  <a:gd name="connsiteX8" fmla="*/ 634009 w 781175"/>
                  <a:gd name="connsiteY8" fmla="*/ 721895 h 1303625"/>
                  <a:gd name="connsiteX9" fmla="*/ 601559 w 781175"/>
                  <a:gd name="connsiteY9" fmla="*/ 1109375 h 1303625"/>
                  <a:gd name="connsiteX10" fmla="*/ 394729 w 781175"/>
                  <a:gd name="connsiteY10" fmla="*/ 1184316 h 1303625"/>
                  <a:gd name="connsiteX11" fmla="*/ 443902 w 781175"/>
                  <a:gd name="connsiteY11" fmla="*/ 783980 h 1303625"/>
                  <a:gd name="connsiteX12" fmla="*/ 153234 w 781175"/>
                  <a:gd name="connsiteY12" fmla="*/ 892212 h 1303625"/>
                  <a:gd name="connsiteX13" fmla="*/ 82229 w 781175"/>
                  <a:gd name="connsiteY13" fmla="*/ 890217 h 1303625"/>
                  <a:gd name="connsiteX14" fmla="*/ 1996 w 781175"/>
                  <a:gd name="connsiteY14" fmla="*/ 775584 h 1303625"/>
                  <a:gd name="connsiteX15" fmla="*/ 44316 w 781175"/>
                  <a:gd name="connsiteY15" fmla="*/ 724545 h 1303625"/>
                  <a:gd name="connsiteX16" fmla="*/ 297487 w 781175"/>
                  <a:gd name="connsiteY16" fmla="*/ 623628 h 1303625"/>
                  <a:gd name="connsiteX17" fmla="*/ 218252 w 781175"/>
                  <a:gd name="connsiteY17" fmla="*/ 484140 h 1303625"/>
                  <a:gd name="connsiteX18" fmla="*/ 292665 w 781175"/>
                  <a:gd name="connsiteY18" fmla="*/ 283305 h 1303625"/>
                  <a:gd name="connsiteX19" fmla="*/ 214760 w 781175"/>
                  <a:gd name="connsiteY19" fmla="*/ 264269 h 1303625"/>
                  <a:gd name="connsiteX20" fmla="*/ 122637 w 781175"/>
                  <a:gd name="connsiteY20" fmla="*/ 116552 h 1303625"/>
                  <a:gd name="connsiteX21" fmla="*/ 518897 w 781175"/>
                  <a:gd name="connsiteY21" fmla="*/ 17880 h 1303625"/>
                  <a:gd name="connsiteX22" fmla="*/ 462443 w 781175"/>
                  <a:gd name="connsiteY22" fmla="*/ 241076 h 1303625"/>
                  <a:gd name="connsiteX23" fmla="*/ 473002 w 781175"/>
                  <a:gd name="connsiteY23" fmla="*/ 312067 h 1303625"/>
                  <a:gd name="connsiteX24" fmla="*/ 511581 w 781175"/>
                  <a:gd name="connsiteY24" fmla="*/ 326864 h 1303625"/>
                  <a:gd name="connsiteX25" fmla="*/ 528791 w 781175"/>
                  <a:gd name="connsiteY25" fmla="*/ 223952 h 1303625"/>
                  <a:gd name="connsiteX26" fmla="*/ 462443 w 781175"/>
                  <a:gd name="connsiteY26" fmla="*/ 241076 h 1303625"/>
                  <a:gd name="connsiteX27" fmla="*/ 450803 w 781175"/>
                  <a:gd name="connsiteY27" fmla="*/ 377904 h 1303625"/>
                  <a:gd name="connsiteX28" fmla="*/ 436087 w 781175"/>
                  <a:gd name="connsiteY28" fmla="*/ 419966 h 1303625"/>
                  <a:gd name="connsiteX29" fmla="*/ 464522 w 781175"/>
                  <a:gd name="connsiteY29" fmla="*/ 389957 h 1303625"/>
                  <a:gd name="connsiteX30" fmla="*/ 450803 w 781175"/>
                  <a:gd name="connsiteY30" fmla="*/ 377904 h 1303625"/>
                  <a:gd name="connsiteX31" fmla="*/ 388612 w 781175"/>
                  <a:gd name="connsiteY31" fmla="*/ 544824 h 1303625"/>
                  <a:gd name="connsiteX32" fmla="*/ 370487 w 781175"/>
                  <a:gd name="connsiteY32" fmla="*/ 597194 h 1303625"/>
                  <a:gd name="connsiteX33" fmla="*/ 428687 w 781175"/>
                  <a:gd name="connsiteY33" fmla="*/ 577825 h 1303625"/>
                  <a:gd name="connsiteX34" fmla="*/ 388612 w 781175"/>
                  <a:gd name="connsiteY34" fmla="*/ 544824 h 1303625"/>
                  <a:gd name="connsiteX0" fmla="*/ 518897 w 781175"/>
                  <a:gd name="connsiteY0" fmla="*/ 17880 h 1316503"/>
                  <a:gd name="connsiteX1" fmla="*/ 619334 w 781175"/>
                  <a:gd name="connsiteY1" fmla="*/ 340 h 1316503"/>
                  <a:gd name="connsiteX2" fmla="*/ 681359 w 781175"/>
                  <a:gd name="connsiteY2" fmla="*/ 39326 h 1316503"/>
                  <a:gd name="connsiteX3" fmla="*/ 757186 w 781175"/>
                  <a:gd name="connsiteY3" fmla="*/ 170418 h 1316503"/>
                  <a:gd name="connsiteX4" fmla="*/ 633136 w 781175"/>
                  <a:gd name="connsiteY4" fmla="*/ 197019 h 1316503"/>
                  <a:gd name="connsiteX5" fmla="*/ 695683 w 781175"/>
                  <a:gd name="connsiteY5" fmla="*/ 290725 h 1316503"/>
                  <a:gd name="connsiteX6" fmla="*/ 653302 w 781175"/>
                  <a:gd name="connsiteY6" fmla="*/ 618940 h 1316503"/>
                  <a:gd name="connsiteX7" fmla="*/ 781175 w 781175"/>
                  <a:gd name="connsiteY7" fmla="*/ 673266 h 1316503"/>
                  <a:gd name="connsiteX8" fmla="*/ 634009 w 781175"/>
                  <a:gd name="connsiteY8" fmla="*/ 721895 h 1316503"/>
                  <a:gd name="connsiteX9" fmla="*/ 601559 w 781175"/>
                  <a:gd name="connsiteY9" fmla="*/ 1109375 h 1316503"/>
                  <a:gd name="connsiteX10" fmla="*/ 394729 w 781175"/>
                  <a:gd name="connsiteY10" fmla="*/ 1184316 h 1316503"/>
                  <a:gd name="connsiteX11" fmla="*/ 443902 w 781175"/>
                  <a:gd name="connsiteY11" fmla="*/ 783980 h 1316503"/>
                  <a:gd name="connsiteX12" fmla="*/ 153234 w 781175"/>
                  <a:gd name="connsiteY12" fmla="*/ 892212 h 1316503"/>
                  <a:gd name="connsiteX13" fmla="*/ 82229 w 781175"/>
                  <a:gd name="connsiteY13" fmla="*/ 890217 h 1316503"/>
                  <a:gd name="connsiteX14" fmla="*/ 1996 w 781175"/>
                  <a:gd name="connsiteY14" fmla="*/ 775584 h 1316503"/>
                  <a:gd name="connsiteX15" fmla="*/ 44316 w 781175"/>
                  <a:gd name="connsiteY15" fmla="*/ 724545 h 1316503"/>
                  <a:gd name="connsiteX16" fmla="*/ 297487 w 781175"/>
                  <a:gd name="connsiteY16" fmla="*/ 623628 h 1316503"/>
                  <a:gd name="connsiteX17" fmla="*/ 218252 w 781175"/>
                  <a:gd name="connsiteY17" fmla="*/ 484140 h 1316503"/>
                  <a:gd name="connsiteX18" fmla="*/ 292665 w 781175"/>
                  <a:gd name="connsiteY18" fmla="*/ 283305 h 1316503"/>
                  <a:gd name="connsiteX19" fmla="*/ 214760 w 781175"/>
                  <a:gd name="connsiteY19" fmla="*/ 264269 h 1316503"/>
                  <a:gd name="connsiteX20" fmla="*/ 122637 w 781175"/>
                  <a:gd name="connsiteY20" fmla="*/ 116552 h 1316503"/>
                  <a:gd name="connsiteX21" fmla="*/ 518897 w 781175"/>
                  <a:gd name="connsiteY21" fmla="*/ 17880 h 1316503"/>
                  <a:gd name="connsiteX22" fmla="*/ 462443 w 781175"/>
                  <a:gd name="connsiteY22" fmla="*/ 241076 h 1316503"/>
                  <a:gd name="connsiteX23" fmla="*/ 473002 w 781175"/>
                  <a:gd name="connsiteY23" fmla="*/ 312067 h 1316503"/>
                  <a:gd name="connsiteX24" fmla="*/ 511581 w 781175"/>
                  <a:gd name="connsiteY24" fmla="*/ 326864 h 1316503"/>
                  <a:gd name="connsiteX25" fmla="*/ 528791 w 781175"/>
                  <a:gd name="connsiteY25" fmla="*/ 223952 h 1316503"/>
                  <a:gd name="connsiteX26" fmla="*/ 462443 w 781175"/>
                  <a:gd name="connsiteY26" fmla="*/ 241076 h 1316503"/>
                  <a:gd name="connsiteX27" fmla="*/ 450803 w 781175"/>
                  <a:gd name="connsiteY27" fmla="*/ 377904 h 1316503"/>
                  <a:gd name="connsiteX28" fmla="*/ 436087 w 781175"/>
                  <a:gd name="connsiteY28" fmla="*/ 419966 h 1316503"/>
                  <a:gd name="connsiteX29" fmla="*/ 464522 w 781175"/>
                  <a:gd name="connsiteY29" fmla="*/ 389957 h 1316503"/>
                  <a:gd name="connsiteX30" fmla="*/ 450803 w 781175"/>
                  <a:gd name="connsiteY30" fmla="*/ 377904 h 1316503"/>
                  <a:gd name="connsiteX31" fmla="*/ 388612 w 781175"/>
                  <a:gd name="connsiteY31" fmla="*/ 544824 h 1316503"/>
                  <a:gd name="connsiteX32" fmla="*/ 370487 w 781175"/>
                  <a:gd name="connsiteY32" fmla="*/ 597194 h 1316503"/>
                  <a:gd name="connsiteX33" fmla="*/ 428687 w 781175"/>
                  <a:gd name="connsiteY33" fmla="*/ 577825 h 1316503"/>
                  <a:gd name="connsiteX34" fmla="*/ 388612 w 781175"/>
                  <a:gd name="connsiteY34" fmla="*/ 544824 h 1316503"/>
                  <a:gd name="connsiteX0" fmla="*/ 518897 w 781175"/>
                  <a:gd name="connsiteY0" fmla="*/ 17880 h 1321703"/>
                  <a:gd name="connsiteX1" fmla="*/ 619334 w 781175"/>
                  <a:gd name="connsiteY1" fmla="*/ 340 h 1321703"/>
                  <a:gd name="connsiteX2" fmla="*/ 681359 w 781175"/>
                  <a:gd name="connsiteY2" fmla="*/ 39326 h 1321703"/>
                  <a:gd name="connsiteX3" fmla="*/ 757186 w 781175"/>
                  <a:gd name="connsiteY3" fmla="*/ 170418 h 1321703"/>
                  <a:gd name="connsiteX4" fmla="*/ 633136 w 781175"/>
                  <a:gd name="connsiteY4" fmla="*/ 197019 h 1321703"/>
                  <a:gd name="connsiteX5" fmla="*/ 695683 w 781175"/>
                  <a:gd name="connsiteY5" fmla="*/ 290725 h 1321703"/>
                  <a:gd name="connsiteX6" fmla="*/ 653302 w 781175"/>
                  <a:gd name="connsiteY6" fmla="*/ 618940 h 1321703"/>
                  <a:gd name="connsiteX7" fmla="*/ 781175 w 781175"/>
                  <a:gd name="connsiteY7" fmla="*/ 673266 h 1321703"/>
                  <a:gd name="connsiteX8" fmla="*/ 634009 w 781175"/>
                  <a:gd name="connsiteY8" fmla="*/ 721895 h 1321703"/>
                  <a:gd name="connsiteX9" fmla="*/ 601559 w 781175"/>
                  <a:gd name="connsiteY9" fmla="*/ 1109375 h 1321703"/>
                  <a:gd name="connsiteX10" fmla="*/ 394729 w 781175"/>
                  <a:gd name="connsiteY10" fmla="*/ 1184316 h 1321703"/>
                  <a:gd name="connsiteX11" fmla="*/ 443902 w 781175"/>
                  <a:gd name="connsiteY11" fmla="*/ 783980 h 1321703"/>
                  <a:gd name="connsiteX12" fmla="*/ 153234 w 781175"/>
                  <a:gd name="connsiteY12" fmla="*/ 892212 h 1321703"/>
                  <a:gd name="connsiteX13" fmla="*/ 82229 w 781175"/>
                  <a:gd name="connsiteY13" fmla="*/ 890217 h 1321703"/>
                  <a:gd name="connsiteX14" fmla="*/ 1996 w 781175"/>
                  <a:gd name="connsiteY14" fmla="*/ 775584 h 1321703"/>
                  <a:gd name="connsiteX15" fmla="*/ 44316 w 781175"/>
                  <a:gd name="connsiteY15" fmla="*/ 724545 h 1321703"/>
                  <a:gd name="connsiteX16" fmla="*/ 297487 w 781175"/>
                  <a:gd name="connsiteY16" fmla="*/ 623628 h 1321703"/>
                  <a:gd name="connsiteX17" fmla="*/ 218252 w 781175"/>
                  <a:gd name="connsiteY17" fmla="*/ 484140 h 1321703"/>
                  <a:gd name="connsiteX18" fmla="*/ 292665 w 781175"/>
                  <a:gd name="connsiteY18" fmla="*/ 283305 h 1321703"/>
                  <a:gd name="connsiteX19" fmla="*/ 214760 w 781175"/>
                  <a:gd name="connsiteY19" fmla="*/ 264269 h 1321703"/>
                  <a:gd name="connsiteX20" fmla="*/ 122637 w 781175"/>
                  <a:gd name="connsiteY20" fmla="*/ 116552 h 1321703"/>
                  <a:gd name="connsiteX21" fmla="*/ 518897 w 781175"/>
                  <a:gd name="connsiteY21" fmla="*/ 17880 h 1321703"/>
                  <a:gd name="connsiteX22" fmla="*/ 462443 w 781175"/>
                  <a:gd name="connsiteY22" fmla="*/ 241076 h 1321703"/>
                  <a:gd name="connsiteX23" fmla="*/ 473002 w 781175"/>
                  <a:gd name="connsiteY23" fmla="*/ 312067 h 1321703"/>
                  <a:gd name="connsiteX24" fmla="*/ 511581 w 781175"/>
                  <a:gd name="connsiteY24" fmla="*/ 326864 h 1321703"/>
                  <a:gd name="connsiteX25" fmla="*/ 528791 w 781175"/>
                  <a:gd name="connsiteY25" fmla="*/ 223952 h 1321703"/>
                  <a:gd name="connsiteX26" fmla="*/ 462443 w 781175"/>
                  <a:gd name="connsiteY26" fmla="*/ 241076 h 1321703"/>
                  <a:gd name="connsiteX27" fmla="*/ 450803 w 781175"/>
                  <a:gd name="connsiteY27" fmla="*/ 377904 h 1321703"/>
                  <a:gd name="connsiteX28" fmla="*/ 436087 w 781175"/>
                  <a:gd name="connsiteY28" fmla="*/ 419966 h 1321703"/>
                  <a:gd name="connsiteX29" fmla="*/ 464522 w 781175"/>
                  <a:gd name="connsiteY29" fmla="*/ 389957 h 1321703"/>
                  <a:gd name="connsiteX30" fmla="*/ 450803 w 781175"/>
                  <a:gd name="connsiteY30" fmla="*/ 377904 h 1321703"/>
                  <a:gd name="connsiteX31" fmla="*/ 388612 w 781175"/>
                  <a:gd name="connsiteY31" fmla="*/ 544824 h 1321703"/>
                  <a:gd name="connsiteX32" fmla="*/ 370487 w 781175"/>
                  <a:gd name="connsiteY32" fmla="*/ 597194 h 1321703"/>
                  <a:gd name="connsiteX33" fmla="*/ 428687 w 781175"/>
                  <a:gd name="connsiteY33" fmla="*/ 577825 h 1321703"/>
                  <a:gd name="connsiteX34" fmla="*/ 388612 w 781175"/>
                  <a:gd name="connsiteY34" fmla="*/ 544824 h 1321703"/>
                  <a:gd name="connsiteX0" fmla="*/ 518897 w 781175"/>
                  <a:gd name="connsiteY0" fmla="*/ 17880 h 1336671"/>
                  <a:gd name="connsiteX1" fmla="*/ 619334 w 781175"/>
                  <a:gd name="connsiteY1" fmla="*/ 340 h 1336671"/>
                  <a:gd name="connsiteX2" fmla="*/ 681359 w 781175"/>
                  <a:gd name="connsiteY2" fmla="*/ 39326 h 1336671"/>
                  <a:gd name="connsiteX3" fmla="*/ 757186 w 781175"/>
                  <a:gd name="connsiteY3" fmla="*/ 170418 h 1336671"/>
                  <a:gd name="connsiteX4" fmla="*/ 633136 w 781175"/>
                  <a:gd name="connsiteY4" fmla="*/ 197019 h 1336671"/>
                  <a:gd name="connsiteX5" fmla="*/ 695683 w 781175"/>
                  <a:gd name="connsiteY5" fmla="*/ 290725 h 1336671"/>
                  <a:gd name="connsiteX6" fmla="*/ 653302 w 781175"/>
                  <a:gd name="connsiteY6" fmla="*/ 618940 h 1336671"/>
                  <a:gd name="connsiteX7" fmla="*/ 781175 w 781175"/>
                  <a:gd name="connsiteY7" fmla="*/ 673266 h 1336671"/>
                  <a:gd name="connsiteX8" fmla="*/ 634009 w 781175"/>
                  <a:gd name="connsiteY8" fmla="*/ 721895 h 1336671"/>
                  <a:gd name="connsiteX9" fmla="*/ 601559 w 781175"/>
                  <a:gd name="connsiteY9" fmla="*/ 1109375 h 1336671"/>
                  <a:gd name="connsiteX10" fmla="*/ 394729 w 781175"/>
                  <a:gd name="connsiteY10" fmla="*/ 1184316 h 1336671"/>
                  <a:gd name="connsiteX11" fmla="*/ 443902 w 781175"/>
                  <a:gd name="connsiteY11" fmla="*/ 783980 h 1336671"/>
                  <a:gd name="connsiteX12" fmla="*/ 153234 w 781175"/>
                  <a:gd name="connsiteY12" fmla="*/ 892212 h 1336671"/>
                  <a:gd name="connsiteX13" fmla="*/ 82229 w 781175"/>
                  <a:gd name="connsiteY13" fmla="*/ 890217 h 1336671"/>
                  <a:gd name="connsiteX14" fmla="*/ 1996 w 781175"/>
                  <a:gd name="connsiteY14" fmla="*/ 775584 h 1336671"/>
                  <a:gd name="connsiteX15" fmla="*/ 44316 w 781175"/>
                  <a:gd name="connsiteY15" fmla="*/ 724545 h 1336671"/>
                  <a:gd name="connsiteX16" fmla="*/ 297487 w 781175"/>
                  <a:gd name="connsiteY16" fmla="*/ 623628 h 1336671"/>
                  <a:gd name="connsiteX17" fmla="*/ 218252 w 781175"/>
                  <a:gd name="connsiteY17" fmla="*/ 484140 h 1336671"/>
                  <a:gd name="connsiteX18" fmla="*/ 292665 w 781175"/>
                  <a:gd name="connsiteY18" fmla="*/ 283305 h 1336671"/>
                  <a:gd name="connsiteX19" fmla="*/ 214760 w 781175"/>
                  <a:gd name="connsiteY19" fmla="*/ 264269 h 1336671"/>
                  <a:gd name="connsiteX20" fmla="*/ 122637 w 781175"/>
                  <a:gd name="connsiteY20" fmla="*/ 116552 h 1336671"/>
                  <a:gd name="connsiteX21" fmla="*/ 518897 w 781175"/>
                  <a:gd name="connsiteY21" fmla="*/ 17880 h 1336671"/>
                  <a:gd name="connsiteX22" fmla="*/ 462443 w 781175"/>
                  <a:gd name="connsiteY22" fmla="*/ 241076 h 1336671"/>
                  <a:gd name="connsiteX23" fmla="*/ 473002 w 781175"/>
                  <a:gd name="connsiteY23" fmla="*/ 312067 h 1336671"/>
                  <a:gd name="connsiteX24" fmla="*/ 511581 w 781175"/>
                  <a:gd name="connsiteY24" fmla="*/ 326864 h 1336671"/>
                  <a:gd name="connsiteX25" fmla="*/ 528791 w 781175"/>
                  <a:gd name="connsiteY25" fmla="*/ 223952 h 1336671"/>
                  <a:gd name="connsiteX26" fmla="*/ 462443 w 781175"/>
                  <a:gd name="connsiteY26" fmla="*/ 241076 h 1336671"/>
                  <a:gd name="connsiteX27" fmla="*/ 450803 w 781175"/>
                  <a:gd name="connsiteY27" fmla="*/ 377904 h 1336671"/>
                  <a:gd name="connsiteX28" fmla="*/ 436087 w 781175"/>
                  <a:gd name="connsiteY28" fmla="*/ 419966 h 1336671"/>
                  <a:gd name="connsiteX29" fmla="*/ 464522 w 781175"/>
                  <a:gd name="connsiteY29" fmla="*/ 389957 h 1336671"/>
                  <a:gd name="connsiteX30" fmla="*/ 450803 w 781175"/>
                  <a:gd name="connsiteY30" fmla="*/ 377904 h 1336671"/>
                  <a:gd name="connsiteX31" fmla="*/ 388612 w 781175"/>
                  <a:gd name="connsiteY31" fmla="*/ 544824 h 1336671"/>
                  <a:gd name="connsiteX32" fmla="*/ 370487 w 781175"/>
                  <a:gd name="connsiteY32" fmla="*/ 597194 h 1336671"/>
                  <a:gd name="connsiteX33" fmla="*/ 428687 w 781175"/>
                  <a:gd name="connsiteY33" fmla="*/ 577825 h 1336671"/>
                  <a:gd name="connsiteX34" fmla="*/ 388612 w 781175"/>
                  <a:gd name="connsiteY34" fmla="*/ 544824 h 1336671"/>
                  <a:gd name="connsiteX0" fmla="*/ 518897 w 781175"/>
                  <a:gd name="connsiteY0" fmla="*/ 17880 h 1354936"/>
                  <a:gd name="connsiteX1" fmla="*/ 619334 w 781175"/>
                  <a:gd name="connsiteY1" fmla="*/ 340 h 1354936"/>
                  <a:gd name="connsiteX2" fmla="*/ 681359 w 781175"/>
                  <a:gd name="connsiteY2" fmla="*/ 39326 h 1354936"/>
                  <a:gd name="connsiteX3" fmla="*/ 757186 w 781175"/>
                  <a:gd name="connsiteY3" fmla="*/ 170418 h 1354936"/>
                  <a:gd name="connsiteX4" fmla="*/ 633136 w 781175"/>
                  <a:gd name="connsiteY4" fmla="*/ 197019 h 1354936"/>
                  <a:gd name="connsiteX5" fmla="*/ 695683 w 781175"/>
                  <a:gd name="connsiteY5" fmla="*/ 290725 h 1354936"/>
                  <a:gd name="connsiteX6" fmla="*/ 653302 w 781175"/>
                  <a:gd name="connsiteY6" fmla="*/ 618940 h 1354936"/>
                  <a:gd name="connsiteX7" fmla="*/ 781175 w 781175"/>
                  <a:gd name="connsiteY7" fmla="*/ 673266 h 1354936"/>
                  <a:gd name="connsiteX8" fmla="*/ 634009 w 781175"/>
                  <a:gd name="connsiteY8" fmla="*/ 721895 h 1354936"/>
                  <a:gd name="connsiteX9" fmla="*/ 601559 w 781175"/>
                  <a:gd name="connsiteY9" fmla="*/ 1109375 h 1354936"/>
                  <a:gd name="connsiteX10" fmla="*/ 394729 w 781175"/>
                  <a:gd name="connsiteY10" fmla="*/ 1184316 h 1354936"/>
                  <a:gd name="connsiteX11" fmla="*/ 443902 w 781175"/>
                  <a:gd name="connsiteY11" fmla="*/ 783980 h 1354936"/>
                  <a:gd name="connsiteX12" fmla="*/ 153234 w 781175"/>
                  <a:gd name="connsiteY12" fmla="*/ 892212 h 1354936"/>
                  <a:gd name="connsiteX13" fmla="*/ 82229 w 781175"/>
                  <a:gd name="connsiteY13" fmla="*/ 890217 h 1354936"/>
                  <a:gd name="connsiteX14" fmla="*/ 1996 w 781175"/>
                  <a:gd name="connsiteY14" fmla="*/ 775584 h 1354936"/>
                  <a:gd name="connsiteX15" fmla="*/ 44316 w 781175"/>
                  <a:gd name="connsiteY15" fmla="*/ 724545 h 1354936"/>
                  <a:gd name="connsiteX16" fmla="*/ 297487 w 781175"/>
                  <a:gd name="connsiteY16" fmla="*/ 623628 h 1354936"/>
                  <a:gd name="connsiteX17" fmla="*/ 218252 w 781175"/>
                  <a:gd name="connsiteY17" fmla="*/ 484140 h 1354936"/>
                  <a:gd name="connsiteX18" fmla="*/ 292665 w 781175"/>
                  <a:gd name="connsiteY18" fmla="*/ 283305 h 1354936"/>
                  <a:gd name="connsiteX19" fmla="*/ 214760 w 781175"/>
                  <a:gd name="connsiteY19" fmla="*/ 264269 h 1354936"/>
                  <a:gd name="connsiteX20" fmla="*/ 122637 w 781175"/>
                  <a:gd name="connsiteY20" fmla="*/ 116552 h 1354936"/>
                  <a:gd name="connsiteX21" fmla="*/ 518897 w 781175"/>
                  <a:gd name="connsiteY21" fmla="*/ 17880 h 1354936"/>
                  <a:gd name="connsiteX22" fmla="*/ 462443 w 781175"/>
                  <a:gd name="connsiteY22" fmla="*/ 241076 h 1354936"/>
                  <a:gd name="connsiteX23" fmla="*/ 473002 w 781175"/>
                  <a:gd name="connsiteY23" fmla="*/ 312067 h 1354936"/>
                  <a:gd name="connsiteX24" fmla="*/ 511581 w 781175"/>
                  <a:gd name="connsiteY24" fmla="*/ 326864 h 1354936"/>
                  <a:gd name="connsiteX25" fmla="*/ 528791 w 781175"/>
                  <a:gd name="connsiteY25" fmla="*/ 223952 h 1354936"/>
                  <a:gd name="connsiteX26" fmla="*/ 462443 w 781175"/>
                  <a:gd name="connsiteY26" fmla="*/ 241076 h 1354936"/>
                  <a:gd name="connsiteX27" fmla="*/ 450803 w 781175"/>
                  <a:gd name="connsiteY27" fmla="*/ 377904 h 1354936"/>
                  <a:gd name="connsiteX28" fmla="*/ 436087 w 781175"/>
                  <a:gd name="connsiteY28" fmla="*/ 419966 h 1354936"/>
                  <a:gd name="connsiteX29" fmla="*/ 464522 w 781175"/>
                  <a:gd name="connsiteY29" fmla="*/ 389957 h 1354936"/>
                  <a:gd name="connsiteX30" fmla="*/ 450803 w 781175"/>
                  <a:gd name="connsiteY30" fmla="*/ 377904 h 1354936"/>
                  <a:gd name="connsiteX31" fmla="*/ 388612 w 781175"/>
                  <a:gd name="connsiteY31" fmla="*/ 544824 h 1354936"/>
                  <a:gd name="connsiteX32" fmla="*/ 370487 w 781175"/>
                  <a:gd name="connsiteY32" fmla="*/ 597194 h 1354936"/>
                  <a:gd name="connsiteX33" fmla="*/ 428687 w 781175"/>
                  <a:gd name="connsiteY33" fmla="*/ 577825 h 1354936"/>
                  <a:gd name="connsiteX34" fmla="*/ 388612 w 781175"/>
                  <a:gd name="connsiteY34" fmla="*/ 544824 h 1354936"/>
                  <a:gd name="connsiteX0" fmla="*/ 518897 w 781175"/>
                  <a:gd name="connsiteY0" fmla="*/ 17880 h 1360530"/>
                  <a:gd name="connsiteX1" fmla="*/ 619334 w 781175"/>
                  <a:gd name="connsiteY1" fmla="*/ 340 h 1360530"/>
                  <a:gd name="connsiteX2" fmla="*/ 681359 w 781175"/>
                  <a:gd name="connsiteY2" fmla="*/ 39326 h 1360530"/>
                  <a:gd name="connsiteX3" fmla="*/ 757186 w 781175"/>
                  <a:gd name="connsiteY3" fmla="*/ 170418 h 1360530"/>
                  <a:gd name="connsiteX4" fmla="*/ 633136 w 781175"/>
                  <a:gd name="connsiteY4" fmla="*/ 197019 h 1360530"/>
                  <a:gd name="connsiteX5" fmla="*/ 695683 w 781175"/>
                  <a:gd name="connsiteY5" fmla="*/ 290725 h 1360530"/>
                  <a:gd name="connsiteX6" fmla="*/ 653302 w 781175"/>
                  <a:gd name="connsiteY6" fmla="*/ 618940 h 1360530"/>
                  <a:gd name="connsiteX7" fmla="*/ 781175 w 781175"/>
                  <a:gd name="connsiteY7" fmla="*/ 673266 h 1360530"/>
                  <a:gd name="connsiteX8" fmla="*/ 634009 w 781175"/>
                  <a:gd name="connsiteY8" fmla="*/ 721895 h 1360530"/>
                  <a:gd name="connsiteX9" fmla="*/ 601559 w 781175"/>
                  <a:gd name="connsiteY9" fmla="*/ 1109375 h 1360530"/>
                  <a:gd name="connsiteX10" fmla="*/ 394729 w 781175"/>
                  <a:gd name="connsiteY10" fmla="*/ 1184316 h 1360530"/>
                  <a:gd name="connsiteX11" fmla="*/ 443902 w 781175"/>
                  <a:gd name="connsiteY11" fmla="*/ 783980 h 1360530"/>
                  <a:gd name="connsiteX12" fmla="*/ 153234 w 781175"/>
                  <a:gd name="connsiteY12" fmla="*/ 892212 h 1360530"/>
                  <a:gd name="connsiteX13" fmla="*/ 82229 w 781175"/>
                  <a:gd name="connsiteY13" fmla="*/ 890217 h 1360530"/>
                  <a:gd name="connsiteX14" fmla="*/ 1996 w 781175"/>
                  <a:gd name="connsiteY14" fmla="*/ 775584 h 1360530"/>
                  <a:gd name="connsiteX15" fmla="*/ 44316 w 781175"/>
                  <a:gd name="connsiteY15" fmla="*/ 724545 h 1360530"/>
                  <a:gd name="connsiteX16" fmla="*/ 297487 w 781175"/>
                  <a:gd name="connsiteY16" fmla="*/ 623628 h 1360530"/>
                  <a:gd name="connsiteX17" fmla="*/ 218252 w 781175"/>
                  <a:gd name="connsiteY17" fmla="*/ 484140 h 1360530"/>
                  <a:gd name="connsiteX18" fmla="*/ 292665 w 781175"/>
                  <a:gd name="connsiteY18" fmla="*/ 283305 h 1360530"/>
                  <a:gd name="connsiteX19" fmla="*/ 214760 w 781175"/>
                  <a:gd name="connsiteY19" fmla="*/ 264269 h 1360530"/>
                  <a:gd name="connsiteX20" fmla="*/ 122637 w 781175"/>
                  <a:gd name="connsiteY20" fmla="*/ 116552 h 1360530"/>
                  <a:gd name="connsiteX21" fmla="*/ 518897 w 781175"/>
                  <a:gd name="connsiteY21" fmla="*/ 17880 h 1360530"/>
                  <a:gd name="connsiteX22" fmla="*/ 462443 w 781175"/>
                  <a:gd name="connsiteY22" fmla="*/ 241076 h 1360530"/>
                  <a:gd name="connsiteX23" fmla="*/ 473002 w 781175"/>
                  <a:gd name="connsiteY23" fmla="*/ 312067 h 1360530"/>
                  <a:gd name="connsiteX24" fmla="*/ 511581 w 781175"/>
                  <a:gd name="connsiteY24" fmla="*/ 326864 h 1360530"/>
                  <a:gd name="connsiteX25" fmla="*/ 528791 w 781175"/>
                  <a:gd name="connsiteY25" fmla="*/ 223952 h 1360530"/>
                  <a:gd name="connsiteX26" fmla="*/ 462443 w 781175"/>
                  <a:gd name="connsiteY26" fmla="*/ 241076 h 1360530"/>
                  <a:gd name="connsiteX27" fmla="*/ 450803 w 781175"/>
                  <a:gd name="connsiteY27" fmla="*/ 377904 h 1360530"/>
                  <a:gd name="connsiteX28" fmla="*/ 436087 w 781175"/>
                  <a:gd name="connsiteY28" fmla="*/ 419966 h 1360530"/>
                  <a:gd name="connsiteX29" fmla="*/ 464522 w 781175"/>
                  <a:gd name="connsiteY29" fmla="*/ 389957 h 1360530"/>
                  <a:gd name="connsiteX30" fmla="*/ 450803 w 781175"/>
                  <a:gd name="connsiteY30" fmla="*/ 377904 h 1360530"/>
                  <a:gd name="connsiteX31" fmla="*/ 388612 w 781175"/>
                  <a:gd name="connsiteY31" fmla="*/ 544824 h 1360530"/>
                  <a:gd name="connsiteX32" fmla="*/ 370487 w 781175"/>
                  <a:gd name="connsiteY32" fmla="*/ 597194 h 1360530"/>
                  <a:gd name="connsiteX33" fmla="*/ 428687 w 781175"/>
                  <a:gd name="connsiteY33" fmla="*/ 577825 h 1360530"/>
                  <a:gd name="connsiteX34" fmla="*/ 388612 w 781175"/>
                  <a:gd name="connsiteY34" fmla="*/ 544824 h 1360530"/>
                  <a:gd name="connsiteX0" fmla="*/ 518897 w 781175"/>
                  <a:gd name="connsiteY0" fmla="*/ 17880 h 1374295"/>
                  <a:gd name="connsiteX1" fmla="*/ 619334 w 781175"/>
                  <a:gd name="connsiteY1" fmla="*/ 340 h 1374295"/>
                  <a:gd name="connsiteX2" fmla="*/ 681359 w 781175"/>
                  <a:gd name="connsiteY2" fmla="*/ 39326 h 1374295"/>
                  <a:gd name="connsiteX3" fmla="*/ 757186 w 781175"/>
                  <a:gd name="connsiteY3" fmla="*/ 170418 h 1374295"/>
                  <a:gd name="connsiteX4" fmla="*/ 633136 w 781175"/>
                  <a:gd name="connsiteY4" fmla="*/ 197019 h 1374295"/>
                  <a:gd name="connsiteX5" fmla="*/ 695683 w 781175"/>
                  <a:gd name="connsiteY5" fmla="*/ 290725 h 1374295"/>
                  <a:gd name="connsiteX6" fmla="*/ 653302 w 781175"/>
                  <a:gd name="connsiteY6" fmla="*/ 618940 h 1374295"/>
                  <a:gd name="connsiteX7" fmla="*/ 781175 w 781175"/>
                  <a:gd name="connsiteY7" fmla="*/ 673266 h 1374295"/>
                  <a:gd name="connsiteX8" fmla="*/ 634009 w 781175"/>
                  <a:gd name="connsiteY8" fmla="*/ 721895 h 1374295"/>
                  <a:gd name="connsiteX9" fmla="*/ 601559 w 781175"/>
                  <a:gd name="connsiteY9" fmla="*/ 1109375 h 1374295"/>
                  <a:gd name="connsiteX10" fmla="*/ 394729 w 781175"/>
                  <a:gd name="connsiteY10" fmla="*/ 1184316 h 1374295"/>
                  <a:gd name="connsiteX11" fmla="*/ 443902 w 781175"/>
                  <a:gd name="connsiteY11" fmla="*/ 783980 h 1374295"/>
                  <a:gd name="connsiteX12" fmla="*/ 153234 w 781175"/>
                  <a:gd name="connsiteY12" fmla="*/ 892212 h 1374295"/>
                  <a:gd name="connsiteX13" fmla="*/ 82229 w 781175"/>
                  <a:gd name="connsiteY13" fmla="*/ 890217 h 1374295"/>
                  <a:gd name="connsiteX14" fmla="*/ 1996 w 781175"/>
                  <a:gd name="connsiteY14" fmla="*/ 775584 h 1374295"/>
                  <a:gd name="connsiteX15" fmla="*/ 44316 w 781175"/>
                  <a:gd name="connsiteY15" fmla="*/ 724545 h 1374295"/>
                  <a:gd name="connsiteX16" fmla="*/ 297487 w 781175"/>
                  <a:gd name="connsiteY16" fmla="*/ 623628 h 1374295"/>
                  <a:gd name="connsiteX17" fmla="*/ 218252 w 781175"/>
                  <a:gd name="connsiteY17" fmla="*/ 484140 h 1374295"/>
                  <a:gd name="connsiteX18" fmla="*/ 292665 w 781175"/>
                  <a:gd name="connsiteY18" fmla="*/ 283305 h 1374295"/>
                  <a:gd name="connsiteX19" fmla="*/ 214760 w 781175"/>
                  <a:gd name="connsiteY19" fmla="*/ 264269 h 1374295"/>
                  <a:gd name="connsiteX20" fmla="*/ 122637 w 781175"/>
                  <a:gd name="connsiteY20" fmla="*/ 116552 h 1374295"/>
                  <a:gd name="connsiteX21" fmla="*/ 518897 w 781175"/>
                  <a:gd name="connsiteY21" fmla="*/ 17880 h 1374295"/>
                  <a:gd name="connsiteX22" fmla="*/ 462443 w 781175"/>
                  <a:gd name="connsiteY22" fmla="*/ 241076 h 1374295"/>
                  <a:gd name="connsiteX23" fmla="*/ 473002 w 781175"/>
                  <a:gd name="connsiteY23" fmla="*/ 312067 h 1374295"/>
                  <a:gd name="connsiteX24" fmla="*/ 511581 w 781175"/>
                  <a:gd name="connsiteY24" fmla="*/ 326864 h 1374295"/>
                  <a:gd name="connsiteX25" fmla="*/ 528791 w 781175"/>
                  <a:gd name="connsiteY25" fmla="*/ 223952 h 1374295"/>
                  <a:gd name="connsiteX26" fmla="*/ 462443 w 781175"/>
                  <a:gd name="connsiteY26" fmla="*/ 241076 h 1374295"/>
                  <a:gd name="connsiteX27" fmla="*/ 450803 w 781175"/>
                  <a:gd name="connsiteY27" fmla="*/ 377904 h 1374295"/>
                  <a:gd name="connsiteX28" fmla="*/ 436087 w 781175"/>
                  <a:gd name="connsiteY28" fmla="*/ 419966 h 1374295"/>
                  <a:gd name="connsiteX29" fmla="*/ 464522 w 781175"/>
                  <a:gd name="connsiteY29" fmla="*/ 389957 h 1374295"/>
                  <a:gd name="connsiteX30" fmla="*/ 450803 w 781175"/>
                  <a:gd name="connsiteY30" fmla="*/ 377904 h 1374295"/>
                  <a:gd name="connsiteX31" fmla="*/ 388612 w 781175"/>
                  <a:gd name="connsiteY31" fmla="*/ 544824 h 1374295"/>
                  <a:gd name="connsiteX32" fmla="*/ 370487 w 781175"/>
                  <a:gd name="connsiteY32" fmla="*/ 597194 h 1374295"/>
                  <a:gd name="connsiteX33" fmla="*/ 428687 w 781175"/>
                  <a:gd name="connsiteY33" fmla="*/ 577825 h 1374295"/>
                  <a:gd name="connsiteX34" fmla="*/ 388612 w 781175"/>
                  <a:gd name="connsiteY34" fmla="*/ 544824 h 1374295"/>
                  <a:gd name="connsiteX0" fmla="*/ 518897 w 781175"/>
                  <a:gd name="connsiteY0" fmla="*/ 17880 h 1366210"/>
                  <a:gd name="connsiteX1" fmla="*/ 619334 w 781175"/>
                  <a:gd name="connsiteY1" fmla="*/ 340 h 1366210"/>
                  <a:gd name="connsiteX2" fmla="*/ 681359 w 781175"/>
                  <a:gd name="connsiteY2" fmla="*/ 39326 h 1366210"/>
                  <a:gd name="connsiteX3" fmla="*/ 757186 w 781175"/>
                  <a:gd name="connsiteY3" fmla="*/ 170418 h 1366210"/>
                  <a:gd name="connsiteX4" fmla="*/ 633136 w 781175"/>
                  <a:gd name="connsiteY4" fmla="*/ 197019 h 1366210"/>
                  <a:gd name="connsiteX5" fmla="*/ 695683 w 781175"/>
                  <a:gd name="connsiteY5" fmla="*/ 290725 h 1366210"/>
                  <a:gd name="connsiteX6" fmla="*/ 653302 w 781175"/>
                  <a:gd name="connsiteY6" fmla="*/ 618940 h 1366210"/>
                  <a:gd name="connsiteX7" fmla="*/ 781175 w 781175"/>
                  <a:gd name="connsiteY7" fmla="*/ 673266 h 1366210"/>
                  <a:gd name="connsiteX8" fmla="*/ 634009 w 781175"/>
                  <a:gd name="connsiteY8" fmla="*/ 721895 h 1366210"/>
                  <a:gd name="connsiteX9" fmla="*/ 601559 w 781175"/>
                  <a:gd name="connsiteY9" fmla="*/ 1109375 h 1366210"/>
                  <a:gd name="connsiteX10" fmla="*/ 394729 w 781175"/>
                  <a:gd name="connsiteY10" fmla="*/ 1184316 h 1366210"/>
                  <a:gd name="connsiteX11" fmla="*/ 443902 w 781175"/>
                  <a:gd name="connsiteY11" fmla="*/ 783980 h 1366210"/>
                  <a:gd name="connsiteX12" fmla="*/ 153234 w 781175"/>
                  <a:gd name="connsiteY12" fmla="*/ 892212 h 1366210"/>
                  <a:gd name="connsiteX13" fmla="*/ 82229 w 781175"/>
                  <a:gd name="connsiteY13" fmla="*/ 890217 h 1366210"/>
                  <a:gd name="connsiteX14" fmla="*/ 1996 w 781175"/>
                  <a:gd name="connsiteY14" fmla="*/ 775584 h 1366210"/>
                  <a:gd name="connsiteX15" fmla="*/ 44316 w 781175"/>
                  <a:gd name="connsiteY15" fmla="*/ 724545 h 1366210"/>
                  <a:gd name="connsiteX16" fmla="*/ 297487 w 781175"/>
                  <a:gd name="connsiteY16" fmla="*/ 623628 h 1366210"/>
                  <a:gd name="connsiteX17" fmla="*/ 218252 w 781175"/>
                  <a:gd name="connsiteY17" fmla="*/ 484140 h 1366210"/>
                  <a:gd name="connsiteX18" fmla="*/ 292665 w 781175"/>
                  <a:gd name="connsiteY18" fmla="*/ 283305 h 1366210"/>
                  <a:gd name="connsiteX19" fmla="*/ 214760 w 781175"/>
                  <a:gd name="connsiteY19" fmla="*/ 264269 h 1366210"/>
                  <a:gd name="connsiteX20" fmla="*/ 122637 w 781175"/>
                  <a:gd name="connsiteY20" fmla="*/ 116552 h 1366210"/>
                  <a:gd name="connsiteX21" fmla="*/ 518897 w 781175"/>
                  <a:gd name="connsiteY21" fmla="*/ 17880 h 1366210"/>
                  <a:gd name="connsiteX22" fmla="*/ 462443 w 781175"/>
                  <a:gd name="connsiteY22" fmla="*/ 241076 h 1366210"/>
                  <a:gd name="connsiteX23" fmla="*/ 473002 w 781175"/>
                  <a:gd name="connsiteY23" fmla="*/ 312067 h 1366210"/>
                  <a:gd name="connsiteX24" fmla="*/ 511581 w 781175"/>
                  <a:gd name="connsiteY24" fmla="*/ 326864 h 1366210"/>
                  <a:gd name="connsiteX25" fmla="*/ 528791 w 781175"/>
                  <a:gd name="connsiteY25" fmla="*/ 223952 h 1366210"/>
                  <a:gd name="connsiteX26" fmla="*/ 462443 w 781175"/>
                  <a:gd name="connsiteY26" fmla="*/ 241076 h 1366210"/>
                  <a:gd name="connsiteX27" fmla="*/ 450803 w 781175"/>
                  <a:gd name="connsiteY27" fmla="*/ 377904 h 1366210"/>
                  <a:gd name="connsiteX28" fmla="*/ 436087 w 781175"/>
                  <a:gd name="connsiteY28" fmla="*/ 419966 h 1366210"/>
                  <a:gd name="connsiteX29" fmla="*/ 464522 w 781175"/>
                  <a:gd name="connsiteY29" fmla="*/ 389957 h 1366210"/>
                  <a:gd name="connsiteX30" fmla="*/ 450803 w 781175"/>
                  <a:gd name="connsiteY30" fmla="*/ 377904 h 1366210"/>
                  <a:gd name="connsiteX31" fmla="*/ 388612 w 781175"/>
                  <a:gd name="connsiteY31" fmla="*/ 544824 h 1366210"/>
                  <a:gd name="connsiteX32" fmla="*/ 370487 w 781175"/>
                  <a:gd name="connsiteY32" fmla="*/ 597194 h 1366210"/>
                  <a:gd name="connsiteX33" fmla="*/ 428687 w 781175"/>
                  <a:gd name="connsiteY33" fmla="*/ 577825 h 1366210"/>
                  <a:gd name="connsiteX34" fmla="*/ 388612 w 781175"/>
                  <a:gd name="connsiteY34" fmla="*/ 544824 h 1366210"/>
                  <a:gd name="connsiteX0" fmla="*/ 518897 w 781175"/>
                  <a:gd name="connsiteY0" fmla="*/ 17880 h 1366210"/>
                  <a:gd name="connsiteX1" fmla="*/ 619334 w 781175"/>
                  <a:gd name="connsiteY1" fmla="*/ 340 h 1366210"/>
                  <a:gd name="connsiteX2" fmla="*/ 681359 w 781175"/>
                  <a:gd name="connsiteY2" fmla="*/ 39326 h 1366210"/>
                  <a:gd name="connsiteX3" fmla="*/ 757186 w 781175"/>
                  <a:gd name="connsiteY3" fmla="*/ 170418 h 1366210"/>
                  <a:gd name="connsiteX4" fmla="*/ 633136 w 781175"/>
                  <a:gd name="connsiteY4" fmla="*/ 197019 h 1366210"/>
                  <a:gd name="connsiteX5" fmla="*/ 695683 w 781175"/>
                  <a:gd name="connsiteY5" fmla="*/ 290725 h 1366210"/>
                  <a:gd name="connsiteX6" fmla="*/ 653302 w 781175"/>
                  <a:gd name="connsiteY6" fmla="*/ 618940 h 1366210"/>
                  <a:gd name="connsiteX7" fmla="*/ 781175 w 781175"/>
                  <a:gd name="connsiteY7" fmla="*/ 673266 h 1366210"/>
                  <a:gd name="connsiteX8" fmla="*/ 634009 w 781175"/>
                  <a:gd name="connsiteY8" fmla="*/ 721895 h 1366210"/>
                  <a:gd name="connsiteX9" fmla="*/ 601559 w 781175"/>
                  <a:gd name="connsiteY9" fmla="*/ 1109375 h 1366210"/>
                  <a:gd name="connsiteX10" fmla="*/ 394729 w 781175"/>
                  <a:gd name="connsiteY10" fmla="*/ 1184316 h 1366210"/>
                  <a:gd name="connsiteX11" fmla="*/ 443902 w 781175"/>
                  <a:gd name="connsiteY11" fmla="*/ 783980 h 1366210"/>
                  <a:gd name="connsiteX12" fmla="*/ 153234 w 781175"/>
                  <a:gd name="connsiteY12" fmla="*/ 892212 h 1366210"/>
                  <a:gd name="connsiteX13" fmla="*/ 82229 w 781175"/>
                  <a:gd name="connsiteY13" fmla="*/ 890217 h 1366210"/>
                  <a:gd name="connsiteX14" fmla="*/ 1996 w 781175"/>
                  <a:gd name="connsiteY14" fmla="*/ 775584 h 1366210"/>
                  <a:gd name="connsiteX15" fmla="*/ 44316 w 781175"/>
                  <a:gd name="connsiteY15" fmla="*/ 724545 h 1366210"/>
                  <a:gd name="connsiteX16" fmla="*/ 297487 w 781175"/>
                  <a:gd name="connsiteY16" fmla="*/ 623628 h 1366210"/>
                  <a:gd name="connsiteX17" fmla="*/ 218252 w 781175"/>
                  <a:gd name="connsiteY17" fmla="*/ 484140 h 1366210"/>
                  <a:gd name="connsiteX18" fmla="*/ 292665 w 781175"/>
                  <a:gd name="connsiteY18" fmla="*/ 283305 h 1366210"/>
                  <a:gd name="connsiteX19" fmla="*/ 214760 w 781175"/>
                  <a:gd name="connsiteY19" fmla="*/ 264269 h 1366210"/>
                  <a:gd name="connsiteX20" fmla="*/ 122637 w 781175"/>
                  <a:gd name="connsiteY20" fmla="*/ 116552 h 1366210"/>
                  <a:gd name="connsiteX21" fmla="*/ 518897 w 781175"/>
                  <a:gd name="connsiteY21" fmla="*/ 17880 h 1366210"/>
                  <a:gd name="connsiteX22" fmla="*/ 462443 w 781175"/>
                  <a:gd name="connsiteY22" fmla="*/ 241076 h 1366210"/>
                  <a:gd name="connsiteX23" fmla="*/ 473002 w 781175"/>
                  <a:gd name="connsiteY23" fmla="*/ 312067 h 1366210"/>
                  <a:gd name="connsiteX24" fmla="*/ 511581 w 781175"/>
                  <a:gd name="connsiteY24" fmla="*/ 326864 h 1366210"/>
                  <a:gd name="connsiteX25" fmla="*/ 528791 w 781175"/>
                  <a:gd name="connsiteY25" fmla="*/ 223952 h 1366210"/>
                  <a:gd name="connsiteX26" fmla="*/ 462443 w 781175"/>
                  <a:gd name="connsiteY26" fmla="*/ 241076 h 1366210"/>
                  <a:gd name="connsiteX27" fmla="*/ 450803 w 781175"/>
                  <a:gd name="connsiteY27" fmla="*/ 377904 h 1366210"/>
                  <a:gd name="connsiteX28" fmla="*/ 436087 w 781175"/>
                  <a:gd name="connsiteY28" fmla="*/ 419966 h 1366210"/>
                  <a:gd name="connsiteX29" fmla="*/ 464522 w 781175"/>
                  <a:gd name="connsiteY29" fmla="*/ 389957 h 1366210"/>
                  <a:gd name="connsiteX30" fmla="*/ 450803 w 781175"/>
                  <a:gd name="connsiteY30" fmla="*/ 377904 h 1366210"/>
                  <a:gd name="connsiteX31" fmla="*/ 388612 w 781175"/>
                  <a:gd name="connsiteY31" fmla="*/ 544824 h 1366210"/>
                  <a:gd name="connsiteX32" fmla="*/ 370487 w 781175"/>
                  <a:gd name="connsiteY32" fmla="*/ 597194 h 1366210"/>
                  <a:gd name="connsiteX33" fmla="*/ 428687 w 781175"/>
                  <a:gd name="connsiteY33" fmla="*/ 577825 h 1366210"/>
                  <a:gd name="connsiteX34" fmla="*/ 388612 w 781175"/>
                  <a:gd name="connsiteY34" fmla="*/ 544824 h 1366210"/>
                  <a:gd name="connsiteX0" fmla="*/ 518897 w 781175"/>
                  <a:gd name="connsiteY0" fmla="*/ 17880 h 1353499"/>
                  <a:gd name="connsiteX1" fmla="*/ 619334 w 781175"/>
                  <a:gd name="connsiteY1" fmla="*/ 340 h 1353499"/>
                  <a:gd name="connsiteX2" fmla="*/ 681359 w 781175"/>
                  <a:gd name="connsiteY2" fmla="*/ 39326 h 1353499"/>
                  <a:gd name="connsiteX3" fmla="*/ 757186 w 781175"/>
                  <a:gd name="connsiteY3" fmla="*/ 170418 h 1353499"/>
                  <a:gd name="connsiteX4" fmla="*/ 633136 w 781175"/>
                  <a:gd name="connsiteY4" fmla="*/ 197019 h 1353499"/>
                  <a:gd name="connsiteX5" fmla="*/ 695683 w 781175"/>
                  <a:gd name="connsiteY5" fmla="*/ 290725 h 1353499"/>
                  <a:gd name="connsiteX6" fmla="*/ 653302 w 781175"/>
                  <a:gd name="connsiteY6" fmla="*/ 618940 h 1353499"/>
                  <a:gd name="connsiteX7" fmla="*/ 781175 w 781175"/>
                  <a:gd name="connsiteY7" fmla="*/ 673266 h 1353499"/>
                  <a:gd name="connsiteX8" fmla="*/ 634009 w 781175"/>
                  <a:gd name="connsiteY8" fmla="*/ 721895 h 1353499"/>
                  <a:gd name="connsiteX9" fmla="*/ 601559 w 781175"/>
                  <a:gd name="connsiteY9" fmla="*/ 1109375 h 1353499"/>
                  <a:gd name="connsiteX10" fmla="*/ 491540 w 781175"/>
                  <a:gd name="connsiteY10" fmla="*/ 1352284 h 1353499"/>
                  <a:gd name="connsiteX11" fmla="*/ 394729 w 781175"/>
                  <a:gd name="connsiteY11" fmla="*/ 1184316 h 1353499"/>
                  <a:gd name="connsiteX12" fmla="*/ 443902 w 781175"/>
                  <a:gd name="connsiteY12" fmla="*/ 783980 h 1353499"/>
                  <a:gd name="connsiteX13" fmla="*/ 153234 w 781175"/>
                  <a:gd name="connsiteY13" fmla="*/ 892212 h 1353499"/>
                  <a:gd name="connsiteX14" fmla="*/ 82229 w 781175"/>
                  <a:gd name="connsiteY14" fmla="*/ 890217 h 1353499"/>
                  <a:gd name="connsiteX15" fmla="*/ 1996 w 781175"/>
                  <a:gd name="connsiteY15" fmla="*/ 775584 h 1353499"/>
                  <a:gd name="connsiteX16" fmla="*/ 44316 w 781175"/>
                  <a:gd name="connsiteY16" fmla="*/ 724545 h 1353499"/>
                  <a:gd name="connsiteX17" fmla="*/ 297487 w 781175"/>
                  <a:gd name="connsiteY17" fmla="*/ 623628 h 1353499"/>
                  <a:gd name="connsiteX18" fmla="*/ 218252 w 781175"/>
                  <a:gd name="connsiteY18" fmla="*/ 484140 h 1353499"/>
                  <a:gd name="connsiteX19" fmla="*/ 292665 w 781175"/>
                  <a:gd name="connsiteY19" fmla="*/ 283305 h 1353499"/>
                  <a:gd name="connsiteX20" fmla="*/ 214760 w 781175"/>
                  <a:gd name="connsiteY20" fmla="*/ 264269 h 1353499"/>
                  <a:gd name="connsiteX21" fmla="*/ 122637 w 781175"/>
                  <a:gd name="connsiteY21" fmla="*/ 116552 h 1353499"/>
                  <a:gd name="connsiteX22" fmla="*/ 518897 w 781175"/>
                  <a:gd name="connsiteY22" fmla="*/ 17880 h 1353499"/>
                  <a:gd name="connsiteX23" fmla="*/ 462443 w 781175"/>
                  <a:gd name="connsiteY23" fmla="*/ 241076 h 1353499"/>
                  <a:gd name="connsiteX24" fmla="*/ 473002 w 781175"/>
                  <a:gd name="connsiteY24" fmla="*/ 312067 h 1353499"/>
                  <a:gd name="connsiteX25" fmla="*/ 511581 w 781175"/>
                  <a:gd name="connsiteY25" fmla="*/ 326864 h 1353499"/>
                  <a:gd name="connsiteX26" fmla="*/ 528791 w 781175"/>
                  <a:gd name="connsiteY26" fmla="*/ 223952 h 1353499"/>
                  <a:gd name="connsiteX27" fmla="*/ 462443 w 781175"/>
                  <a:gd name="connsiteY27" fmla="*/ 241076 h 1353499"/>
                  <a:gd name="connsiteX28" fmla="*/ 450803 w 781175"/>
                  <a:gd name="connsiteY28" fmla="*/ 377904 h 1353499"/>
                  <a:gd name="connsiteX29" fmla="*/ 436087 w 781175"/>
                  <a:gd name="connsiteY29" fmla="*/ 419966 h 1353499"/>
                  <a:gd name="connsiteX30" fmla="*/ 464522 w 781175"/>
                  <a:gd name="connsiteY30" fmla="*/ 389957 h 1353499"/>
                  <a:gd name="connsiteX31" fmla="*/ 450803 w 781175"/>
                  <a:gd name="connsiteY31" fmla="*/ 377904 h 1353499"/>
                  <a:gd name="connsiteX32" fmla="*/ 388612 w 781175"/>
                  <a:gd name="connsiteY32" fmla="*/ 544824 h 1353499"/>
                  <a:gd name="connsiteX33" fmla="*/ 370487 w 781175"/>
                  <a:gd name="connsiteY33" fmla="*/ 597194 h 1353499"/>
                  <a:gd name="connsiteX34" fmla="*/ 428687 w 781175"/>
                  <a:gd name="connsiteY34" fmla="*/ 577825 h 1353499"/>
                  <a:gd name="connsiteX35" fmla="*/ 388612 w 781175"/>
                  <a:gd name="connsiteY35" fmla="*/ 544824 h 1353499"/>
                  <a:gd name="connsiteX0" fmla="*/ 518897 w 781175"/>
                  <a:gd name="connsiteY0" fmla="*/ 17880 h 1350452"/>
                  <a:gd name="connsiteX1" fmla="*/ 619334 w 781175"/>
                  <a:gd name="connsiteY1" fmla="*/ 340 h 1350452"/>
                  <a:gd name="connsiteX2" fmla="*/ 681359 w 781175"/>
                  <a:gd name="connsiteY2" fmla="*/ 39326 h 1350452"/>
                  <a:gd name="connsiteX3" fmla="*/ 757186 w 781175"/>
                  <a:gd name="connsiteY3" fmla="*/ 170418 h 1350452"/>
                  <a:gd name="connsiteX4" fmla="*/ 633136 w 781175"/>
                  <a:gd name="connsiteY4" fmla="*/ 197019 h 1350452"/>
                  <a:gd name="connsiteX5" fmla="*/ 695683 w 781175"/>
                  <a:gd name="connsiteY5" fmla="*/ 290725 h 1350452"/>
                  <a:gd name="connsiteX6" fmla="*/ 653302 w 781175"/>
                  <a:gd name="connsiteY6" fmla="*/ 618940 h 1350452"/>
                  <a:gd name="connsiteX7" fmla="*/ 781175 w 781175"/>
                  <a:gd name="connsiteY7" fmla="*/ 673266 h 1350452"/>
                  <a:gd name="connsiteX8" fmla="*/ 634009 w 781175"/>
                  <a:gd name="connsiteY8" fmla="*/ 721895 h 1350452"/>
                  <a:gd name="connsiteX9" fmla="*/ 601559 w 781175"/>
                  <a:gd name="connsiteY9" fmla="*/ 1109375 h 1350452"/>
                  <a:gd name="connsiteX10" fmla="*/ 537826 w 781175"/>
                  <a:gd name="connsiteY10" fmla="*/ 1349198 h 1350452"/>
                  <a:gd name="connsiteX11" fmla="*/ 394729 w 781175"/>
                  <a:gd name="connsiteY11" fmla="*/ 1184316 h 1350452"/>
                  <a:gd name="connsiteX12" fmla="*/ 443902 w 781175"/>
                  <a:gd name="connsiteY12" fmla="*/ 783980 h 1350452"/>
                  <a:gd name="connsiteX13" fmla="*/ 153234 w 781175"/>
                  <a:gd name="connsiteY13" fmla="*/ 892212 h 1350452"/>
                  <a:gd name="connsiteX14" fmla="*/ 82229 w 781175"/>
                  <a:gd name="connsiteY14" fmla="*/ 890217 h 1350452"/>
                  <a:gd name="connsiteX15" fmla="*/ 1996 w 781175"/>
                  <a:gd name="connsiteY15" fmla="*/ 775584 h 1350452"/>
                  <a:gd name="connsiteX16" fmla="*/ 44316 w 781175"/>
                  <a:gd name="connsiteY16" fmla="*/ 724545 h 1350452"/>
                  <a:gd name="connsiteX17" fmla="*/ 297487 w 781175"/>
                  <a:gd name="connsiteY17" fmla="*/ 623628 h 1350452"/>
                  <a:gd name="connsiteX18" fmla="*/ 218252 w 781175"/>
                  <a:gd name="connsiteY18" fmla="*/ 484140 h 1350452"/>
                  <a:gd name="connsiteX19" fmla="*/ 292665 w 781175"/>
                  <a:gd name="connsiteY19" fmla="*/ 283305 h 1350452"/>
                  <a:gd name="connsiteX20" fmla="*/ 214760 w 781175"/>
                  <a:gd name="connsiteY20" fmla="*/ 264269 h 1350452"/>
                  <a:gd name="connsiteX21" fmla="*/ 122637 w 781175"/>
                  <a:gd name="connsiteY21" fmla="*/ 116552 h 1350452"/>
                  <a:gd name="connsiteX22" fmla="*/ 518897 w 781175"/>
                  <a:gd name="connsiteY22" fmla="*/ 17880 h 1350452"/>
                  <a:gd name="connsiteX23" fmla="*/ 462443 w 781175"/>
                  <a:gd name="connsiteY23" fmla="*/ 241076 h 1350452"/>
                  <a:gd name="connsiteX24" fmla="*/ 473002 w 781175"/>
                  <a:gd name="connsiteY24" fmla="*/ 312067 h 1350452"/>
                  <a:gd name="connsiteX25" fmla="*/ 511581 w 781175"/>
                  <a:gd name="connsiteY25" fmla="*/ 326864 h 1350452"/>
                  <a:gd name="connsiteX26" fmla="*/ 528791 w 781175"/>
                  <a:gd name="connsiteY26" fmla="*/ 223952 h 1350452"/>
                  <a:gd name="connsiteX27" fmla="*/ 462443 w 781175"/>
                  <a:gd name="connsiteY27" fmla="*/ 241076 h 1350452"/>
                  <a:gd name="connsiteX28" fmla="*/ 450803 w 781175"/>
                  <a:gd name="connsiteY28" fmla="*/ 377904 h 1350452"/>
                  <a:gd name="connsiteX29" fmla="*/ 436087 w 781175"/>
                  <a:gd name="connsiteY29" fmla="*/ 419966 h 1350452"/>
                  <a:gd name="connsiteX30" fmla="*/ 464522 w 781175"/>
                  <a:gd name="connsiteY30" fmla="*/ 389957 h 1350452"/>
                  <a:gd name="connsiteX31" fmla="*/ 450803 w 781175"/>
                  <a:gd name="connsiteY31" fmla="*/ 377904 h 1350452"/>
                  <a:gd name="connsiteX32" fmla="*/ 388612 w 781175"/>
                  <a:gd name="connsiteY32" fmla="*/ 544824 h 1350452"/>
                  <a:gd name="connsiteX33" fmla="*/ 370487 w 781175"/>
                  <a:gd name="connsiteY33" fmla="*/ 597194 h 1350452"/>
                  <a:gd name="connsiteX34" fmla="*/ 428687 w 781175"/>
                  <a:gd name="connsiteY34" fmla="*/ 577825 h 1350452"/>
                  <a:gd name="connsiteX35" fmla="*/ 388612 w 781175"/>
                  <a:gd name="connsiteY35" fmla="*/ 544824 h 1350452"/>
                  <a:gd name="connsiteX0" fmla="*/ 518897 w 781175"/>
                  <a:gd name="connsiteY0" fmla="*/ 17880 h 1350452"/>
                  <a:gd name="connsiteX1" fmla="*/ 619334 w 781175"/>
                  <a:gd name="connsiteY1" fmla="*/ 340 h 1350452"/>
                  <a:gd name="connsiteX2" fmla="*/ 681359 w 781175"/>
                  <a:gd name="connsiteY2" fmla="*/ 39326 h 1350452"/>
                  <a:gd name="connsiteX3" fmla="*/ 757186 w 781175"/>
                  <a:gd name="connsiteY3" fmla="*/ 170418 h 1350452"/>
                  <a:gd name="connsiteX4" fmla="*/ 633136 w 781175"/>
                  <a:gd name="connsiteY4" fmla="*/ 197019 h 1350452"/>
                  <a:gd name="connsiteX5" fmla="*/ 695683 w 781175"/>
                  <a:gd name="connsiteY5" fmla="*/ 290725 h 1350452"/>
                  <a:gd name="connsiteX6" fmla="*/ 653302 w 781175"/>
                  <a:gd name="connsiteY6" fmla="*/ 618940 h 1350452"/>
                  <a:gd name="connsiteX7" fmla="*/ 781175 w 781175"/>
                  <a:gd name="connsiteY7" fmla="*/ 673266 h 1350452"/>
                  <a:gd name="connsiteX8" fmla="*/ 634009 w 781175"/>
                  <a:gd name="connsiteY8" fmla="*/ 721895 h 1350452"/>
                  <a:gd name="connsiteX9" fmla="*/ 601559 w 781175"/>
                  <a:gd name="connsiteY9" fmla="*/ 1109375 h 1350452"/>
                  <a:gd name="connsiteX10" fmla="*/ 553255 w 781175"/>
                  <a:gd name="connsiteY10" fmla="*/ 1349198 h 1350452"/>
                  <a:gd name="connsiteX11" fmla="*/ 394729 w 781175"/>
                  <a:gd name="connsiteY11" fmla="*/ 1184316 h 1350452"/>
                  <a:gd name="connsiteX12" fmla="*/ 443902 w 781175"/>
                  <a:gd name="connsiteY12" fmla="*/ 783980 h 1350452"/>
                  <a:gd name="connsiteX13" fmla="*/ 153234 w 781175"/>
                  <a:gd name="connsiteY13" fmla="*/ 892212 h 1350452"/>
                  <a:gd name="connsiteX14" fmla="*/ 82229 w 781175"/>
                  <a:gd name="connsiteY14" fmla="*/ 890217 h 1350452"/>
                  <a:gd name="connsiteX15" fmla="*/ 1996 w 781175"/>
                  <a:gd name="connsiteY15" fmla="*/ 775584 h 1350452"/>
                  <a:gd name="connsiteX16" fmla="*/ 44316 w 781175"/>
                  <a:gd name="connsiteY16" fmla="*/ 724545 h 1350452"/>
                  <a:gd name="connsiteX17" fmla="*/ 297487 w 781175"/>
                  <a:gd name="connsiteY17" fmla="*/ 623628 h 1350452"/>
                  <a:gd name="connsiteX18" fmla="*/ 218252 w 781175"/>
                  <a:gd name="connsiteY18" fmla="*/ 484140 h 1350452"/>
                  <a:gd name="connsiteX19" fmla="*/ 292665 w 781175"/>
                  <a:gd name="connsiteY19" fmla="*/ 283305 h 1350452"/>
                  <a:gd name="connsiteX20" fmla="*/ 214760 w 781175"/>
                  <a:gd name="connsiteY20" fmla="*/ 264269 h 1350452"/>
                  <a:gd name="connsiteX21" fmla="*/ 122637 w 781175"/>
                  <a:gd name="connsiteY21" fmla="*/ 116552 h 1350452"/>
                  <a:gd name="connsiteX22" fmla="*/ 518897 w 781175"/>
                  <a:gd name="connsiteY22" fmla="*/ 17880 h 1350452"/>
                  <a:gd name="connsiteX23" fmla="*/ 462443 w 781175"/>
                  <a:gd name="connsiteY23" fmla="*/ 241076 h 1350452"/>
                  <a:gd name="connsiteX24" fmla="*/ 473002 w 781175"/>
                  <a:gd name="connsiteY24" fmla="*/ 312067 h 1350452"/>
                  <a:gd name="connsiteX25" fmla="*/ 511581 w 781175"/>
                  <a:gd name="connsiteY25" fmla="*/ 326864 h 1350452"/>
                  <a:gd name="connsiteX26" fmla="*/ 528791 w 781175"/>
                  <a:gd name="connsiteY26" fmla="*/ 223952 h 1350452"/>
                  <a:gd name="connsiteX27" fmla="*/ 462443 w 781175"/>
                  <a:gd name="connsiteY27" fmla="*/ 241076 h 1350452"/>
                  <a:gd name="connsiteX28" fmla="*/ 450803 w 781175"/>
                  <a:gd name="connsiteY28" fmla="*/ 377904 h 1350452"/>
                  <a:gd name="connsiteX29" fmla="*/ 436087 w 781175"/>
                  <a:gd name="connsiteY29" fmla="*/ 419966 h 1350452"/>
                  <a:gd name="connsiteX30" fmla="*/ 464522 w 781175"/>
                  <a:gd name="connsiteY30" fmla="*/ 389957 h 1350452"/>
                  <a:gd name="connsiteX31" fmla="*/ 450803 w 781175"/>
                  <a:gd name="connsiteY31" fmla="*/ 377904 h 1350452"/>
                  <a:gd name="connsiteX32" fmla="*/ 388612 w 781175"/>
                  <a:gd name="connsiteY32" fmla="*/ 544824 h 1350452"/>
                  <a:gd name="connsiteX33" fmla="*/ 370487 w 781175"/>
                  <a:gd name="connsiteY33" fmla="*/ 597194 h 1350452"/>
                  <a:gd name="connsiteX34" fmla="*/ 428687 w 781175"/>
                  <a:gd name="connsiteY34" fmla="*/ 577825 h 1350452"/>
                  <a:gd name="connsiteX35" fmla="*/ 388612 w 781175"/>
                  <a:gd name="connsiteY35" fmla="*/ 544824 h 1350452"/>
                  <a:gd name="connsiteX0" fmla="*/ 518897 w 781175"/>
                  <a:gd name="connsiteY0" fmla="*/ 17880 h 1350452"/>
                  <a:gd name="connsiteX1" fmla="*/ 619334 w 781175"/>
                  <a:gd name="connsiteY1" fmla="*/ 340 h 1350452"/>
                  <a:gd name="connsiteX2" fmla="*/ 681359 w 781175"/>
                  <a:gd name="connsiteY2" fmla="*/ 39326 h 1350452"/>
                  <a:gd name="connsiteX3" fmla="*/ 757186 w 781175"/>
                  <a:gd name="connsiteY3" fmla="*/ 170418 h 1350452"/>
                  <a:gd name="connsiteX4" fmla="*/ 633136 w 781175"/>
                  <a:gd name="connsiteY4" fmla="*/ 197019 h 1350452"/>
                  <a:gd name="connsiteX5" fmla="*/ 695683 w 781175"/>
                  <a:gd name="connsiteY5" fmla="*/ 290725 h 1350452"/>
                  <a:gd name="connsiteX6" fmla="*/ 653302 w 781175"/>
                  <a:gd name="connsiteY6" fmla="*/ 618940 h 1350452"/>
                  <a:gd name="connsiteX7" fmla="*/ 781175 w 781175"/>
                  <a:gd name="connsiteY7" fmla="*/ 673266 h 1350452"/>
                  <a:gd name="connsiteX8" fmla="*/ 634009 w 781175"/>
                  <a:gd name="connsiteY8" fmla="*/ 721895 h 1350452"/>
                  <a:gd name="connsiteX9" fmla="*/ 601559 w 781175"/>
                  <a:gd name="connsiteY9" fmla="*/ 1109375 h 1350452"/>
                  <a:gd name="connsiteX10" fmla="*/ 571769 w 781175"/>
                  <a:gd name="connsiteY10" fmla="*/ 1349198 h 1350452"/>
                  <a:gd name="connsiteX11" fmla="*/ 394729 w 781175"/>
                  <a:gd name="connsiteY11" fmla="*/ 1184316 h 1350452"/>
                  <a:gd name="connsiteX12" fmla="*/ 443902 w 781175"/>
                  <a:gd name="connsiteY12" fmla="*/ 783980 h 1350452"/>
                  <a:gd name="connsiteX13" fmla="*/ 153234 w 781175"/>
                  <a:gd name="connsiteY13" fmla="*/ 892212 h 1350452"/>
                  <a:gd name="connsiteX14" fmla="*/ 82229 w 781175"/>
                  <a:gd name="connsiteY14" fmla="*/ 890217 h 1350452"/>
                  <a:gd name="connsiteX15" fmla="*/ 1996 w 781175"/>
                  <a:gd name="connsiteY15" fmla="*/ 775584 h 1350452"/>
                  <a:gd name="connsiteX16" fmla="*/ 44316 w 781175"/>
                  <a:gd name="connsiteY16" fmla="*/ 724545 h 1350452"/>
                  <a:gd name="connsiteX17" fmla="*/ 297487 w 781175"/>
                  <a:gd name="connsiteY17" fmla="*/ 623628 h 1350452"/>
                  <a:gd name="connsiteX18" fmla="*/ 218252 w 781175"/>
                  <a:gd name="connsiteY18" fmla="*/ 484140 h 1350452"/>
                  <a:gd name="connsiteX19" fmla="*/ 292665 w 781175"/>
                  <a:gd name="connsiteY19" fmla="*/ 283305 h 1350452"/>
                  <a:gd name="connsiteX20" fmla="*/ 214760 w 781175"/>
                  <a:gd name="connsiteY20" fmla="*/ 264269 h 1350452"/>
                  <a:gd name="connsiteX21" fmla="*/ 122637 w 781175"/>
                  <a:gd name="connsiteY21" fmla="*/ 116552 h 1350452"/>
                  <a:gd name="connsiteX22" fmla="*/ 518897 w 781175"/>
                  <a:gd name="connsiteY22" fmla="*/ 17880 h 1350452"/>
                  <a:gd name="connsiteX23" fmla="*/ 462443 w 781175"/>
                  <a:gd name="connsiteY23" fmla="*/ 241076 h 1350452"/>
                  <a:gd name="connsiteX24" fmla="*/ 473002 w 781175"/>
                  <a:gd name="connsiteY24" fmla="*/ 312067 h 1350452"/>
                  <a:gd name="connsiteX25" fmla="*/ 511581 w 781175"/>
                  <a:gd name="connsiteY25" fmla="*/ 326864 h 1350452"/>
                  <a:gd name="connsiteX26" fmla="*/ 528791 w 781175"/>
                  <a:gd name="connsiteY26" fmla="*/ 223952 h 1350452"/>
                  <a:gd name="connsiteX27" fmla="*/ 462443 w 781175"/>
                  <a:gd name="connsiteY27" fmla="*/ 241076 h 1350452"/>
                  <a:gd name="connsiteX28" fmla="*/ 450803 w 781175"/>
                  <a:gd name="connsiteY28" fmla="*/ 377904 h 1350452"/>
                  <a:gd name="connsiteX29" fmla="*/ 436087 w 781175"/>
                  <a:gd name="connsiteY29" fmla="*/ 419966 h 1350452"/>
                  <a:gd name="connsiteX30" fmla="*/ 464522 w 781175"/>
                  <a:gd name="connsiteY30" fmla="*/ 389957 h 1350452"/>
                  <a:gd name="connsiteX31" fmla="*/ 450803 w 781175"/>
                  <a:gd name="connsiteY31" fmla="*/ 377904 h 1350452"/>
                  <a:gd name="connsiteX32" fmla="*/ 388612 w 781175"/>
                  <a:gd name="connsiteY32" fmla="*/ 544824 h 1350452"/>
                  <a:gd name="connsiteX33" fmla="*/ 370487 w 781175"/>
                  <a:gd name="connsiteY33" fmla="*/ 597194 h 1350452"/>
                  <a:gd name="connsiteX34" fmla="*/ 428687 w 781175"/>
                  <a:gd name="connsiteY34" fmla="*/ 577825 h 1350452"/>
                  <a:gd name="connsiteX35" fmla="*/ 388612 w 781175"/>
                  <a:gd name="connsiteY35" fmla="*/ 544824 h 1350452"/>
                  <a:gd name="connsiteX0" fmla="*/ 518897 w 781175"/>
                  <a:gd name="connsiteY0" fmla="*/ 17880 h 1350452"/>
                  <a:gd name="connsiteX1" fmla="*/ 619334 w 781175"/>
                  <a:gd name="connsiteY1" fmla="*/ 340 h 1350452"/>
                  <a:gd name="connsiteX2" fmla="*/ 681359 w 781175"/>
                  <a:gd name="connsiteY2" fmla="*/ 39326 h 1350452"/>
                  <a:gd name="connsiteX3" fmla="*/ 757186 w 781175"/>
                  <a:gd name="connsiteY3" fmla="*/ 170418 h 1350452"/>
                  <a:gd name="connsiteX4" fmla="*/ 633136 w 781175"/>
                  <a:gd name="connsiteY4" fmla="*/ 197019 h 1350452"/>
                  <a:gd name="connsiteX5" fmla="*/ 695683 w 781175"/>
                  <a:gd name="connsiteY5" fmla="*/ 290725 h 1350452"/>
                  <a:gd name="connsiteX6" fmla="*/ 653302 w 781175"/>
                  <a:gd name="connsiteY6" fmla="*/ 618940 h 1350452"/>
                  <a:gd name="connsiteX7" fmla="*/ 781175 w 781175"/>
                  <a:gd name="connsiteY7" fmla="*/ 673266 h 1350452"/>
                  <a:gd name="connsiteX8" fmla="*/ 634009 w 781175"/>
                  <a:gd name="connsiteY8" fmla="*/ 721895 h 1350452"/>
                  <a:gd name="connsiteX9" fmla="*/ 601559 w 781175"/>
                  <a:gd name="connsiteY9" fmla="*/ 1109375 h 1350452"/>
                  <a:gd name="connsiteX10" fmla="*/ 571769 w 781175"/>
                  <a:gd name="connsiteY10" fmla="*/ 1349198 h 1350452"/>
                  <a:gd name="connsiteX11" fmla="*/ 394729 w 781175"/>
                  <a:gd name="connsiteY11" fmla="*/ 1184316 h 1350452"/>
                  <a:gd name="connsiteX12" fmla="*/ 443902 w 781175"/>
                  <a:gd name="connsiteY12" fmla="*/ 783980 h 1350452"/>
                  <a:gd name="connsiteX13" fmla="*/ 153234 w 781175"/>
                  <a:gd name="connsiteY13" fmla="*/ 892212 h 1350452"/>
                  <a:gd name="connsiteX14" fmla="*/ 82229 w 781175"/>
                  <a:gd name="connsiteY14" fmla="*/ 890217 h 1350452"/>
                  <a:gd name="connsiteX15" fmla="*/ 1996 w 781175"/>
                  <a:gd name="connsiteY15" fmla="*/ 775584 h 1350452"/>
                  <a:gd name="connsiteX16" fmla="*/ 44316 w 781175"/>
                  <a:gd name="connsiteY16" fmla="*/ 724545 h 1350452"/>
                  <a:gd name="connsiteX17" fmla="*/ 297487 w 781175"/>
                  <a:gd name="connsiteY17" fmla="*/ 623628 h 1350452"/>
                  <a:gd name="connsiteX18" fmla="*/ 218252 w 781175"/>
                  <a:gd name="connsiteY18" fmla="*/ 484140 h 1350452"/>
                  <a:gd name="connsiteX19" fmla="*/ 292665 w 781175"/>
                  <a:gd name="connsiteY19" fmla="*/ 283305 h 1350452"/>
                  <a:gd name="connsiteX20" fmla="*/ 214760 w 781175"/>
                  <a:gd name="connsiteY20" fmla="*/ 264269 h 1350452"/>
                  <a:gd name="connsiteX21" fmla="*/ 122637 w 781175"/>
                  <a:gd name="connsiteY21" fmla="*/ 116552 h 1350452"/>
                  <a:gd name="connsiteX22" fmla="*/ 518897 w 781175"/>
                  <a:gd name="connsiteY22" fmla="*/ 17880 h 1350452"/>
                  <a:gd name="connsiteX23" fmla="*/ 462443 w 781175"/>
                  <a:gd name="connsiteY23" fmla="*/ 241076 h 1350452"/>
                  <a:gd name="connsiteX24" fmla="*/ 473002 w 781175"/>
                  <a:gd name="connsiteY24" fmla="*/ 312067 h 1350452"/>
                  <a:gd name="connsiteX25" fmla="*/ 511581 w 781175"/>
                  <a:gd name="connsiteY25" fmla="*/ 326864 h 1350452"/>
                  <a:gd name="connsiteX26" fmla="*/ 528791 w 781175"/>
                  <a:gd name="connsiteY26" fmla="*/ 223952 h 1350452"/>
                  <a:gd name="connsiteX27" fmla="*/ 462443 w 781175"/>
                  <a:gd name="connsiteY27" fmla="*/ 241076 h 1350452"/>
                  <a:gd name="connsiteX28" fmla="*/ 450803 w 781175"/>
                  <a:gd name="connsiteY28" fmla="*/ 377904 h 1350452"/>
                  <a:gd name="connsiteX29" fmla="*/ 436087 w 781175"/>
                  <a:gd name="connsiteY29" fmla="*/ 419966 h 1350452"/>
                  <a:gd name="connsiteX30" fmla="*/ 464522 w 781175"/>
                  <a:gd name="connsiteY30" fmla="*/ 389957 h 1350452"/>
                  <a:gd name="connsiteX31" fmla="*/ 450803 w 781175"/>
                  <a:gd name="connsiteY31" fmla="*/ 377904 h 1350452"/>
                  <a:gd name="connsiteX32" fmla="*/ 388612 w 781175"/>
                  <a:gd name="connsiteY32" fmla="*/ 544824 h 1350452"/>
                  <a:gd name="connsiteX33" fmla="*/ 370487 w 781175"/>
                  <a:gd name="connsiteY33" fmla="*/ 597194 h 1350452"/>
                  <a:gd name="connsiteX34" fmla="*/ 428687 w 781175"/>
                  <a:gd name="connsiteY34" fmla="*/ 577825 h 1350452"/>
                  <a:gd name="connsiteX35" fmla="*/ 388612 w 781175"/>
                  <a:gd name="connsiteY35" fmla="*/ 544824 h 1350452"/>
                  <a:gd name="connsiteX0" fmla="*/ 518897 w 781175"/>
                  <a:gd name="connsiteY0" fmla="*/ 17880 h 1349198"/>
                  <a:gd name="connsiteX1" fmla="*/ 619334 w 781175"/>
                  <a:gd name="connsiteY1" fmla="*/ 340 h 1349198"/>
                  <a:gd name="connsiteX2" fmla="*/ 681359 w 781175"/>
                  <a:gd name="connsiteY2" fmla="*/ 39326 h 1349198"/>
                  <a:gd name="connsiteX3" fmla="*/ 757186 w 781175"/>
                  <a:gd name="connsiteY3" fmla="*/ 170418 h 1349198"/>
                  <a:gd name="connsiteX4" fmla="*/ 633136 w 781175"/>
                  <a:gd name="connsiteY4" fmla="*/ 197019 h 1349198"/>
                  <a:gd name="connsiteX5" fmla="*/ 695683 w 781175"/>
                  <a:gd name="connsiteY5" fmla="*/ 290725 h 1349198"/>
                  <a:gd name="connsiteX6" fmla="*/ 653302 w 781175"/>
                  <a:gd name="connsiteY6" fmla="*/ 618940 h 1349198"/>
                  <a:gd name="connsiteX7" fmla="*/ 781175 w 781175"/>
                  <a:gd name="connsiteY7" fmla="*/ 673266 h 1349198"/>
                  <a:gd name="connsiteX8" fmla="*/ 634009 w 781175"/>
                  <a:gd name="connsiteY8" fmla="*/ 721895 h 1349198"/>
                  <a:gd name="connsiteX9" fmla="*/ 601559 w 781175"/>
                  <a:gd name="connsiteY9" fmla="*/ 1109375 h 1349198"/>
                  <a:gd name="connsiteX10" fmla="*/ 571769 w 781175"/>
                  <a:gd name="connsiteY10" fmla="*/ 1349198 h 1349198"/>
                  <a:gd name="connsiteX11" fmla="*/ 394729 w 781175"/>
                  <a:gd name="connsiteY11" fmla="*/ 1184316 h 1349198"/>
                  <a:gd name="connsiteX12" fmla="*/ 443902 w 781175"/>
                  <a:gd name="connsiteY12" fmla="*/ 783980 h 1349198"/>
                  <a:gd name="connsiteX13" fmla="*/ 153234 w 781175"/>
                  <a:gd name="connsiteY13" fmla="*/ 892212 h 1349198"/>
                  <a:gd name="connsiteX14" fmla="*/ 82229 w 781175"/>
                  <a:gd name="connsiteY14" fmla="*/ 890217 h 1349198"/>
                  <a:gd name="connsiteX15" fmla="*/ 1996 w 781175"/>
                  <a:gd name="connsiteY15" fmla="*/ 775584 h 1349198"/>
                  <a:gd name="connsiteX16" fmla="*/ 44316 w 781175"/>
                  <a:gd name="connsiteY16" fmla="*/ 724545 h 1349198"/>
                  <a:gd name="connsiteX17" fmla="*/ 297487 w 781175"/>
                  <a:gd name="connsiteY17" fmla="*/ 623628 h 1349198"/>
                  <a:gd name="connsiteX18" fmla="*/ 218252 w 781175"/>
                  <a:gd name="connsiteY18" fmla="*/ 484140 h 1349198"/>
                  <a:gd name="connsiteX19" fmla="*/ 292665 w 781175"/>
                  <a:gd name="connsiteY19" fmla="*/ 283305 h 1349198"/>
                  <a:gd name="connsiteX20" fmla="*/ 214760 w 781175"/>
                  <a:gd name="connsiteY20" fmla="*/ 264269 h 1349198"/>
                  <a:gd name="connsiteX21" fmla="*/ 122637 w 781175"/>
                  <a:gd name="connsiteY21" fmla="*/ 116552 h 1349198"/>
                  <a:gd name="connsiteX22" fmla="*/ 518897 w 781175"/>
                  <a:gd name="connsiteY22" fmla="*/ 17880 h 1349198"/>
                  <a:gd name="connsiteX23" fmla="*/ 462443 w 781175"/>
                  <a:gd name="connsiteY23" fmla="*/ 241076 h 1349198"/>
                  <a:gd name="connsiteX24" fmla="*/ 473002 w 781175"/>
                  <a:gd name="connsiteY24" fmla="*/ 312067 h 1349198"/>
                  <a:gd name="connsiteX25" fmla="*/ 511581 w 781175"/>
                  <a:gd name="connsiteY25" fmla="*/ 326864 h 1349198"/>
                  <a:gd name="connsiteX26" fmla="*/ 528791 w 781175"/>
                  <a:gd name="connsiteY26" fmla="*/ 223952 h 1349198"/>
                  <a:gd name="connsiteX27" fmla="*/ 462443 w 781175"/>
                  <a:gd name="connsiteY27" fmla="*/ 241076 h 1349198"/>
                  <a:gd name="connsiteX28" fmla="*/ 450803 w 781175"/>
                  <a:gd name="connsiteY28" fmla="*/ 377904 h 1349198"/>
                  <a:gd name="connsiteX29" fmla="*/ 436087 w 781175"/>
                  <a:gd name="connsiteY29" fmla="*/ 419966 h 1349198"/>
                  <a:gd name="connsiteX30" fmla="*/ 464522 w 781175"/>
                  <a:gd name="connsiteY30" fmla="*/ 389957 h 1349198"/>
                  <a:gd name="connsiteX31" fmla="*/ 450803 w 781175"/>
                  <a:gd name="connsiteY31" fmla="*/ 377904 h 1349198"/>
                  <a:gd name="connsiteX32" fmla="*/ 388612 w 781175"/>
                  <a:gd name="connsiteY32" fmla="*/ 544824 h 1349198"/>
                  <a:gd name="connsiteX33" fmla="*/ 370487 w 781175"/>
                  <a:gd name="connsiteY33" fmla="*/ 597194 h 1349198"/>
                  <a:gd name="connsiteX34" fmla="*/ 428687 w 781175"/>
                  <a:gd name="connsiteY34" fmla="*/ 577825 h 1349198"/>
                  <a:gd name="connsiteX35" fmla="*/ 388612 w 781175"/>
                  <a:gd name="connsiteY35" fmla="*/ 544824 h 1349198"/>
                  <a:gd name="connsiteX0" fmla="*/ 518897 w 781175"/>
                  <a:gd name="connsiteY0" fmla="*/ 17880 h 1351698"/>
                  <a:gd name="connsiteX1" fmla="*/ 619334 w 781175"/>
                  <a:gd name="connsiteY1" fmla="*/ 340 h 1351698"/>
                  <a:gd name="connsiteX2" fmla="*/ 681359 w 781175"/>
                  <a:gd name="connsiteY2" fmla="*/ 39326 h 1351698"/>
                  <a:gd name="connsiteX3" fmla="*/ 757186 w 781175"/>
                  <a:gd name="connsiteY3" fmla="*/ 170418 h 1351698"/>
                  <a:gd name="connsiteX4" fmla="*/ 633136 w 781175"/>
                  <a:gd name="connsiteY4" fmla="*/ 197019 h 1351698"/>
                  <a:gd name="connsiteX5" fmla="*/ 695683 w 781175"/>
                  <a:gd name="connsiteY5" fmla="*/ 290725 h 1351698"/>
                  <a:gd name="connsiteX6" fmla="*/ 653302 w 781175"/>
                  <a:gd name="connsiteY6" fmla="*/ 618940 h 1351698"/>
                  <a:gd name="connsiteX7" fmla="*/ 781175 w 781175"/>
                  <a:gd name="connsiteY7" fmla="*/ 673266 h 1351698"/>
                  <a:gd name="connsiteX8" fmla="*/ 634009 w 781175"/>
                  <a:gd name="connsiteY8" fmla="*/ 721895 h 1351698"/>
                  <a:gd name="connsiteX9" fmla="*/ 601559 w 781175"/>
                  <a:gd name="connsiteY9" fmla="*/ 1109375 h 1351698"/>
                  <a:gd name="connsiteX10" fmla="*/ 571769 w 781175"/>
                  <a:gd name="connsiteY10" fmla="*/ 1349198 h 1351698"/>
                  <a:gd name="connsiteX11" fmla="*/ 394729 w 781175"/>
                  <a:gd name="connsiteY11" fmla="*/ 1184316 h 1351698"/>
                  <a:gd name="connsiteX12" fmla="*/ 443902 w 781175"/>
                  <a:gd name="connsiteY12" fmla="*/ 783980 h 1351698"/>
                  <a:gd name="connsiteX13" fmla="*/ 153234 w 781175"/>
                  <a:gd name="connsiteY13" fmla="*/ 892212 h 1351698"/>
                  <a:gd name="connsiteX14" fmla="*/ 82229 w 781175"/>
                  <a:gd name="connsiteY14" fmla="*/ 890217 h 1351698"/>
                  <a:gd name="connsiteX15" fmla="*/ 1996 w 781175"/>
                  <a:gd name="connsiteY15" fmla="*/ 775584 h 1351698"/>
                  <a:gd name="connsiteX16" fmla="*/ 44316 w 781175"/>
                  <a:gd name="connsiteY16" fmla="*/ 724545 h 1351698"/>
                  <a:gd name="connsiteX17" fmla="*/ 297487 w 781175"/>
                  <a:gd name="connsiteY17" fmla="*/ 623628 h 1351698"/>
                  <a:gd name="connsiteX18" fmla="*/ 218252 w 781175"/>
                  <a:gd name="connsiteY18" fmla="*/ 484140 h 1351698"/>
                  <a:gd name="connsiteX19" fmla="*/ 292665 w 781175"/>
                  <a:gd name="connsiteY19" fmla="*/ 283305 h 1351698"/>
                  <a:gd name="connsiteX20" fmla="*/ 214760 w 781175"/>
                  <a:gd name="connsiteY20" fmla="*/ 264269 h 1351698"/>
                  <a:gd name="connsiteX21" fmla="*/ 122637 w 781175"/>
                  <a:gd name="connsiteY21" fmla="*/ 116552 h 1351698"/>
                  <a:gd name="connsiteX22" fmla="*/ 518897 w 781175"/>
                  <a:gd name="connsiteY22" fmla="*/ 17880 h 1351698"/>
                  <a:gd name="connsiteX23" fmla="*/ 462443 w 781175"/>
                  <a:gd name="connsiteY23" fmla="*/ 241076 h 1351698"/>
                  <a:gd name="connsiteX24" fmla="*/ 473002 w 781175"/>
                  <a:gd name="connsiteY24" fmla="*/ 312067 h 1351698"/>
                  <a:gd name="connsiteX25" fmla="*/ 511581 w 781175"/>
                  <a:gd name="connsiteY25" fmla="*/ 326864 h 1351698"/>
                  <a:gd name="connsiteX26" fmla="*/ 528791 w 781175"/>
                  <a:gd name="connsiteY26" fmla="*/ 223952 h 1351698"/>
                  <a:gd name="connsiteX27" fmla="*/ 462443 w 781175"/>
                  <a:gd name="connsiteY27" fmla="*/ 241076 h 1351698"/>
                  <a:gd name="connsiteX28" fmla="*/ 450803 w 781175"/>
                  <a:gd name="connsiteY28" fmla="*/ 377904 h 1351698"/>
                  <a:gd name="connsiteX29" fmla="*/ 436087 w 781175"/>
                  <a:gd name="connsiteY29" fmla="*/ 419966 h 1351698"/>
                  <a:gd name="connsiteX30" fmla="*/ 464522 w 781175"/>
                  <a:gd name="connsiteY30" fmla="*/ 389957 h 1351698"/>
                  <a:gd name="connsiteX31" fmla="*/ 450803 w 781175"/>
                  <a:gd name="connsiteY31" fmla="*/ 377904 h 1351698"/>
                  <a:gd name="connsiteX32" fmla="*/ 388612 w 781175"/>
                  <a:gd name="connsiteY32" fmla="*/ 544824 h 1351698"/>
                  <a:gd name="connsiteX33" fmla="*/ 370487 w 781175"/>
                  <a:gd name="connsiteY33" fmla="*/ 597194 h 1351698"/>
                  <a:gd name="connsiteX34" fmla="*/ 428687 w 781175"/>
                  <a:gd name="connsiteY34" fmla="*/ 577825 h 1351698"/>
                  <a:gd name="connsiteX35" fmla="*/ 388612 w 781175"/>
                  <a:gd name="connsiteY35" fmla="*/ 544824 h 1351698"/>
                  <a:gd name="connsiteX0" fmla="*/ 518897 w 781175"/>
                  <a:gd name="connsiteY0" fmla="*/ 17880 h 1351698"/>
                  <a:gd name="connsiteX1" fmla="*/ 619334 w 781175"/>
                  <a:gd name="connsiteY1" fmla="*/ 340 h 1351698"/>
                  <a:gd name="connsiteX2" fmla="*/ 681359 w 781175"/>
                  <a:gd name="connsiteY2" fmla="*/ 39326 h 1351698"/>
                  <a:gd name="connsiteX3" fmla="*/ 757186 w 781175"/>
                  <a:gd name="connsiteY3" fmla="*/ 170418 h 1351698"/>
                  <a:gd name="connsiteX4" fmla="*/ 633136 w 781175"/>
                  <a:gd name="connsiteY4" fmla="*/ 197019 h 1351698"/>
                  <a:gd name="connsiteX5" fmla="*/ 695683 w 781175"/>
                  <a:gd name="connsiteY5" fmla="*/ 290725 h 1351698"/>
                  <a:gd name="connsiteX6" fmla="*/ 653302 w 781175"/>
                  <a:gd name="connsiteY6" fmla="*/ 618940 h 1351698"/>
                  <a:gd name="connsiteX7" fmla="*/ 781175 w 781175"/>
                  <a:gd name="connsiteY7" fmla="*/ 673266 h 1351698"/>
                  <a:gd name="connsiteX8" fmla="*/ 634009 w 781175"/>
                  <a:gd name="connsiteY8" fmla="*/ 721895 h 1351698"/>
                  <a:gd name="connsiteX9" fmla="*/ 601559 w 781175"/>
                  <a:gd name="connsiteY9" fmla="*/ 1109375 h 1351698"/>
                  <a:gd name="connsiteX10" fmla="*/ 571769 w 781175"/>
                  <a:gd name="connsiteY10" fmla="*/ 1349198 h 1351698"/>
                  <a:gd name="connsiteX11" fmla="*/ 394729 w 781175"/>
                  <a:gd name="connsiteY11" fmla="*/ 1184316 h 1351698"/>
                  <a:gd name="connsiteX12" fmla="*/ 443902 w 781175"/>
                  <a:gd name="connsiteY12" fmla="*/ 783980 h 1351698"/>
                  <a:gd name="connsiteX13" fmla="*/ 153234 w 781175"/>
                  <a:gd name="connsiteY13" fmla="*/ 892212 h 1351698"/>
                  <a:gd name="connsiteX14" fmla="*/ 82229 w 781175"/>
                  <a:gd name="connsiteY14" fmla="*/ 890217 h 1351698"/>
                  <a:gd name="connsiteX15" fmla="*/ 1996 w 781175"/>
                  <a:gd name="connsiteY15" fmla="*/ 775584 h 1351698"/>
                  <a:gd name="connsiteX16" fmla="*/ 44316 w 781175"/>
                  <a:gd name="connsiteY16" fmla="*/ 724545 h 1351698"/>
                  <a:gd name="connsiteX17" fmla="*/ 297487 w 781175"/>
                  <a:gd name="connsiteY17" fmla="*/ 623628 h 1351698"/>
                  <a:gd name="connsiteX18" fmla="*/ 218252 w 781175"/>
                  <a:gd name="connsiteY18" fmla="*/ 484140 h 1351698"/>
                  <a:gd name="connsiteX19" fmla="*/ 292665 w 781175"/>
                  <a:gd name="connsiteY19" fmla="*/ 283305 h 1351698"/>
                  <a:gd name="connsiteX20" fmla="*/ 214760 w 781175"/>
                  <a:gd name="connsiteY20" fmla="*/ 264269 h 1351698"/>
                  <a:gd name="connsiteX21" fmla="*/ 122637 w 781175"/>
                  <a:gd name="connsiteY21" fmla="*/ 116552 h 1351698"/>
                  <a:gd name="connsiteX22" fmla="*/ 518897 w 781175"/>
                  <a:gd name="connsiteY22" fmla="*/ 17880 h 1351698"/>
                  <a:gd name="connsiteX23" fmla="*/ 462443 w 781175"/>
                  <a:gd name="connsiteY23" fmla="*/ 241076 h 1351698"/>
                  <a:gd name="connsiteX24" fmla="*/ 473002 w 781175"/>
                  <a:gd name="connsiteY24" fmla="*/ 312067 h 1351698"/>
                  <a:gd name="connsiteX25" fmla="*/ 511581 w 781175"/>
                  <a:gd name="connsiteY25" fmla="*/ 326864 h 1351698"/>
                  <a:gd name="connsiteX26" fmla="*/ 528791 w 781175"/>
                  <a:gd name="connsiteY26" fmla="*/ 223952 h 1351698"/>
                  <a:gd name="connsiteX27" fmla="*/ 462443 w 781175"/>
                  <a:gd name="connsiteY27" fmla="*/ 241076 h 1351698"/>
                  <a:gd name="connsiteX28" fmla="*/ 450803 w 781175"/>
                  <a:gd name="connsiteY28" fmla="*/ 377904 h 1351698"/>
                  <a:gd name="connsiteX29" fmla="*/ 436087 w 781175"/>
                  <a:gd name="connsiteY29" fmla="*/ 419966 h 1351698"/>
                  <a:gd name="connsiteX30" fmla="*/ 464522 w 781175"/>
                  <a:gd name="connsiteY30" fmla="*/ 389957 h 1351698"/>
                  <a:gd name="connsiteX31" fmla="*/ 450803 w 781175"/>
                  <a:gd name="connsiteY31" fmla="*/ 377904 h 1351698"/>
                  <a:gd name="connsiteX32" fmla="*/ 388612 w 781175"/>
                  <a:gd name="connsiteY32" fmla="*/ 544824 h 1351698"/>
                  <a:gd name="connsiteX33" fmla="*/ 370487 w 781175"/>
                  <a:gd name="connsiteY33" fmla="*/ 597194 h 1351698"/>
                  <a:gd name="connsiteX34" fmla="*/ 428687 w 781175"/>
                  <a:gd name="connsiteY34" fmla="*/ 577825 h 1351698"/>
                  <a:gd name="connsiteX35" fmla="*/ 388612 w 781175"/>
                  <a:gd name="connsiteY35" fmla="*/ 544824 h 1351698"/>
                  <a:gd name="connsiteX0" fmla="*/ 518897 w 781175"/>
                  <a:gd name="connsiteY0" fmla="*/ 17880 h 1351698"/>
                  <a:gd name="connsiteX1" fmla="*/ 619334 w 781175"/>
                  <a:gd name="connsiteY1" fmla="*/ 340 h 1351698"/>
                  <a:gd name="connsiteX2" fmla="*/ 681359 w 781175"/>
                  <a:gd name="connsiteY2" fmla="*/ 39326 h 1351698"/>
                  <a:gd name="connsiteX3" fmla="*/ 757186 w 781175"/>
                  <a:gd name="connsiteY3" fmla="*/ 170418 h 1351698"/>
                  <a:gd name="connsiteX4" fmla="*/ 633136 w 781175"/>
                  <a:gd name="connsiteY4" fmla="*/ 197019 h 1351698"/>
                  <a:gd name="connsiteX5" fmla="*/ 695683 w 781175"/>
                  <a:gd name="connsiteY5" fmla="*/ 290725 h 1351698"/>
                  <a:gd name="connsiteX6" fmla="*/ 653302 w 781175"/>
                  <a:gd name="connsiteY6" fmla="*/ 618940 h 1351698"/>
                  <a:gd name="connsiteX7" fmla="*/ 781175 w 781175"/>
                  <a:gd name="connsiteY7" fmla="*/ 673266 h 1351698"/>
                  <a:gd name="connsiteX8" fmla="*/ 634009 w 781175"/>
                  <a:gd name="connsiteY8" fmla="*/ 721895 h 1351698"/>
                  <a:gd name="connsiteX9" fmla="*/ 601559 w 781175"/>
                  <a:gd name="connsiteY9" fmla="*/ 1109375 h 1351698"/>
                  <a:gd name="connsiteX10" fmla="*/ 571769 w 781175"/>
                  <a:gd name="connsiteY10" fmla="*/ 1349198 h 1351698"/>
                  <a:gd name="connsiteX11" fmla="*/ 394729 w 781175"/>
                  <a:gd name="connsiteY11" fmla="*/ 1184316 h 1351698"/>
                  <a:gd name="connsiteX12" fmla="*/ 443902 w 781175"/>
                  <a:gd name="connsiteY12" fmla="*/ 783980 h 1351698"/>
                  <a:gd name="connsiteX13" fmla="*/ 153234 w 781175"/>
                  <a:gd name="connsiteY13" fmla="*/ 892212 h 1351698"/>
                  <a:gd name="connsiteX14" fmla="*/ 82229 w 781175"/>
                  <a:gd name="connsiteY14" fmla="*/ 890217 h 1351698"/>
                  <a:gd name="connsiteX15" fmla="*/ 1996 w 781175"/>
                  <a:gd name="connsiteY15" fmla="*/ 775584 h 1351698"/>
                  <a:gd name="connsiteX16" fmla="*/ 44316 w 781175"/>
                  <a:gd name="connsiteY16" fmla="*/ 724545 h 1351698"/>
                  <a:gd name="connsiteX17" fmla="*/ 297487 w 781175"/>
                  <a:gd name="connsiteY17" fmla="*/ 623628 h 1351698"/>
                  <a:gd name="connsiteX18" fmla="*/ 218252 w 781175"/>
                  <a:gd name="connsiteY18" fmla="*/ 484140 h 1351698"/>
                  <a:gd name="connsiteX19" fmla="*/ 292665 w 781175"/>
                  <a:gd name="connsiteY19" fmla="*/ 283305 h 1351698"/>
                  <a:gd name="connsiteX20" fmla="*/ 214760 w 781175"/>
                  <a:gd name="connsiteY20" fmla="*/ 264269 h 1351698"/>
                  <a:gd name="connsiteX21" fmla="*/ 122637 w 781175"/>
                  <a:gd name="connsiteY21" fmla="*/ 116552 h 1351698"/>
                  <a:gd name="connsiteX22" fmla="*/ 518897 w 781175"/>
                  <a:gd name="connsiteY22" fmla="*/ 17880 h 1351698"/>
                  <a:gd name="connsiteX23" fmla="*/ 462443 w 781175"/>
                  <a:gd name="connsiteY23" fmla="*/ 241076 h 1351698"/>
                  <a:gd name="connsiteX24" fmla="*/ 473002 w 781175"/>
                  <a:gd name="connsiteY24" fmla="*/ 312067 h 1351698"/>
                  <a:gd name="connsiteX25" fmla="*/ 511581 w 781175"/>
                  <a:gd name="connsiteY25" fmla="*/ 326864 h 1351698"/>
                  <a:gd name="connsiteX26" fmla="*/ 528791 w 781175"/>
                  <a:gd name="connsiteY26" fmla="*/ 223952 h 1351698"/>
                  <a:gd name="connsiteX27" fmla="*/ 462443 w 781175"/>
                  <a:gd name="connsiteY27" fmla="*/ 241076 h 1351698"/>
                  <a:gd name="connsiteX28" fmla="*/ 450803 w 781175"/>
                  <a:gd name="connsiteY28" fmla="*/ 377904 h 1351698"/>
                  <a:gd name="connsiteX29" fmla="*/ 436087 w 781175"/>
                  <a:gd name="connsiteY29" fmla="*/ 419966 h 1351698"/>
                  <a:gd name="connsiteX30" fmla="*/ 464522 w 781175"/>
                  <a:gd name="connsiteY30" fmla="*/ 389957 h 1351698"/>
                  <a:gd name="connsiteX31" fmla="*/ 450803 w 781175"/>
                  <a:gd name="connsiteY31" fmla="*/ 377904 h 1351698"/>
                  <a:gd name="connsiteX32" fmla="*/ 388612 w 781175"/>
                  <a:gd name="connsiteY32" fmla="*/ 544824 h 1351698"/>
                  <a:gd name="connsiteX33" fmla="*/ 370487 w 781175"/>
                  <a:gd name="connsiteY33" fmla="*/ 597194 h 1351698"/>
                  <a:gd name="connsiteX34" fmla="*/ 428687 w 781175"/>
                  <a:gd name="connsiteY34" fmla="*/ 577825 h 1351698"/>
                  <a:gd name="connsiteX35" fmla="*/ 388612 w 781175"/>
                  <a:gd name="connsiteY35" fmla="*/ 544824 h 1351698"/>
                  <a:gd name="connsiteX0" fmla="*/ 518897 w 781175"/>
                  <a:gd name="connsiteY0" fmla="*/ 17880 h 1357735"/>
                  <a:gd name="connsiteX1" fmla="*/ 619334 w 781175"/>
                  <a:gd name="connsiteY1" fmla="*/ 340 h 1357735"/>
                  <a:gd name="connsiteX2" fmla="*/ 681359 w 781175"/>
                  <a:gd name="connsiteY2" fmla="*/ 39326 h 1357735"/>
                  <a:gd name="connsiteX3" fmla="*/ 757186 w 781175"/>
                  <a:gd name="connsiteY3" fmla="*/ 170418 h 1357735"/>
                  <a:gd name="connsiteX4" fmla="*/ 633136 w 781175"/>
                  <a:gd name="connsiteY4" fmla="*/ 197019 h 1357735"/>
                  <a:gd name="connsiteX5" fmla="*/ 695683 w 781175"/>
                  <a:gd name="connsiteY5" fmla="*/ 290725 h 1357735"/>
                  <a:gd name="connsiteX6" fmla="*/ 653302 w 781175"/>
                  <a:gd name="connsiteY6" fmla="*/ 618940 h 1357735"/>
                  <a:gd name="connsiteX7" fmla="*/ 781175 w 781175"/>
                  <a:gd name="connsiteY7" fmla="*/ 673266 h 1357735"/>
                  <a:gd name="connsiteX8" fmla="*/ 634009 w 781175"/>
                  <a:gd name="connsiteY8" fmla="*/ 721895 h 1357735"/>
                  <a:gd name="connsiteX9" fmla="*/ 601559 w 781175"/>
                  <a:gd name="connsiteY9" fmla="*/ 1109375 h 1357735"/>
                  <a:gd name="connsiteX10" fmla="*/ 593369 w 781175"/>
                  <a:gd name="connsiteY10" fmla="*/ 1355370 h 1357735"/>
                  <a:gd name="connsiteX11" fmla="*/ 394729 w 781175"/>
                  <a:gd name="connsiteY11" fmla="*/ 1184316 h 1357735"/>
                  <a:gd name="connsiteX12" fmla="*/ 443902 w 781175"/>
                  <a:gd name="connsiteY12" fmla="*/ 783980 h 1357735"/>
                  <a:gd name="connsiteX13" fmla="*/ 153234 w 781175"/>
                  <a:gd name="connsiteY13" fmla="*/ 892212 h 1357735"/>
                  <a:gd name="connsiteX14" fmla="*/ 82229 w 781175"/>
                  <a:gd name="connsiteY14" fmla="*/ 890217 h 1357735"/>
                  <a:gd name="connsiteX15" fmla="*/ 1996 w 781175"/>
                  <a:gd name="connsiteY15" fmla="*/ 775584 h 1357735"/>
                  <a:gd name="connsiteX16" fmla="*/ 44316 w 781175"/>
                  <a:gd name="connsiteY16" fmla="*/ 724545 h 1357735"/>
                  <a:gd name="connsiteX17" fmla="*/ 297487 w 781175"/>
                  <a:gd name="connsiteY17" fmla="*/ 623628 h 1357735"/>
                  <a:gd name="connsiteX18" fmla="*/ 218252 w 781175"/>
                  <a:gd name="connsiteY18" fmla="*/ 484140 h 1357735"/>
                  <a:gd name="connsiteX19" fmla="*/ 292665 w 781175"/>
                  <a:gd name="connsiteY19" fmla="*/ 283305 h 1357735"/>
                  <a:gd name="connsiteX20" fmla="*/ 214760 w 781175"/>
                  <a:gd name="connsiteY20" fmla="*/ 264269 h 1357735"/>
                  <a:gd name="connsiteX21" fmla="*/ 122637 w 781175"/>
                  <a:gd name="connsiteY21" fmla="*/ 116552 h 1357735"/>
                  <a:gd name="connsiteX22" fmla="*/ 518897 w 781175"/>
                  <a:gd name="connsiteY22" fmla="*/ 17880 h 1357735"/>
                  <a:gd name="connsiteX23" fmla="*/ 462443 w 781175"/>
                  <a:gd name="connsiteY23" fmla="*/ 241076 h 1357735"/>
                  <a:gd name="connsiteX24" fmla="*/ 473002 w 781175"/>
                  <a:gd name="connsiteY24" fmla="*/ 312067 h 1357735"/>
                  <a:gd name="connsiteX25" fmla="*/ 511581 w 781175"/>
                  <a:gd name="connsiteY25" fmla="*/ 326864 h 1357735"/>
                  <a:gd name="connsiteX26" fmla="*/ 528791 w 781175"/>
                  <a:gd name="connsiteY26" fmla="*/ 223952 h 1357735"/>
                  <a:gd name="connsiteX27" fmla="*/ 462443 w 781175"/>
                  <a:gd name="connsiteY27" fmla="*/ 241076 h 1357735"/>
                  <a:gd name="connsiteX28" fmla="*/ 450803 w 781175"/>
                  <a:gd name="connsiteY28" fmla="*/ 377904 h 1357735"/>
                  <a:gd name="connsiteX29" fmla="*/ 436087 w 781175"/>
                  <a:gd name="connsiteY29" fmla="*/ 419966 h 1357735"/>
                  <a:gd name="connsiteX30" fmla="*/ 464522 w 781175"/>
                  <a:gd name="connsiteY30" fmla="*/ 389957 h 1357735"/>
                  <a:gd name="connsiteX31" fmla="*/ 450803 w 781175"/>
                  <a:gd name="connsiteY31" fmla="*/ 377904 h 1357735"/>
                  <a:gd name="connsiteX32" fmla="*/ 388612 w 781175"/>
                  <a:gd name="connsiteY32" fmla="*/ 544824 h 1357735"/>
                  <a:gd name="connsiteX33" fmla="*/ 370487 w 781175"/>
                  <a:gd name="connsiteY33" fmla="*/ 597194 h 1357735"/>
                  <a:gd name="connsiteX34" fmla="*/ 428687 w 781175"/>
                  <a:gd name="connsiteY34" fmla="*/ 577825 h 1357735"/>
                  <a:gd name="connsiteX35" fmla="*/ 388612 w 781175"/>
                  <a:gd name="connsiteY35" fmla="*/ 544824 h 1357735"/>
                  <a:gd name="connsiteX0" fmla="*/ 518897 w 781175"/>
                  <a:gd name="connsiteY0" fmla="*/ 17880 h 1357735"/>
                  <a:gd name="connsiteX1" fmla="*/ 619334 w 781175"/>
                  <a:gd name="connsiteY1" fmla="*/ 340 h 1357735"/>
                  <a:gd name="connsiteX2" fmla="*/ 681359 w 781175"/>
                  <a:gd name="connsiteY2" fmla="*/ 39326 h 1357735"/>
                  <a:gd name="connsiteX3" fmla="*/ 757186 w 781175"/>
                  <a:gd name="connsiteY3" fmla="*/ 170418 h 1357735"/>
                  <a:gd name="connsiteX4" fmla="*/ 633136 w 781175"/>
                  <a:gd name="connsiteY4" fmla="*/ 197019 h 1357735"/>
                  <a:gd name="connsiteX5" fmla="*/ 695683 w 781175"/>
                  <a:gd name="connsiteY5" fmla="*/ 290725 h 1357735"/>
                  <a:gd name="connsiteX6" fmla="*/ 653302 w 781175"/>
                  <a:gd name="connsiteY6" fmla="*/ 618940 h 1357735"/>
                  <a:gd name="connsiteX7" fmla="*/ 781175 w 781175"/>
                  <a:gd name="connsiteY7" fmla="*/ 673266 h 1357735"/>
                  <a:gd name="connsiteX8" fmla="*/ 634009 w 781175"/>
                  <a:gd name="connsiteY8" fmla="*/ 721895 h 1357735"/>
                  <a:gd name="connsiteX9" fmla="*/ 601559 w 781175"/>
                  <a:gd name="connsiteY9" fmla="*/ 1109375 h 1357735"/>
                  <a:gd name="connsiteX10" fmla="*/ 593369 w 781175"/>
                  <a:gd name="connsiteY10" fmla="*/ 1355370 h 1357735"/>
                  <a:gd name="connsiteX11" fmla="*/ 394729 w 781175"/>
                  <a:gd name="connsiteY11" fmla="*/ 1184316 h 1357735"/>
                  <a:gd name="connsiteX12" fmla="*/ 443902 w 781175"/>
                  <a:gd name="connsiteY12" fmla="*/ 783980 h 1357735"/>
                  <a:gd name="connsiteX13" fmla="*/ 153234 w 781175"/>
                  <a:gd name="connsiteY13" fmla="*/ 892212 h 1357735"/>
                  <a:gd name="connsiteX14" fmla="*/ 82229 w 781175"/>
                  <a:gd name="connsiteY14" fmla="*/ 890217 h 1357735"/>
                  <a:gd name="connsiteX15" fmla="*/ 1996 w 781175"/>
                  <a:gd name="connsiteY15" fmla="*/ 775584 h 1357735"/>
                  <a:gd name="connsiteX16" fmla="*/ 44316 w 781175"/>
                  <a:gd name="connsiteY16" fmla="*/ 724545 h 1357735"/>
                  <a:gd name="connsiteX17" fmla="*/ 297487 w 781175"/>
                  <a:gd name="connsiteY17" fmla="*/ 623628 h 1357735"/>
                  <a:gd name="connsiteX18" fmla="*/ 218252 w 781175"/>
                  <a:gd name="connsiteY18" fmla="*/ 484140 h 1357735"/>
                  <a:gd name="connsiteX19" fmla="*/ 292665 w 781175"/>
                  <a:gd name="connsiteY19" fmla="*/ 283305 h 1357735"/>
                  <a:gd name="connsiteX20" fmla="*/ 214760 w 781175"/>
                  <a:gd name="connsiteY20" fmla="*/ 264269 h 1357735"/>
                  <a:gd name="connsiteX21" fmla="*/ 122637 w 781175"/>
                  <a:gd name="connsiteY21" fmla="*/ 116552 h 1357735"/>
                  <a:gd name="connsiteX22" fmla="*/ 518897 w 781175"/>
                  <a:gd name="connsiteY22" fmla="*/ 17880 h 1357735"/>
                  <a:gd name="connsiteX23" fmla="*/ 462443 w 781175"/>
                  <a:gd name="connsiteY23" fmla="*/ 241076 h 1357735"/>
                  <a:gd name="connsiteX24" fmla="*/ 473002 w 781175"/>
                  <a:gd name="connsiteY24" fmla="*/ 312067 h 1357735"/>
                  <a:gd name="connsiteX25" fmla="*/ 511581 w 781175"/>
                  <a:gd name="connsiteY25" fmla="*/ 326864 h 1357735"/>
                  <a:gd name="connsiteX26" fmla="*/ 528791 w 781175"/>
                  <a:gd name="connsiteY26" fmla="*/ 223952 h 1357735"/>
                  <a:gd name="connsiteX27" fmla="*/ 462443 w 781175"/>
                  <a:gd name="connsiteY27" fmla="*/ 241076 h 1357735"/>
                  <a:gd name="connsiteX28" fmla="*/ 450803 w 781175"/>
                  <a:gd name="connsiteY28" fmla="*/ 377904 h 1357735"/>
                  <a:gd name="connsiteX29" fmla="*/ 436087 w 781175"/>
                  <a:gd name="connsiteY29" fmla="*/ 419966 h 1357735"/>
                  <a:gd name="connsiteX30" fmla="*/ 464522 w 781175"/>
                  <a:gd name="connsiteY30" fmla="*/ 389957 h 1357735"/>
                  <a:gd name="connsiteX31" fmla="*/ 450803 w 781175"/>
                  <a:gd name="connsiteY31" fmla="*/ 377904 h 1357735"/>
                  <a:gd name="connsiteX32" fmla="*/ 388612 w 781175"/>
                  <a:gd name="connsiteY32" fmla="*/ 544824 h 1357735"/>
                  <a:gd name="connsiteX33" fmla="*/ 370487 w 781175"/>
                  <a:gd name="connsiteY33" fmla="*/ 597194 h 1357735"/>
                  <a:gd name="connsiteX34" fmla="*/ 428687 w 781175"/>
                  <a:gd name="connsiteY34" fmla="*/ 577825 h 1357735"/>
                  <a:gd name="connsiteX35" fmla="*/ 388612 w 781175"/>
                  <a:gd name="connsiteY35" fmla="*/ 544824 h 1357735"/>
                  <a:gd name="connsiteX0" fmla="*/ 518897 w 781175"/>
                  <a:gd name="connsiteY0" fmla="*/ 17880 h 1357735"/>
                  <a:gd name="connsiteX1" fmla="*/ 619334 w 781175"/>
                  <a:gd name="connsiteY1" fmla="*/ 340 h 1357735"/>
                  <a:gd name="connsiteX2" fmla="*/ 681359 w 781175"/>
                  <a:gd name="connsiteY2" fmla="*/ 39326 h 1357735"/>
                  <a:gd name="connsiteX3" fmla="*/ 757186 w 781175"/>
                  <a:gd name="connsiteY3" fmla="*/ 170418 h 1357735"/>
                  <a:gd name="connsiteX4" fmla="*/ 633136 w 781175"/>
                  <a:gd name="connsiteY4" fmla="*/ 197019 h 1357735"/>
                  <a:gd name="connsiteX5" fmla="*/ 695683 w 781175"/>
                  <a:gd name="connsiteY5" fmla="*/ 290725 h 1357735"/>
                  <a:gd name="connsiteX6" fmla="*/ 653302 w 781175"/>
                  <a:gd name="connsiteY6" fmla="*/ 618940 h 1357735"/>
                  <a:gd name="connsiteX7" fmla="*/ 781175 w 781175"/>
                  <a:gd name="connsiteY7" fmla="*/ 673266 h 1357735"/>
                  <a:gd name="connsiteX8" fmla="*/ 634009 w 781175"/>
                  <a:gd name="connsiteY8" fmla="*/ 721895 h 1357735"/>
                  <a:gd name="connsiteX9" fmla="*/ 601559 w 781175"/>
                  <a:gd name="connsiteY9" fmla="*/ 1109375 h 1357735"/>
                  <a:gd name="connsiteX10" fmla="*/ 577940 w 781175"/>
                  <a:gd name="connsiteY10" fmla="*/ 1355370 h 1357735"/>
                  <a:gd name="connsiteX11" fmla="*/ 394729 w 781175"/>
                  <a:gd name="connsiteY11" fmla="*/ 1184316 h 1357735"/>
                  <a:gd name="connsiteX12" fmla="*/ 443902 w 781175"/>
                  <a:gd name="connsiteY12" fmla="*/ 783980 h 1357735"/>
                  <a:gd name="connsiteX13" fmla="*/ 153234 w 781175"/>
                  <a:gd name="connsiteY13" fmla="*/ 892212 h 1357735"/>
                  <a:gd name="connsiteX14" fmla="*/ 82229 w 781175"/>
                  <a:gd name="connsiteY14" fmla="*/ 890217 h 1357735"/>
                  <a:gd name="connsiteX15" fmla="*/ 1996 w 781175"/>
                  <a:gd name="connsiteY15" fmla="*/ 775584 h 1357735"/>
                  <a:gd name="connsiteX16" fmla="*/ 44316 w 781175"/>
                  <a:gd name="connsiteY16" fmla="*/ 724545 h 1357735"/>
                  <a:gd name="connsiteX17" fmla="*/ 297487 w 781175"/>
                  <a:gd name="connsiteY17" fmla="*/ 623628 h 1357735"/>
                  <a:gd name="connsiteX18" fmla="*/ 218252 w 781175"/>
                  <a:gd name="connsiteY18" fmla="*/ 484140 h 1357735"/>
                  <a:gd name="connsiteX19" fmla="*/ 292665 w 781175"/>
                  <a:gd name="connsiteY19" fmla="*/ 283305 h 1357735"/>
                  <a:gd name="connsiteX20" fmla="*/ 214760 w 781175"/>
                  <a:gd name="connsiteY20" fmla="*/ 264269 h 1357735"/>
                  <a:gd name="connsiteX21" fmla="*/ 122637 w 781175"/>
                  <a:gd name="connsiteY21" fmla="*/ 116552 h 1357735"/>
                  <a:gd name="connsiteX22" fmla="*/ 518897 w 781175"/>
                  <a:gd name="connsiteY22" fmla="*/ 17880 h 1357735"/>
                  <a:gd name="connsiteX23" fmla="*/ 462443 w 781175"/>
                  <a:gd name="connsiteY23" fmla="*/ 241076 h 1357735"/>
                  <a:gd name="connsiteX24" fmla="*/ 473002 w 781175"/>
                  <a:gd name="connsiteY24" fmla="*/ 312067 h 1357735"/>
                  <a:gd name="connsiteX25" fmla="*/ 511581 w 781175"/>
                  <a:gd name="connsiteY25" fmla="*/ 326864 h 1357735"/>
                  <a:gd name="connsiteX26" fmla="*/ 528791 w 781175"/>
                  <a:gd name="connsiteY26" fmla="*/ 223952 h 1357735"/>
                  <a:gd name="connsiteX27" fmla="*/ 462443 w 781175"/>
                  <a:gd name="connsiteY27" fmla="*/ 241076 h 1357735"/>
                  <a:gd name="connsiteX28" fmla="*/ 450803 w 781175"/>
                  <a:gd name="connsiteY28" fmla="*/ 377904 h 1357735"/>
                  <a:gd name="connsiteX29" fmla="*/ 436087 w 781175"/>
                  <a:gd name="connsiteY29" fmla="*/ 419966 h 1357735"/>
                  <a:gd name="connsiteX30" fmla="*/ 464522 w 781175"/>
                  <a:gd name="connsiteY30" fmla="*/ 389957 h 1357735"/>
                  <a:gd name="connsiteX31" fmla="*/ 450803 w 781175"/>
                  <a:gd name="connsiteY31" fmla="*/ 377904 h 1357735"/>
                  <a:gd name="connsiteX32" fmla="*/ 388612 w 781175"/>
                  <a:gd name="connsiteY32" fmla="*/ 544824 h 1357735"/>
                  <a:gd name="connsiteX33" fmla="*/ 370487 w 781175"/>
                  <a:gd name="connsiteY33" fmla="*/ 597194 h 1357735"/>
                  <a:gd name="connsiteX34" fmla="*/ 428687 w 781175"/>
                  <a:gd name="connsiteY34" fmla="*/ 577825 h 1357735"/>
                  <a:gd name="connsiteX35" fmla="*/ 388612 w 781175"/>
                  <a:gd name="connsiteY35" fmla="*/ 544824 h 1357735"/>
                  <a:gd name="connsiteX0" fmla="*/ 518897 w 781175"/>
                  <a:gd name="connsiteY0" fmla="*/ 17880 h 1357735"/>
                  <a:gd name="connsiteX1" fmla="*/ 619334 w 781175"/>
                  <a:gd name="connsiteY1" fmla="*/ 340 h 1357735"/>
                  <a:gd name="connsiteX2" fmla="*/ 681359 w 781175"/>
                  <a:gd name="connsiteY2" fmla="*/ 39326 h 1357735"/>
                  <a:gd name="connsiteX3" fmla="*/ 757186 w 781175"/>
                  <a:gd name="connsiteY3" fmla="*/ 170418 h 1357735"/>
                  <a:gd name="connsiteX4" fmla="*/ 633136 w 781175"/>
                  <a:gd name="connsiteY4" fmla="*/ 197019 h 1357735"/>
                  <a:gd name="connsiteX5" fmla="*/ 695683 w 781175"/>
                  <a:gd name="connsiteY5" fmla="*/ 290725 h 1357735"/>
                  <a:gd name="connsiteX6" fmla="*/ 653302 w 781175"/>
                  <a:gd name="connsiteY6" fmla="*/ 618940 h 1357735"/>
                  <a:gd name="connsiteX7" fmla="*/ 781175 w 781175"/>
                  <a:gd name="connsiteY7" fmla="*/ 673266 h 1357735"/>
                  <a:gd name="connsiteX8" fmla="*/ 634009 w 781175"/>
                  <a:gd name="connsiteY8" fmla="*/ 721895 h 1357735"/>
                  <a:gd name="connsiteX9" fmla="*/ 601559 w 781175"/>
                  <a:gd name="connsiteY9" fmla="*/ 1109375 h 1357735"/>
                  <a:gd name="connsiteX10" fmla="*/ 577940 w 781175"/>
                  <a:gd name="connsiteY10" fmla="*/ 1355370 h 1357735"/>
                  <a:gd name="connsiteX11" fmla="*/ 394729 w 781175"/>
                  <a:gd name="connsiteY11" fmla="*/ 1184316 h 1357735"/>
                  <a:gd name="connsiteX12" fmla="*/ 443902 w 781175"/>
                  <a:gd name="connsiteY12" fmla="*/ 783980 h 1357735"/>
                  <a:gd name="connsiteX13" fmla="*/ 153234 w 781175"/>
                  <a:gd name="connsiteY13" fmla="*/ 892212 h 1357735"/>
                  <a:gd name="connsiteX14" fmla="*/ 82229 w 781175"/>
                  <a:gd name="connsiteY14" fmla="*/ 890217 h 1357735"/>
                  <a:gd name="connsiteX15" fmla="*/ 1996 w 781175"/>
                  <a:gd name="connsiteY15" fmla="*/ 775584 h 1357735"/>
                  <a:gd name="connsiteX16" fmla="*/ 44316 w 781175"/>
                  <a:gd name="connsiteY16" fmla="*/ 724545 h 1357735"/>
                  <a:gd name="connsiteX17" fmla="*/ 297487 w 781175"/>
                  <a:gd name="connsiteY17" fmla="*/ 623628 h 1357735"/>
                  <a:gd name="connsiteX18" fmla="*/ 218252 w 781175"/>
                  <a:gd name="connsiteY18" fmla="*/ 484140 h 1357735"/>
                  <a:gd name="connsiteX19" fmla="*/ 292665 w 781175"/>
                  <a:gd name="connsiteY19" fmla="*/ 283305 h 1357735"/>
                  <a:gd name="connsiteX20" fmla="*/ 214760 w 781175"/>
                  <a:gd name="connsiteY20" fmla="*/ 264269 h 1357735"/>
                  <a:gd name="connsiteX21" fmla="*/ 122637 w 781175"/>
                  <a:gd name="connsiteY21" fmla="*/ 116552 h 1357735"/>
                  <a:gd name="connsiteX22" fmla="*/ 518897 w 781175"/>
                  <a:gd name="connsiteY22" fmla="*/ 17880 h 1357735"/>
                  <a:gd name="connsiteX23" fmla="*/ 462443 w 781175"/>
                  <a:gd name="connsiteY23" fmla="*/ 241076 h 1357735"/>
                  <a:gd name="connsiteX24" fmla="*/ 473002 w 781175"/>
                  <a:gd name="connsiteY24" fmla="*/ 312067 h 1357735"/>
                  <a:gd name="connsiteX25" fmla="*/ 511581 w 781175"/>
                  <a:gd name="connsiteY25" fmla="*/ 326864 h 1357735"/>
                  <a:gd name="connsiteX26" fmla="*/ 528791 w 781175"/>
                  <a:gd name="connsiteY26" fmla="*/ 223952 h 1357735"/>
                  <a:gd name="connsiteX27" fmla="*/ 462443 w 781175"/>
                  <a:gd name="connsiteY27" fmla="*/ 241076 h 1357735"/>
                  <a:gd name="connsiteX28" fmla="*/ 450803 w 781175"/>
                  <a:gd name="connsiteY28" fmla="*/ 377904 h 1357735"/>
                  <a:gd name="connsiteX29" fmla="*/ 436087 w 781175"/>
                  <a:gd name="connsiteY29" fmla="*/ 419966 h 1357735"/>
                  <a:gd name="connsiteX30" fmla="*/ 464522 w 781175"/>
                  <a:gd name="connsiteY30" fmla="*/ 389957 h 1357735"/>
                  <a:gd name="connsiteX31" fmla="*/ 450803 w 781175"/>
                  <a:gd name="connsiteY31" fmla="*/ 377904 h 1357735"/>
                  <a:gd name="connsiteX32" fmla="*/ 388612 w 781175"/>
                  <a:gd name="connsiteY32" fmla="*/ 544824 h 1357735"/>
                  <a:gd name="connsiteX33" fmla="*/ 370487 w 781175"/>
                  <a:gd name="connsiteY33" fmla="*/ 597194 h 1357735"/>
                  <a:gd name="connsiteX34" fmla="*/ 428687 w 781175"/>
                  <a:gd name="connsiteY34" fmla="*/ 577825 h 1357735"/>
                  <a:gd name="connsiteX35" fmla="*/ 388612 w 781175"/>
                  <a:gd name="connsiteY35" fmla="*/ 544824 h 1357735"/>
                  <a:gd name="connsiteX0" fmla="*/ 518897 w 781175"/>
                  <a:gd name="connsiteY0" fmla="*/ 17880 h 1357104"/>
                  <a:gd name="connsiteX1" fmla="*/ 619334 w 781175"/>
                  <a:gd name="connsiteY1" fmla="*/ 340 h 1357104"/>
                  <a:gd name="connsiteX2" fmla="*/ 681359 w 781175"/>
                  <a:gd name="connsiteY2" fmla="*/ 39326 h 1357104"/>
                  <a:gd name="connsiteX3" fmla="*/ 757186 w 781175"/>
                  <a:gd name="connsiteY3" fmla="*/ 170418 h 1357104"/>
                  <a:gd name="connsiteX4" fmla="*/ 633136 w 781175"/>
                  <a:gd name="connsiteY4" fmla="*/ 197019 h 1357104"/>
                  <a:gd name="connsiteX5" fmla="*/ 695683 w 781175"/>
                  <a:gd name="connsiteY5" fmla="*/ 290725 h 1357104"/>
                  <a:gd name="connsiteX6" fmla="*/ 653302 w 781175"/>
                  <a:gd name="connsiteY6" fmla="*/ 618940 h 1357104"/>
                  <a:gd name="connsiteX7" fmla="*/ 781175 w 781175"/>
                  <a:gd name="connsiteY7" fmla="*/ 673266 h 1357104"/>
                  <a:gd name="connsiteX8" fmla="*/ 634009 w 781175"/>
                  <a:gd name="connsiteY8" fmla="*/ 721895 h 1357104"/>
                  <a:gd name="connsiteX9" fmla="*/ 601559 w 781175"/>
                  <a:gd name="connsiteY9" fmla="*/ 1109375 h 1357104"/>
                  <a:gd name="connsiteX10" fmla="*/ 577940 w 781175"/>
                  <a:gd name="connsiteY10" fmla="*/ 1355370 h 1357104"/>
                  <a:gd name="connsiteX11" fmla="*/ 394729 w 781175"/>
                  <a:gd name="connsiteY11" fmla="*/ 1184316 h 1357104"/>
                  <a:gd name="connsiteX12" fmla="*/ 443902 w 781175"/>
                  <a:gd name="connsiteY12" fmla="*/ 783980 h 1357104"/>
                  <a:gd name="connsiteX13" fmla="*/ 153234 w 781175"/>
                  <a:gd name="connsiteY13" fmla="*/ 892212 h 1357104"/>
                  <a:gd name="connsiteX14" fmla="*/ 82229 w 781175"/>
                  <a:gd name="connsiteY14" fmla="*/ 890217 h 1357104"/>
                  <a:gd name="connsiteX15" fmla="*/ 1996 w 781175"/>
                  <a:gd name="connsiteY15" fmla="*/ 775584 h 1357104"/>
                  <a:gd name="connsiteX16" fmla="*/ 44316 w 781175"/>
                  <a:gd name="connsiteY16" fmla="*/ 724545 h 1357104"/>
                  <a:gd name="connsiteX17" fmla="*/ 297487 w 781175"/>
                  <a:gd name="connsiteY17" fmla="*/ 623628 h 1357104"/>
                  <a:gd name="connsiteX18" fmla="*/ 218252 w 781175"/>
                  <a:gd name="connsiteY18" fmla="*/ 484140 h 1357104"/>
                  <a:gd name="connsiteX19" fmla="*/ 292665 w 781175"/>
                  <a:gd name="connsiteY19" fmla="*/ 283305 h 1357104"/>
                  <a:gd name="connsiteX20" fmla="*/ 214760 w 781175"/>
                  <a:gd name="connsiteY20" fmla="*/ 264269 h 1357104"/>
                  <a:gd name="connsiteX21" fmla="*/ 122637 w 781175"/>
                  <a:gd name="connsiteY21" fmla="*/ 116552 h 1357104"/>
                  <a:gd name="connsiteX22" fmla="*/ 518897 w 781175"/>
                  <a:gd name="connsiteY22" fmla="*/ 17880 h 1357104"/>
                  <a:gd name="connsiteX23" fmla="*/ 462443 w 781175"/>
                  <a:gd name="connsiteY23" fmla="*/ 241076 h 1357104"/>
                  <a:gd name="connsiteX24" fmla="*/ 473002 w 781175"/>
                  <a:gd name="connsiteY24" fmla="*/ 312067 h 1357104"/>
                  <a:gd name="connsiteX25" fmla="*/ 511581 w 781175"/>
                  <a:gd name="connsiteY25" fmla="*/ 326864 h 1357104"/>
                  <a:gd name="connsiteX26" fmla="*/ 528791 w 781175"/>
                  <a:gd name="connsiteY26" fmla="*/ 223952 h 1357104"/>
                  <a:gd name="connsiteX27" fmla="*/ 462443 w 781175"/>
                  <a:gd name="connsiteY27" fmla="*/ 241076 h 1357104"/>
                  <a:gd name="connsiteX28" fmla="*/ 450803 w 781175"/>
                  <a:gd name="connsiteY28" fmla="*/ 377904 h 1357104"/>
                  <a:gd name="connsiteX29" fmla="*/ 436087 w 781175"/>
                  <a:gd name="connsiteY29" fmla="*/ 419966 h 1357104"/>
                  <a:gd name="connsiteX30" fmla="*/ 464522 w 781175"/>
                  <a:gd name="connsiteY30" fmla="*/ 389957 h 1357104"/>
                  <a:gd name="connsiteX31" fmla="*/ 450803 w 781175"/>
                  <a:gd name="connsiteY31" fmla="*/ 377904 h 1357104"/>
                  <a:gd name="connsiteX32" fmla="*/ 388612 w 781175"/>
                  <a:gd name="connsiteY32" fmla="*/ 544824 h 1357104"/>
                  <a:gd name="connsiteX33" fmla="*/ 370487 w 781175"/>
                  <a:gd name="connsiteY33" fmla="*/ 597194 h 1357104"/>
                  <a:gd name="connsiteX34" fmla="*/ 428687 w 781175"/>
                  <a:gd name="connsiteY34" fmla="*/ 577825 h 1357104"/>
                  <a:gd name="connsiteX35" fmla="*/ 388612 w 781175"/>
                  <a:gd name="connsiteY35" fmla="*/ 544824 h 1357104"/>
                  <a:gd name="connsiteX0" fmla="*/ 518897 w 781175"/>
                  <a:gd name="connsiteY0" fmla="*/ 17880 h 1357104"/>
                  <a:gd name="connsiteX1" fmla="*/ 619334 w 781175"/>
                  <a:gd name="connsiteY1" fmla="*/ 340 h 1357104"/>
                  <a:gd name="connsiteX2" fmla="*/ 681359 w 781175"/>
                  <a:gd name="connsiteY2" fmla="*/ 39326 h 1357104"/>
                  <a:gd name="connsiteX3" fmla="*/ 757186 w 781175"/>
                  <a:gd name="connsiteY3" fmla="*/ 170418 h 1357104"/>
                  <a:gd name="connsiteX4" fmla="*/ 633136 w 781175"/>
                  <a:gd name="connsiteY4" fmla="*/ 197019 h 1357104"/>
                  <a:gd name="connsiteX5" fmla="*/ 695683 w 781175"/>
                  <a:gd name="connsiteY5" fmla="*/ 290725 h 1357104"/>
                  <a:gd name="connsiteX6" fmla="*/ 653302 w 781175"/>
                  <a:gd name="connsiteY6" fmla="*/ 618940 h 1357104"/>
                  <a:gd name="connsiteX7" fmla="*/ 781175 w 781175"/>
                  <a:gd name="connsiteY7" fmla="*/ 673266 h 1357104"/>
                  <a:gd name="connsiteX8" fmla="*/ 634009 w 781175"/>
                  <a:gd name="connsiteY8" fmla="*/ 721895 h 1357104"/>
                  <a:gd name="connsiteX9" fmla="*/ 601559 w 781175"/>
                  <a:gd name="connsiteY9" fmla="*/ 1109375 h 1357104"/>
                  <a:gd name="connsiteX10" fmla="*/ 577940 w 781175"/>
                  <a:gd name="connsiteY10" fmla="*/ 1355370 h 1357104"/>
                  <a:gd name="connsiteX11" fmla="*/ 394729 w 781175"/>
                  <a:gd name="connsiteY11" fmla="*/ 1184316 h 1357104"/>
                  <a:gd name="connsiteX12" fmla="*/ 443902 w 781175"/>
                  <a:gd name="connsiteY12" fmla="*/ 783980 h 1357104"/>
                  <a:gd name="connsiteX13" fmla="*/ 153234 w 781175"/>
                  <a:gd name="connsiteY13" fmla="*/ 892212 h 1357104"/>
                  <a:gd name="connsiteX14" fmla="*/ 82229 w 781175"/>
                  <a:gd name="connsiteY14" fmla="*/ 890217 h 1357104"/>
                  <a:gd name="connsiteX15" fmla="*/ 1996 w 781175"/>
                  <a:gd name="connsiteY15" fmla="*/ 775584 h 1357104"/>
                  <a:gd name="connsiteX16" fmla="*/ 44316 w 781175"/>
                  <a:gd name="connsiteY16" fmla="*/ 724545 h 1357104"/>
                  <a:gd name="connsiteX17" fmla="*/ 297487 w 781175"/>
                  <a:gd name="connsiteY17" fmla="*/ 623628 h 1357104"/>
                  <a:gd name="connsiteX18" fmla="*/ 218252 w 781175"/>
                  <a:gd name="connsiteY18" fmla="*/ 484140 h 1357104"/>
                  <a:gd name="connsiteX19" fmla="*/ 292665 w 781175"/>
                  <a:gd name="connsiteY19" fmla="*/ 283305 h 1357104"/>
                  <a:gd name="connsiteX20" fmla="*/ 214760 w 781175"/>
                  <a:gd name="connsiteY20" fmla="*/ 264269 h 1357104"/>
                  <a:gd name="connsiteX21" fmla="*/ 122637 w 781175"/>
                  <a:gd name="connsiteY21" fmla="*/ 116552 h 1357104"/>
                  <a:gd name="connsiteX22" fmla="*/ 518897 w 781175"/>
                  <a:gd name="connsiteY22" fmla="*/ 17880 h 1357104"/>
                  <a:gd name="connsiteX23" fmla="*/ 462443 w 781175"/>
                  <a:gd name="connsiteY23" fmla="*/ 241076 h 1357104"/>
                  <a:gd name="connsiteX24" fmla="*/ 473002 w 781175"/>
                  <a:gd name="connsiteY24" fmla="*/ 312067 h 1357104"/>
                  <a:gd name="connsiteX25" fmla="*/ 511581 w 781175"/>
                  <a:gd name="connsiteY25" fmla="*/ 326864 h 1357104"/>
                  <a:gd name="connsiteX26" fmla="*/ 528791 w 781175"/>
                  <a:gd name="connsiteY26" fmla="*/ 223952 h 1357104"/>
                  <a:gd name="connsiteX27" fmla="*/ 462443 w 781175"/>
                  <a:gd name="connsiteY27" fmla="*/ 241076 h 1357104"/>
                  <a:gd name="connsiteX28" fmla="*/ 450803 w 781175"/>
                  <a:gd name="connsiteY28" fmla="*/ 377904 h 1357104"/>
                  <a:gd name="connsiteX29" fmla="*/ 436087 w 781175"/>
                  <a:gd name="connsiteY29" fmla="*/ 419966 h 1357104"/>
                  <a:gd name="connsiteX30" fmla="*/ 464522 w 781175"/>
                  <a:gd name="connsiteY30" fmla="*/ 389957 h 1357104"/>
                  <a:gd name="connsiteX31" fmla="*/ 450803 w 781175"/>
                  <a:gd name="connsiteY31" fmla="*/ 377904 h 1357104"/>
                  <a:gd name="connsiteX32" fmla="*/ 388612 w 781175"/>
                  <a:gd name="connsiteY32" fmla="*/ 544824 h 1357104"/>
                  <a:gd name="connsiteX33" fmla="*/ 370487 w 781175"/>
                  <a:gd name="connsiteY33" fmla="*/ 597194 h 1357104"/>
                  <a:gd name="connsiteX34" fmla="*/ 428687 w 781175"/>
                  <a:gd name="connsiteY34" fmla="*/ 577825 h 1357104"/>
                  <a:gd name="connsiteX35" fmla="*/ 388612 w 781175"/>
                  <a:gd name="connsiteY35" fmla="*/ 544824 h 1357104"/>
                  <a:gd name="connsiteX0" fmla="*/ 518897 w 781175"/>
                  <a:gd name="connsiteY0" fmla="*/ 17880 h 1357104"/>
                  <a:gd name="connsiteX1" fmla="*/ 619334 w 781175"/>
                  <a:gd name="connsiteY1" fmla="*/ 340 h 1357104"/>
                  <a:gd name="connsiteX2" fmla="*/ 681359 w 781175"/>
                  <a:gd name="connsiteY2" fmla="*/ 39326 h 1357104"/>
                  <a:gd name="connsiteX3" fmla="*/ 757186 w 781175"/>
                  <a:gd name="connsiteY3" fmla="*/ 170418 h 1357104"/>
                  <a:gd name="connsiteX4" fmla="*/ 633136 w 781175"/>
                  <a:gd name="connsiteY4" fmla="*/ 197019 h 1357104"/>
                  <a:gd name="connsiteX5" fmla="*/ 695683 w 781175"/>
                  <a:gd name="connsiteY5" fmla="*/ 290725 h 1357104"/>
                  <a:gd name="connsiteX6" fmla="*/ 653302 w 781175"/>
                  <a:gd name="connsiteY6" fmla="*/ 618940 h 1357104"/>
                  <a:gd name="connsiteX7" fmla="*/ 781175 w 781175"/>
                  <a:gd name="connsiteY7" fmla="*/ 673266 h 1357104"/>
                  <a:gd name="connsiteX8" fmla="*/ 634009 w 781175"/>
                  <a:gd name="connsiteY8" fmla="*/ 721895 h 1357104"/>
                  <a:gd name="connsiteX9" fmla="*/ 601559 w 781175"/>
                  <a:gd name="connsiteY9" fmla="*/ 1109375 h 1357104"/>
                  <a:gd name="connsiteX10" fmla="*/ 577940 w 781175"/>
                  <a:gd name="connsiteY10" fmla="*/ 1355370 h 1357104"/>
                  <a:gd name="connsiteX11" fmla="*/ 394729 w 781175"/>
                  <a:gd name="connsiteY11" fmla="*/ 1184316 h 1357104"/>
                  <a:gd name="connsiteX12" fmla="*/ 443902 w 781175"/>
                  <a:gd name="connsiteY12" fmla="*/ 783980 h 1357104"/>
                  <a:gd name="connsiteX13" fmla="*/ 153234 w 781175"/>
                  <a:gd name="connsiteY13" fmla="*/ 892212 h 1357104"/>
                  <a:gd name="connsiteX14" fmla="*/ 82229 w 781175"/>
                  <a:gd name="connsiteY14" fmla="*/ 890217 h 1357104"/>
                  <a:gd name="connsiteX15" fmla="*/ 1996 w 781175"/>
                  <a:gd name="connsiteY15" fmla="*/ 775584 h 1357104"/>
                  <a:gd name="connsiteX16" fmla="*/ 44316 w 781175"/>
                  <a:gd name="connsiteY16" fmla="*/ 724545 h 1357104"/>
                  <a:gd name="connsiteX17" fmla="*/ 297487 w 781175"/>
                  <a:gd name="connsiteY17" fmla="*/ 623628 h 1357104"/>
                  <a:gd name="connsiteX18" fmla="*/ 218252 w 781175"/>
                  <a:gd name="connsiteY18" fmla="*/ 484140 h 1357104"/>
                  <a:gd name="connsiteX19" fmla="*/ 292665 w 781175"/>
                  <a:gd name="connsiteY19" fmla="*/ 283305 h 1357104"/>
                  <a:gd name="connsiteX20" fmla="*/ 214760 w 781175"/>
                  <a:gd name="connsiteY20" fmla="*/ 264269 h 1357104"/>
                  <a:gd name="connsiteX21" fmla="*/ 122637 w 781175"/>
                  <a:gd name="connsiteY21" fmla="*/ 116552 h 1357104"/>
                  <a:gd name="connsiteX22" fmla="*/ 518897 w 781175"/>
                  <a:gd name="connsiteY22" fmla="*/ 17880 h 1357104"/>
                  <a:gd name="connsiteX23" fmla="*/ 462443 w 781175"/>
                  <a:gd name="connsiteY23" fmla="*/ 241076 h 1357104"/>
                  <a:gd name="connsiteX24" fmla="*/ 473002 w 781175"/>
                  <a:gd name="connsiteY24" fmla="*/ 312067 h 1357104"/>
                  <a:gd name="connsiteX25" fmla="*/ 511581 w 781175"/>
                  <a:gd name="connsiteY25" fmla="*/ 326864 h 1357104"/>
                  <a:gd name="connsiteX26" fmla="*/ 528791 w 781175"/>
                  <a:gd name="connsiteY26" fmla="*/ 223952 h 1357104"/>
                  <a:gd name="connsiteX27" fmla="*/ 462443 w 781175"/>
                  <a:gd name="connsiteY27" fmla="*/ 241076 h 1357104"/>
                  <a:gd name="connsiteX28" fmla="*/ 450803 w 781175"/>
                  <a:gd name="connsiteY28" fmla="*/ 377904 h 1357104"/>
                  <a:gd name="connsiteX29" fmla="*/ 436087 w 781175"/>
                  <a:gd name="connsiteY29" fmla="*/ 419966 h 1357104"/>
                  <a:gd name="connsiteX30" fmla="*/ 464522 w 781175"/>
                  <a:gd name="connsiteY30" fmla="*/ 389957 h 1357104"/>
                  <a:gd name="connsiteX31" fmla="*/ 450803 w 781175"/>
                  <a:gd name="connsiteY31" fmla="*/ 377904 h 1357104"/>
                  <a:gd name="connsiteX32" fmla="*/ 388612 w 781175"/>
                  <a:gd name="connsiteY32" fmla="*/ 544824 h 1357104"/>
                  <a:gd name="connsiteX33" fmla="*/ 370487 w 781175"/>
                  <a:gd name="connsiteY33" fmla="*/ 597194 h 1357104"/>
                  <a:gd name="connsiteX34" fmla="*/ 428687 w 781175"/>
                  <a:gd name="connsiteY34" fmla="*/ 577825 h 1357104"/>
                  <a:gd name="connsiteX35" fmla="*/ 388612 w 781175"/>
                  <a:gd name="connsiteY35" fmla="*/ 544824 h 1357104"/>
                  <a:gd name="connsiteX0" fmla="*/ 518897 w 781175"/>
                  <a:gd name="connsiteY0" fmla="*/ 17880 h 1357104"/>
                  <a:gd name="connsiteX1" fmla="*/ 619334 w 781175"/>
                  <a:gd name="connsiteY1" fmla="*/ 340 h 1357104"/>
                  <a:gd name="connsiteX2" fmla="*/ 681359 w 781175"/>
                  <a:gd name="connsiteY2" fmla="*/ 39326 h 1357104"/>
                  <a:gd name="connsiteX3" fmla="*/ 757186 w 781175"/>
                  <a:gd name="connsiteY3" fmla="*/ 170418 h 1357104"/>
                  <a:gd name="connsiteX4" fmla="*/ 633136 w 781175"/>
                  <a:gd name="connsiteY4" fmla="*/ 197019 h 1357104"/>
                  <a:gd name="connsiteX5" fmla="*/ 695683 w 781175"/>
                  <a:gd name="connsiteY5" fmla="*/ 290725 h 1357104"/>
                  <a:gd name="connsiteX6" fmla="*/ 653302 w 781175"/>
                  <a:gd name="connsiteY6" fmla="*/ 618940 h 1357104"/>
                  <a:gd name="connsiteX7" fmla="*/ 781175 w 781175"/>
                  <a:gd name="connsiteY7" fmla="*/ 673266 h 1357104"/>
                  <a:gd name="connsiteX8" fmla="*/ 634009 w 781175"/>
                  <a:gd name="connsiteY8" fmla="*/ 721895 h 1357104"/>
                  <a:gd name="connsiteX9" fmla="*/ 601559 w 781175"/>
                  <a:gd name="connsiteY9" fmla="*/ 1109375 h 1357104"/>
                  <a:gd name="connsiteX10" fmla="*/ 577940 w 781175"/>
                  <a:gd name="connsiteY10" fmla="*/ 1355370 h 1357104"/>
                  <a:gd name="connsiteX11" fmla="*/ 394729 w 781175"/>
                  <a:gd name="connsiteY11" fmla="*/ 1184316 h 1357104"/>
                  <a:gd name="connsiteX12" fmla="*/ 443902 w 781175"/>
                  <a:gd name="connsiteY12" fmla="*/ 783980 h 1357104"/>
                  <a:gd name="connsiteX13" fmla="*/ 153234 w 781175"/>
                  <a:gd name="connsiteY13" fmla="*/ 892212 h 1357104"/>
                  <a:gd name="connsiteX14" fmla="*/ 82229 w 781175"/>
                  <a:gd name="connsiteY14" fmla="*/ 890217 h 1357104"/>
                  <a:gd name="connsiteX15" fmla="*/ 1996 w 781175"/>
                  <a:gd name="connsiteY15" fmla="*/ 775584 h 1357104"/>
                  <a:gd name="connsiteX16" fmla="*/ 44316 w 781175"/>
                  <a:gd name="connsiteY16" fmla="*/ 724545 h 1357104"/>
                  <a:gd name="connsiteX17" fmla="*/ 297487 w 781175"/>
                  <a:gd name="connsiteY17" fmla="*/ 623628 h 1357104"/>
                  <a:gd name="connsiteX18" fmla="*/ 218252 w 781175"/>
                  <a:gd name="connsiteY18" fmla="*/ 484140 h 1357104"/>
                  <a:gd name="connsiteX19" fmla="*/ 292665 w 781175"/>
                  <a:gd name="connsiteY19" fmla="*/ 283305 h 1357104"/>
                  <a:gd name="connsiteX20" fmla="*/ 214760 w 781175"/>
                  <a:gd name="connsiteY20" fmla="*/ 264269 h 1357104"/>
                  <a:gd name="connsiteX21" fmla="*/ 122637 w 781175"/>
                  <a:gd name="connsiteY21" fmla="*/ 116552 h 1357104"/>
                  <a:gd name="connsiteX22" fmla="*/ 518897 w 781175"/>
                  <a:gd name="connsiteY22" fmla="*/ 17880 h 1357104"/>
                  <a:gd name="connsiteX23" fmla="*/ 462443 w 781175"/>
                  <a:gd name="connsiteY23" fmla="*/ 241076 h 1357104"/>
                  <a:gd name="connsiteX24" fmla="*/ 473002 w 781175"/>
                  <a:gd name="connsiteY24" fmla="*/ 312067 h 1357104"/>
                  <a:gd name="connsiteX25" fmla="*/ 511581 w 781175"/>
                  <a:gd name="connsiteY25" fmla="*/ 326864 h 1357104"/>
                  <a:gd name="connsiteX26" fmla="*/ 528791 w 781175"/>
                  <a:gd name="connsiteY26" fmla="*/ 223952 h 1357104"/>
                  <a:gd name="connsiteX27" fmla="*/ 462443 w 781175"/>
                  <a:gd name="connsiteY27" fmla="*/ 241076 h 1357104"/>
                  <a:gd name="connsiteX28" fmla="*/ 450803 w 781175"/>
                  <a:gd name="connsiteY28" fmla="*/ 377904 h 1357104"/>
                  <a:gd name="connsiteX29" fmla="*/ 436087 w 781175"/>
                  <a:gd name="connsiteY29" fmla="*/ 419966 h 1357104"/>
                  <a:gd name="connsiteX30" fmla="*/ 464522 w 781175"/>
                  <a:gd name="connsiteY30" fmla="*/ 389957 h 1357104"/>
                  <a:gd name="connsiteX31" fmla="*/ 450803 w 781175"/>
                  <a:gd name="connsiteY31" fmla="*/ 377904 h 1357104"/>
                  <a:gd name="connsiteX32" fmla="*/ 388612 w 781175"/>
                  <a:gd name="connsiteY32" fmla="*/ 544824 h 1357104"/>
                  <a:gd name="connsiteX33" fmla="*/ 370487 w 781175"/>
                  <a:gd name="connsiteY33" fmla="*/ 597194 h 1357104"/>
                  <a:gd name="connsiteX34" fmla="*/ 428687 w 781175"/>
                  <a:gd name="connsiteY34" fmla="*/ 577825 h 1357104"/>
                  <a:gd name="connsiteX35" fmla="*/ 388612 w 781175"/>
                  <a:gd name="connsiteY35" fmla="*/ 544824 h 1357104"/>
                  <a:gd name="connsiteX0" fmla="*/ 518897 w 781175"/>
                  <a:gd name="connsiteY0" fmla="*/ 17880 h 1357104"/>
                  <a:gd name="connsiteX1" fmla="*/ 619334 w 781175"/>
                  <a:gd name="connsiteY1" fmla="*/ 340 h 1357104"/>
                  <a:gd name="connsiteX2" fmla="*/ 681359 w 781175"/>
                  <a:gd name="connsiteY2" fmla="*/ 39326 h 1357104"/>
                  <a:gd name="connsiteX3" fmla="*/ 757186 w 781175"/>
                  <a:gd name="connsiteY3" fmla="*/ 170418 h 1357104"/>
                  <a:gd name="connsiteX4" fmla="*/ 633136 w 781175"/>
                  <a:gd name="connsiteY4" fmla="*/ 197019 h 1357104"/>
                  <a:gd name="connsiteX5" fmla="*/ 695683 w 781175"/>
                  <a:gd name="connsiteY5" fmla="*/ 290725 h 1357104"/>
                  <a:gd name="connsiteX6" fmla="*/ 653302 w 781175"/>
                  <a:gd name="connsiteY6" fmla="*/ 618940 h 1357104"/>
                  <a:gd name="connsiteX7" fmla="*/ 781175 w 781175"/>
                  <a:gd name="connsiteY7" fmla="*/ 673266 h 1357104"/>
                  <a:gd name="connsiteX8" fmla="*/ 634009 w 781175"/>
                  <a:gd name="connsiteY8" fmla="*/ 721895 h 1357104"/>
                  <a:gd name="connsiteX9" fmla="*/ 601559 w 781175"/>
                  <a:gd name="connsiteY9" fmla="*/ 1109375 h 1357104"/>
                  <a:gd name="connsiteX10" fmla="*/ 605711 w 781175"/>
                  <a:gd name="connsiteY10" fmla="*/ 1355370 h 1357104"/>
                  <a:gd name="connsiteX11" fmla="*/ 394729 w 781175"/>
                  <a:gd name="connsiteY11" fmla="*/ 1184316 h 1357104"/>
                  <a:gd name="connsiteX12" fmla="*/ 443902 w 781175"/>
                  <a:gd name="connsiteY12" fmla="*/ 783980 h 1357104"/>
                  <a:gd name="connsiteX13" fmla="*/ 153234 w 781175"/>
                  <a:gd name="connsiteY13" fmla="*/ 892212 h 1357104"/>
                  <a:gd name="connsiteX14" fmla="*/ 82229 w 781175"/>
                  <a:gd name="connsiteY14" fmla="*/ 890217 h 1357104"/>
                  <a:gd name="connsiteX15" fmla="*/ 1996 w 781175"/>
                  <a:gd name="connsiteY15" fmla="*/ 775584 h 1357104"/>
                  <a:gd name="connsiteX16" fmla="*/ 44316 w 781175"/>
                  <a:gd name="connsiteY16" fmla="*/ 724545 h 1357104"/>
                  <a:gd name="connsiteX17" fmla="*/ 297487 w 781175"/>
                  <a:gd name="connsiteY17" fmla="*/ 623628 h 1357104"/>
                  <a:gd name="connsiteX18" fmla="*/ 218252 w 781175"/>
                  <a:gd name="connsiteY18" fmla="*/ 484140 h 1357104"/>
                  <a:gd name="connsiteX19" fmla="*/ 292665 w 781175"/>
                  <a:gd name="connsiteY19" fmla="*/ 283305 h 1357104"/>
                  <a:gd name="connsiteX20" fmla="*/ 214760 w 781175"/>
                  <a:gd name="connsiteY20" fmla="*/ 264269 h 1357104"/>
                  <a:gd name="connsiteX21" fmla="*/ 122637 w 781175"/>
                  <a:gd name="connsiteY21" fmla="*/ 116552 h 1357104"/>
                  <a:gd name="connsiteX22" fmla="*/ 518897 w 781175"/>
                  <a:gd name="connsiteY22" fmla="*/ 17880 h 1357104"/>
                  <a:gd name="connsiteX23" fmla="*/ 462443 w 781175"/>
                  <a:gd name="connsiteY23" fmla="*/ 241076 h 1357104"/>
                  <a:gd name="connsiteX24" fmla="*/ 473002 w 781175"/>
                  <a:gd name="connsiteY24" fmla="*/ 312067 h 1357104"/>
                  <a:gd name="connsiteX25" fmla="*/ 511581 w 781175"/>
                  <a:gd name="connsiteY25" fmla="*/ 326864 h 1357104"/>
                  <a:gd name="connsiteX26" fmla="*/ 528791 w 781175"/>
                  <a:gd name="connsiteY26" fmla="*/ 223952 h 1357104"/>
                  <a:gd name="connsiteX27" fmla="*/ 462443 w 781175"/>
                  <a:gd name="connsiteY27" fmla="*/ 241076 h 1357104"/>
                  <a:gd name="connsiteX28" fmla="*/ 450803 w 781175"/>
                  <a:gd name="connsiteY28" fmla="*/ 377904 h 1357104"/>
                  <a:gd name="connsiteX29" fmla="*/ 436087 w 781175"/>
                  <a:gd name="connsiteY29" fmla="*/ 419966 h 1357104"/>
                  <a:gd name="connsiteX30" fmla="*/ 464522 w 781175"/>
                  <a:gd name="connsiteY30" fmla="*/ 389957 h 1357104"/>
                  <a:gd name="connsiteX31" fmla="*/ 450803 w 781175"/>
                  <a:gd name="connsiteY31" fmla="*/ 377904 h 1357104"/>
                  <a:gd name="connsiteX32" fmla="*/ 388612 w 781175"/>
                  <a:gd name="connsiteY32" fmla="*/ 544824 h 1357104"/>
                  <a:gd name="connsiteX33" fmla="*/ 370487 w 781175"/>
                  <a:gd name="connsiteY33" fmla="*/ 597194 h 1357104"/>
                  <a:gd name="connsiteX34" fmla="*/ 428687 w 781175"/>
                  <a:gd name="connsiteY34" fmla="*/ 577825 h 1357104"/>
                  <a:gd name="connsiteX35" fmla="*/ 388612 w 781175"/>
                  <a:gd name="connsiteY35" fmla="*/ 544824 h 1357104"/>
                  <a:gd name="connsiteX0" fmla="*/ 518897 w 781175"/>
                  <a:gd name="connsiteY0" fmla="*/ 17880 h 1357104"/>
                  <a:gd name="connsiteX1" fmla="*/ 619334 w 781175"/>
                  <a:gd name="connsiteY1" fmla="*/ 340 h 1357104"/>
                  <a:gd name="connsiteX2" fmla="*/ 681359 w 781175"/>
                  <a:gd name="connsiteY2" fmla="*/ 39326 h 1357104"/>
                  <a:gd name="connsiteX3" fmla="*/ 757186 w 781175"/>
                  <a:gd name="connsiteY3" fmla="*/ 170418 h 1357104"/>
                  <a:gd name="connsiteX4" fmla="*/ 633136 w 781175"/>
                  <a:gd name="connsiteY4" fmla="*/ 197019 h 1357104"/>
                  <a:gd name="connsiteX5" fmla="*/ 695683 w 781175"/>
                  <a:gd name="connsiteY5" fmla="*/ 290725 h 1357104"/>
                  <a:gd name="connsiteX6" fmla="*/ 653302 w 781175"/>
                  <a:gd name="connsiteY6" fmla="*/ 618940 h 1357104"/>
                  <a:gd name="connsiteX7" fmla="*/ 781175 w 781175"/>
                  <a:gd name="connsiteY7" fmla="*/ 673266 h 1357104"/>
                  <a:gd name="connsiteX8" fmla="*/ 634009 w 781175"/>
                  <a:gd name="connsiteY8" fmla="*/ 721895 h 1357104"/>
                  <a:gd name="connsiteX9" fmla="*/ 601559 w 781175"/>
                  <a:gd name="connsiteY9" fmla="*/ 1109375 h 1357104"/>
                  <a:gd name="connsiteX10" fmla="*/ 605711 w 781175"/>
                  <a:gd name="connsiteY10" fmla="*/ 1355370 h 1357104"/>
                  <a:gd name="connsiteX11" fmla="*/ 394729 w 781175"/>
                  <a:gd name="connsiteY11" fmla="*/ 1184316 h 1357104"/>
                  <a:gd name="connsiteX12" fmla="*/ 443902 w 781175"/>
                  <a:gd name="connsiteY12" fmla="*/ 783980 h 1357104"/>
                  <a:gd name="connsiteX13" fmla="*/ 153234 w 781175"/>
                  <a:gd name="connsiteY13" fmla="*/ 892212 h 1357104"/>
                  <a:gd name="connsiteX14" fmla="*/ 82229 w 781175"/>
                  <a:gd name="connsiteY14" fmla="*/ 890217 h 1357104"/>
                  <a:gd name="connsiteX15" fmla="*/ 1996 w 781175"/>
                  <a:gd name="connsiteY15" fmla="*/ 775584 h 1357104"/>
                  <a:gd name="connsiteX16" fmla="*/ 44316 w 781175"/>
                  <a:gd name="connsiteY16" fmla="*/ 724545 h 1357104"/>
                  <a:gd name="connsiteX17" fmla="*/ 297487 w 781175"/>
                  <a:gd name="connsiteY17" fmla="*/ 623628 h 1357104"/>
                  <a:gd name="connsiteX18" fmla="*/ 218252 w 781175"/>
                  <a:gd name="connsiteY18" fmla="*/ 484140 h 1357104"/>
                  <a:gd name="connsiteX19" fmla="*/ 292665 w 781175"/>
                  <a:gd name="connsiteY19" fmla="*/ 283305 h 1357104"/>
                  <a:gd name="connsiteX20" fmla="*/ 214760 w 781175"/>
                  <a:gd name="connsiteY20" fmla="*/ 264269 h 1357104"/>
                  <a:gd name="connsiteX21" fmla="*/ 122637 w 781175"/>
                  <a:gd name="connsiteY21" fmla="*/ 116552 h 1357104"/>
                  <a:gd name="connsiteX22" fmla="*/ 518897 w 781175"/>
                  <a:gd name="connsiteY22" fmla="*/ 17880 h 1357104"/>
                  <a:gd name="connsiteX23" fmla="*/ 462443 w 781175"/>
                  <a:gd name="connsiteY23" fmla="*/ 241076 h 1357104"/>
                  <a:gd name="connsiteX24" fmla="*/ 473002 w 781175"/>
                  <a:gd name="connsiteY24" fmla="*/ 312067 h 1357104"/>
                  <a:gd name="connsiteX25" fmla="*/ 511581 w 781175"/>
                  <a:gd name="connsiteY25" fmla="*/ 326864 h 1357104"/>
                  <a:gd name="connsiteX26" fmla="*/ 528791 w 781175"/>
                  <a:gd name="connsiteY26" fmla="*/ 223952 h 1357104"/>
                  <a:gd name="connsiteX27" fmla="*/ 462443 w 781175"/>
                  <a:gd name="connsiteY27" fmla="*/ 241076 h 1357104"/>
                  <a:gd name="connsiteX28" fmla="*/ 450803 w 781175"/>
                  <a:gd name="connsiteY28" fmla="*/ 377904 h 1357104"/>
                  <a:gd name="connsiteX29" fmla="*/ 436087 w 781175"/>
                  <a:gd name="connsiteY29" fmla="*/ 419966 h 1357104"/>
                  <a:gd name="connsiteX30" fmla="*/ 464522 w 781175"/>
                  <a:gd name="connsiteY30" fmla="*/ 389957 h 1357104"/>
                  <a:gd name="connsiteX31" fmla="*/ 450803 w 781175"/>
                  <a:gd name="connsiteY31" fmla="*/ 377904 h 1357104"/>
                  <a:gd name="connsiteX32" fmla="*/ 388612 w 781175"/>
                  <a:gd name="connsiteY32" fmla="*/ 544824 h 1357104"/>
                  <a:gd name="connsiteX33" fmla="*/ 370487 w 781175"/>
                  <a:gd name="connsiteY33" fmla="*/ 597194 h 1357104"/>
                  <a:gd name="connsiteX34" fmla="*/ 428687 w 781175"/>
                  <a:gd name="connsiteY34" fmla="*/ 577825 h 1357104"/>
                  <a:gd name="connsiteX35" fmla="*/ 388612 w 781175"/>
                  <a:gd name="connsiteY35" fmla="*/ 544824 h 1357104"/>
                  <a:gd name="connsiteX0" fmla="*/ 518897 w 781175"/>
                  <a:gd name="connsiteY0" fmla="*/ 17880 h 1359178"/>
                  <a:gd name="connsiteX1" fmla="*/ 619334 w 781175"/>
                  <a:gd name="connsiteY1" fmla="*/ 340 h 1359178"/>
                  <a:gd name="connsiteX2" fmla="*/ 681359 w 781175"/>
                  <a:gd name="connsiteY2" fmla="*/ 39326 h 1359178"/>
                  <a:gd name="connsiteX3" fmla="*/ 757186 w 781175"/>
                  <a:gd name="connsiteY3" fmla="*/ 170418 h 1359178"/>
                  <a:gd name="connsiteX4" fmla="*/ 633136 w 781175"/>
                  <a:gd name="connsiteY4" fmla="*/ 197019 h 1359178"/>
                  <a:gd name="connsiteX5" fmla="*/ 695683 w 781175"/>
                  <a:gd name="connsiteY5" fmla="*/ 290725 h 1359178"/>
                  <a:gd name="connsiteX6" fmla="*/ 653302 w 781175"/>
                  <a:gd name="connsiteY6" fmla="*/ 618940 h 1359178"/>
                  <a:gd name="connsiteX7" fmla="*/ 781175 w 781175"/>
                  <a:gd name="connsiteY7" fmla="*/ 673266 h 1359178"/>
                  <a:gd name="connsiteX8" fmla="*/ 634009 w 781175"/>
                  <a:gd name="connsiteY8" fmla="*/ 721895 h 1359178"/>
                  <a:gd name="connsiteX9" fmla="*/ 601559 w 781175"/>
                  <a:gd name="connsiteY9" fmla="*/ 1109375 h 1359178"/>
                  <a:gd name="connsiteX10" fmla="*/ 605711 w 781175"/>
                  <a:gd name="connsiteY10" fmla="*/ 1355370 h 1359178"/>
                  <a:gd name="connsiteX11" fmla="*/ 394729 w 781175"/>
                  <a:gd name="connsiteY11" fmla="*/ 1184316 h 1359178"/>
                  <a:gd name="connsiteX12" fmla="*/ 443902 w 781175"/>
                  <a:gd name="connsiteY12" fmla="*/ 783980 h 1359178"/>
                  <a:gd name="connsiteX13" fmla="*/ 153234 w 781175"/>
                  <a:gd name="connsiteY13" fmla="*/ 892212 h 1359178"/>
                  <a:gd name="connsiteX14" fmla="*/ 82229 w 781175"/>
                  <a:gd name="connsiteY14" fmla="*/ 890217 h 1359178"/>
                  <a:gd name="connsiteX15" fmla="*/ 1996 w 781175"/>
                  <a:gd name="connsiteY15" fmla="*/ 775584 h 1359178"/>
                  <a:gd name="connsiteX16" fmla="*/ 44316 w 781175"/>
                  <a:gd name="connsiteY16" fmla="*/ 724545 h 1359178"/>
                  <a:gd name="connsiteX17" fmla="*/ 297487 w 781175"/>
                  <a:gd name="connsiteY17" fmla="*/ 623628 h 1359178"/>
                  <a:gd name="connsiteX18" fmla="*/ 218252 w 781175"/>
                  <a:gd name="connsiteY18" fmla="*/ 484140 h 1359178"/>
                  <a:gd name="connsiteX19" fmla="*/ 292665 w 781175"/>
                  <a:gd name="connsiteY19" fmla="*/ 283305 h 1359178"/>
                  <a:gd name="connsiteX20" fmla="*/ 214760 w 781175"/>
                  <a:gd name="connsiteY20" fmla="*/ 264269 h 1359178"/>
                  <a:gd name="connsiteX21" fmla="*/ 122637 w 781175"/>
                  <a:gd name="connsiteY21" fmla="*/ 116552 h 1359178"/>
                  <a:gd name="connsiteX22" fmla="*/ 518897 w 781175"/>
                  <a:gd name="connsiteY22" fmla="*/ 17880 h 1359178"/>
                  <a:gd name="connsiteX23" fmla="*/ 462443 w 781175"/>
                  <a:gd name="connsiteY23" fmla="*/ 241076 h 1359178"/>
                  <a:gd name="connsiteX24" fmla="*/ 473002 w 781175"/>
                  <a:gd name="connsiteY24" fmla="*/ 312067 h 1359178"/>
                  <a:gd name="connsiteX25" fmla="*/ 511581 w 781175"/>
                  <a:gd name="connsiteY25" fmla="*/ 326864 h 1359178"/>
                  <a:gd name="connsiteX26" fmla="*/ 528791 w 781175"/>
                  <a:gd name="connsiteY26" fmla="*/ 223952 h 1359178"/>
                  <a:gd name="connsiteX27" fmla="*/ 462443 w 781175"/>
                  <a:gd name="connsiteY27" fmla="*/ 241076 h 1359178"/>
                  <a:gd name="connsiteX28" fmla="*/ 450803 w 781175"/>
                  <a:gd name="connsiteY28" fmla="*/ 377904 h 1359178"/>
                  <a:gd name="connsiteX29" fmla="*/ 436087 w 781175"/>
                  <a:gd name="connsiteY29" fmla="*/ 419966 h 1359178"/>
                  <a:gd name="connsiteX30" fmla="*/ 464522 w 781175"/>
                  <a:gd name="connsiteY30" fmla="*/ 389957 h 1359178"/>
                  <a:gd name="connsiteX31" fmla="*/ 450803 w 781175"/>
                  <a:gd name="connsiteY31" fmla="*/ 377904 h 1359178"/>
                  <a:gd name="connsiteX32" fmla="*/ 388612 w 781175"/>
                  <a:gd name="connsiteY32" fmla="*/ 544824 h 1359178"/>
                  <a:gd name="connsiteX33" fmla="*/ 370487 w 781175"/>
                  <a:gd name="connsiteY33" fmla="*/ 597194 h 1359178"/>
                  <a:gd name="connsiteX34" fmla="*/ 428687 w 781175"/>
                  <a:gd name="connsiteY34" fmla="*/ 577825 h 1359178"/>
                  <a:gd name="connsiteX35" fmla="*/ 388612 w 781175"/>
                  <a:gd name="connsiteY35" fmla="*/ 544824 h 1359178"/>
                  <a:gd name="connsiteX0" fmla="*/ 518897 w 781175"/>
                  <a:gd name="connsiteY0" fmla="*/ 17880 h 1359178"/>
                  <a:gd name="connsiteX1" fmla="*/ 619334 w 781175"/>
                  <a:gd name="connsiteY1" fmla="*/ 340 h 1359178"/>
                  <a:gd name="connsiteX2" fmla="*/ 681359 w 781175"/>
                  <a:gd name="connsiteY2" fmla="*/ 39326 h 1359178"/>
                  <a:gd name="connsiteX3" fmla="*/ 757186 w 781175"/>
                  <a:gd name="connsiteY3" fmla="*/ 170418 h 1359178"/>
                  <a:gd name="connsiteX4" fmla="*/ 633136 w 781175"/>
                  <a:gd name="connsiteY4" fmla="*/ 197019 h 1359178"/>
                  <a:gd name="connsiteX5" fmla="*/ 695683 w 781175"/>
                  <a:gd name="connsiteY5" fmla="*/ 290725 h 1359178"/>
                  <a:gd name="connsiteX6" fmla="*/ 653302 w 781175"/>
                  <a:gd name="connsiteY6" fmla="*/ 618940 h 1359178"/>
                  <a:gd name="connsiteX7" fmla="*/ 781175 w 781175"/>
                  <a:gd name="connsiteY7" fmla="*/ 673266 h 1359178"/>
                  <a:gd name="connsiteX8" fmla="*/ 634009 w 781175"/>
                  <a:gd name="connsiteY8" fmla="*/ 721895 h 1359178"/>
                  <a:gd name="connsiteX9" fmla="*/ 601559 w 781175"/>
                  <a:gd name="connsiteY9" fmla="*/ 1109375 h 1359178"/>
                  <a:gd name="connsiteX10" fmla="*/ 605711 w 781175"/>
                  <a:gd name="connsiteY10" fmla="*/ 1355370 h 1359178"/>
                  <a:gd name="connsiteX11" fmla="*/ 394729 w 781175"/>
                  <a:gd name="connsiteY11" fmla="*/ 1184316 h 1359178"/>
                  <a:gd name="connsiteX12" fmla="*/ 443902 w 781175"/>
                  <a:gd name="connsiteY12" fmla="*/ 783980 h 1359178"/>
                  <a:gd name="connsiteX13" fmla="*/ 153234 w 781175"/>
                  <a:gd name="connsiteY13" fmla="*/ 892212 h 1359178"/>
                  <a:gd name="connsiteX14" fmla="*/ 82229 w 781175"/>
                  <a:gd name="connsiteY14" fmla="*/ 890217 h 1359178"/>
                  <a:gd name="connsiteX15" fmla="*/ 1996 w 781175"/>
                  <a:gd name="connsiteY15" fmla="*/ 775584 h 1359178"/>
                  <a:gd name="connsiteX16" fmla="*/ 44316 w 781175"/>
                  <a:gd name="connsiteY16" fmla="*/ 724545 h 1359178"/>
                  <a:gd name="connsiteX17" fmla="*/ 297487 w 781175"/>
                  <a:gd name="connsiteY17" fmla="*/ 623628 h 1359178"/>
                  <a:gd name="connsiteX18" fmla="*/ 218252 w 781175"/>
                  <a:gd name="connsiteY18" fmla="*/ 484140 h 1359178"/>
                  <a:gd name="connsiteX19" fmla="*/ 292665 w 781175"/>
                  <a:gd name="connsiteY19" fmla="*/ 283305 h 1359178"/>
                  <a:gd name="connsiteX20" fmla="*/ 214760 w 781175"/>
                  <a:gd name="connsiteY20" fmla="*/ 264269 h 1359178"/>
                  <a:gd name="connsiteX21" fmla="*/ 122637 w 781175"/>
                  <a:gd name="connsiteY21" fmla="*/ 116552 h 1359178"/>
                  <a:gd name="connsiteX22" fmla="*/ 518897 w 781175"/>
                  <a:gd name="connsiteY22" fmla="*/ 17880 h 1359178"/>
                  <a:gd name="connsiteX23" fmla="*/ 462443 w 781175"/>
                  <a:gd name="connsiteY23" fmla="*/ 241076 h 1359178"/>
                  <a:gd name="connsiteX24" fmla="*/ 473002 w 781175"/>
                  <a:gd name="connsiteY24" fmla="*/ 312067 h 1359178"/>
                  <a:gd name="connsiteX25" fmla="*/ 511581 w 781175"/>
                  <a:gd name="connsiteY25" fmla="*/ 326864 h 1359178"/>
                  <a:gd name="connsiteX26" fmla="*/ 528791 w 781175"/>
                  <a:gd name="connsiteY26" fmla="*/ 223952 h 1359178"/>
                  <a:gd name="connsiteX27" fmla="*/ 462443 w 781175"/>
                  <a:gd name="connsiteY27" fmla="*/ 241076 h 1359178"/>
                  <a:gd name="connsiteX28" fmla="*/ 450803 w 781175"/>
                  <a:gd name="connsiteY28" fmla="*/ 377904 h 1359178"/>
                  <a:gd name="connsiteX29" fmla="*/ 436087 w 781175"/>
                  <a:gd name="connsiteY29" fmla="*/ 419966 h 1359178"/>
                  <a:gd name="connsiteX30" fmla="*/ 464522 w 781175"/>
                  <a:gd name="connsiteY30" fmla="*/ 389957 h 1359178"/>
                  <a:gd name="connsiteX31" fmla="*/ 450803 w 781175"/>
                  <a:gd name="connsiteY31" fmla="*/ 377904 h 1359178"/>
                  <a:gd name="connsiteX32" fmla="*/ 388612 w 781175"/>
                  <a:gd name="connsiteY32" fmla="*/ 544824 h 1359178"/>
                  <a:gd name="connsiteX33" fmla="*/ 370487 w 781175"/>
                  <a:gd name="connsiteY33" fmla="*/ 597194 h 1359178"/>
                  <a:gd name="connsiteX34" fmla="*/ 428687 w 781175"/>
                  <a:gd name="connsiteY34" fmla="*/ 577825 h 1359178"/>
                  <a:gd name="connsiteX35" fmla="*/ 388612 w 781175"/>
                  <a:gd name="connsiteY35" fmla="*/ 544824 h 1359178"/>
                  <a:gd name="connsiteX0" fmla="*/ 518897 w 781175"/>
                  <a:gd name="connsiteY0" fmla="*/ 17880 h 1362742"/>
                  <a:gd name="connsiteX1" fmla="*/ 619334 w 781175"/>
                  <a:gd name="connsiteY1" fmla="*/ 340 h 1362742"/>
                  <a:gd name="connsiteX2" fmla="*/ 681359 w 781175"/>
                  <a:gd name="connsiteY2" fmla="*/ 39326 h 1362742"/>
                  <a:gd name="connsiteX3" fmla="*/ 757186 w 781175"/>
                  <a:gd name="connsiteY3" fmla="*/ 170418 h 1362742"/>
                  <a:gd name="connsiteX4" fmla="*/ 633136 w 781175"/>
                  <a:gd name="connsiteY4" fmla="*/ 197019 h 1362742"/>
                  <a:gd name="connsiteX5" fmla="*/ 695683 w 781175"/>
                  <a:gd name="connsiteY5" fmla="*/ 290725 h 1362742"/>
                  <a:gd name="connsiteX6" fmla="*/ 653302 w 781175"/>
                  <a:gd name="connsiteY6" fmla="*/ 618940 h 1362742"/>
                  <a:gd name="connsiteX7" fmla="*/ 781175 w 781175"/>
                  <a:gd name="connsiteY7" fmla="*/ 673266 h 1362742"/>
                  <a:gd name="connsiteX8" fmla="*/ 634009 w 781175"/>
                  <a:gd name="connsiteY8" fmla="*/ 721895 h 1362742"/>
                  <a:gd name="connsiteX9" fmla="*/ 601559 w 781175"/>
                  <a:gd name="connsiteY9" fmla="*/ 1109375 h 1362742"/>
                  <a:gd name="connsiteX10" fmla="*/ 605711 w 781175"/>
                  <a:gd name="connsiteY10" fmla="*/ 1355370 h 1362742"/>
                  <a:gd name="connsiteX11" fmla="*/ 394729 w 781175"/>
                  <a:gd name="connsiteY11" fmla="*/ 1184316 h 1362742"/>
                  <a:gd name="connsiteX12" fmla="*/ 443902 w 781175"/>
                  <a:gd name="connsiteY12" fmla="*/ 783980 h 1362742"/>
                  <a:gd name="connsiteX13" fmla="*/ 153234 w 781175"/>
                  <a:gd name="connsiteY13" fmla="*/ 892212 h 1362742"/>
                  <a:gd name="connsiteX14" fmla="*/ 82229 w 781175"/>
                  <a:gd name="connsiteY14" fmla="*/ 890217 h 1362742"/>
                  <a:gd name="connsiteX15" fmla="*/ 1996 w 781175"/>
                  <a:gd name="connsiteY15" fmla="*/ 775584 h 1362742"/>
                  <a:gd name="connsiteX16" fmla="*/ 44316 w 781175"/>
                  <a:gd name="connsiteY16" fmla="*/ 724545 h 1362742"/>
                  <a:gd name="connsiteX17" fmla="*/ 297487 w 781175"/>
                  <a:gd name="connsiteY17" fmla="*/ 623628 h 1362742"/>
                  <a:gd name="connsiteX18" fmla="*/ 218252 w 781175"/>
                  <a:gd name="connsiteY18" fmla="*/ 484140 h 1362742"/>
                  <a:gd name="connsiteX19" fmla="*/ 292665 w 781175"/>
                  <a:gd name="connsiteY19" fmla="*/ 283305 h 1362742"/>
                  <a:gd name="connsiteX20" fmla="*/ 214760 w 781175"/>
                  <a:gd name="connsiteY20" fmla="*/ 264269 h 1362742"/>
                  <a:gd name="connsiteX21" fmla="*/ 122637 w 781175"/>
                  <a:gd name="connsiteY21" fmla="*/ 116552 h 1362742"/>
                  <a:gd name="connsiteX22" fmla="*/ 518897 w 781175"/>
                  <a:gd name="connsiteY22" fmla="*/ 17880 h 1362742"/>
                  <a:gd name="connsiteX23" fmla="*/ 462443 w 781175"/>
                  <a:gd name="connsiteY23" fmla="*/ 241076 h 1362742"/>
                  <a:gd name="connsiteX24" fmla="*/ 473002 w 781175"/>
                  <a:gd name="connsiteY24" fmla="*/ 312067 h 1362742"/>
                  <a:gd name="connsiteX25" fmla="*/ 511581 w 781175"/>
                  <a:gd name="connsiteY25" fmla="*/ 326864 h 1362742"/>
                  <a:gd name="connsiteX26" fmla="*/ 528791 w 781175"/>
                  <a:gd name="connsiteY26" fmla="*/ 223952 h 1362742"/>
                  <a:gd name="connsiteX27" fmla="*/ 462443 w 781175"/>
                  <a:gd name="connsiteY27" fmla="*/ 241076 h 1362742"/>
                  <a:gd name="connsiteX28" fmla="*/ 450803 w 781175"/>
                  <a:gd name="connsiteY28" fmla="*/ 377904 h 1362742"/>
                  <a:gd name="connsiteX29" fmla="*/ 436087 w 781175"/>
                  <a:gd name="connsiteY29" fmla="*/ 419966 h 1362742"/>
                  <a:gd name="connsiteX30" fmla="*/ 464522 w 781175"/>
                  <a:gd name="connsiteY30" fmla="*/ 389957 h 1362742"/>
                  <a:gd name="connsiteX31" fmla="*/ 450803 w 781175"/>
                  <a:gd name="connsiteY31" fmla="*/ 377904 h 1362742"/>
                  <a:gd name="connsiteX32" fmla="*/ 388612 w 781175"/>
                  <a:gd name="connsiteY32" fmla="*/ 544824 h 1362742"/>
                  <a:gd name="connsiteX33" fmla="*/ 370487 w 781175"/>
                  <a:gd name="connsiteY33" fmla="*/ 597194 h 1362742"/>
                  <a:gd name="connsiteX34" fmla="*/ 428687 w 781175"/>
                  <a:gd name="connsiteY34" fmla="*/ 577825 h 1362742"/>
                  <a:gd name="connsiteX35" fmla="*/ 388612 w 781175"/>
                  <a:gd name="connsiteY35" fmla="*/ 544824 h 1362742"/>
                  <a:gd name="connsiteX0" fmla="*/ 518897 w 781175"/>
                  <a:gd name="connsiteY0" fmla="*/ 17880 h 1206657"/>
                  <a:gd name="connsiteX1" fmla="*/ 619334 w 781175"/>
                  <a:gd name="connsiteY1" fmla="*/ 340 h 1206657"/>
                  <a:gd name="connsiteX2" fmla="*/ 681359 w 781175"/>
                  <a:gd name="connsiteY2" fmla="*/ 39326 h 1206657"/>
                  <a:gd name="connsiteX3" fmla="*/ 757186 w 781175"/>
                  <a:gd name="connsiteY3" fmla="*/ 170418 h 1206657"/>
                  <a:gd name="connsiteX4" fmla="*/ 633136 w 781175"/>
                  <a:gd name="connsiteY4" fmla="*/ 197019 h 1206657"/>
                  <a:gd name="connsiteX5" fmla="*/ 695683 w 781175"/>
                  <a:gd name="connsiteY5" fmla="*/ 290725 h 1206657"/>
                  <a:gd name="connsiteX6" fmla="*/ 653302 w 781175"/>
                  <a:gd name="connsiteY6" fmla="*/ 618940 h 1206657"/>
                  <a:gd name="connsiteX7" fmla="*/ 781175 w 781175"/>
                  <a:gd name="connsiteY7" fmla="*/ 673266 h 1206657"/>
                  <a:gd name="connsiteX8" fmla="*/ 634009 w 781175"/>
                  <a:gd name="connsiteY8" fmla="*/ 721895 h 1206657"/>
                  <a:gd name="connsiteX9" fmla="*/ 601559 w 781175"/>
                  <a:gd name="connsiteY9" fmla="*/ 1109375 h 1206657"/>
                  <a:gd name="connsiteX10" fmla="*/ 394729 w 781175"/>
                  <a:gd name="connsiteY10" fmla="*/ 1184316 h 1206657"/>
                  <a:gd name="connsiteX11" fmla="*/ 443902 w 781175"/>
                  <a:gd name="connsiteY11" fmla="*/ 783980 h 1206657"/>
                  <a:gd name="connsiteX12" fmla="*/ 153234 w 781175"/>
                  <a:gd name="connsiteY12" fmla="*/ 892212 h 1206657"/>
                  <a:gd name="connsiteX13" fmla="*/ 82229 w 781175"/>
                  <a:gd name="connsiteY13" fmla="*/ 890217 h 1206657"/>
                  <a:gd name="connsiteX14" fmla="*/ 1996 w 781175"/>
                  <a:gd name="connsiteY14" fmla="*/ 775584 h 1206657"/>
                  <a:gd name="connsiteX15" fmla="*/ 44316 w 781175"/>
                  <a:gd name="connsiteY15" fmla="*/ 724545 h 1206657"/>
                  <a:gd name="connsiteX16" fmla="*/ 297487 w 781175"/>
                  <a:gd name="connsiteY16" fmla="*/ 623628 h 1206657"/>
                  <a:gd name="connsiteX17" fmla="*/ 218252 w 781175"/>
                  <a:gd name="connsiteY17" fmla="*/ 484140 h 1206657"/>
                  <a:gd name="connsiteX18" fmla="*/ 292665 w 781175"/>
                  <a:gd name="connsiteY18" fmla="*/ 283305 h 1206657"/>
                  <a:gd name="connsiteX19" fmla="*/ 214760 w 781175"/>
                  <a:gd name="connsiteY19" fmla="*/ 264269 h 1206657"/>
                  <a:gd name="connsiteX20" fmla="*/ 122637 w 781175"/>
                  <a:gd name="connsiteY20" fmla="*/ 116552 h 1206657"/>
                  <a:gd name="connsiteX21" fmla="*/ 518897 w 781175"/>
                  <a:gd name="connsiteY21" fmla="*/ 17880 h 1206657"/>
                  <a:gd name="connsiteX22" fmla="*/ 462443 w 781175"/>
                  <a:gd name="connsiteY22" fmla="*/ 241076 h 1206657"/>
                  <a:gd name="connsiteX23" fmla="*/ 473002 w 781175"/>
                  <a:gd name="connsiteY23" fmla="*/ 312067 h 1206657"/>
                  <a:gd name="connsiteX24" fmla="*/ 511581 w 781175"/>
                  <a:gd name="connsiteY24" fmla="*/ 326864 h 1206657"/>
                  <a:gd name="connsiteX25" fmla="*/ 528791 w 781175"/>
                  <a:gd name="connsiteY25" fmla="*/ 223952 h 1206657"/>
                  <a:gd name="connsiteX26" fmla="*/ 462443 w 781175"/>
                  <a:gd name="connsiteY26" fmla="*/ 241076 h 1206657"/>
                  <a:gd name="connsiteX27" fmla="*/ 450803 w 781175"/>
                  <a:gd name="connsiteY27" fmla="*/ 377904 h 1206657"/>
                  <a:gd name="connsiteX28" fmla="*/ 436087 w 781175"/>
                  <a:gd name="connsiteY28" fmla="*/ 419966 h 1206657"/>
                  <a:gd name="connsiteX29" fmla="*/ 464522 w 781175"/>
                  <a:gd name="connsiteY29" fmla="*/ 389957 h 1206657"/>
                  <a:gd name="connsiteX30" fmla="*/ 450803 w 781175"/>
                  <a:gd name="connsiteY30" fmla="*/ 377904 h 1206657"/>
                  <a:gd name="connsiteX31" fmla="*/ 388612 w 781175"/>
                  <a:gd name="connsiteY31" fmla="*/ 544824 h 1206657"/>
                  <a:gd name="connsiteX32" fmla="*/ 370487 w 781175"/>
                  <a:gd name="connsiteY32" fmla="*/ 597194 h 1206657"/>
                  <a:gd name="connsiteX33" fmla="*/ 428687 w 781175"/>
                  <a:gd name="connsiteY33" fmla="*/ 577825 h 1206657"/>
                  <a:gd name="connsiteX34" fmla="*/ 388612 w 781175"/>
                  <a:gd name="connsiteY34" fmla="*/ 544824 h 1206657"/>
                  <a:gd name="connsiteX0" fmla="*/ 518897 w 781175"/>
                  <a:gd name="connsiteY0" fmla="*/ 17880 h 1235175"/>
                  <a:gd name="connsiteX1" fmla="*/ 619334 w 781175"/>
                  <a:gd name="connsiteY1" fmla="*/ 340 h 1235175"/>
                  <a:gd name="connsiteX2" fmla="*/ 681359 w 781175"/>
                  <a:gd name="connsiteY2" fmla="*/ 39326 h 1235175"/>
                  <a:gd name="connsiteX3" fmla="*/ 757186 w 781175"/>
                  <a:gd name="connsiteY3" fmla="*/ 170418 h 1235175"/>
                  <a:gd name="connsiteX4" fmla="*/ 633136 w 781175"/>
                  <a:gd name="connsiteY4" fmla="*/ 197019 h 1235175"/>
                  <a:gd name="connsiteX5" fmla="*/ 695683 w 781175"/>
                  <a:gd name="connsiteY5" fmla="*/ 290725 h 1235175"/>
                  <a:gd name="connsiteX6" fmla="*/ 653302 w 781175"/>
                  <a:gd name="connsiteY6" fmla="*/ 618940 h 1235175"/>
                  <a:gd name="connsiteX7" fmla="*/ 781175 w 781175"/>
                  <a:gd name="connsiteY7" fmla="*/ 673266 h 1235175"/>
                  <a:gd name="connsiteX8" fmla="*/ 634009 w 781175"/>
                  <a:gd name="connsiteY8" fmla="*/ 721895 h 1235175"/>
                  <a:gd name="connsiteX9" fmla="*/ 592302 w 781175"/>
                  <a:gd name="connsiteY9" fmla="*/ 1186518 h 1235175"/>
                  <a:gd name="connsiteX10" fmla="*/ 394729 w 781175"/>
                  <a:gd name="connsiteY10" fmla="*/ 1184316 h 1235175"/>
                  <a:gd name="connsiteX11" fmla="*/ 443902 w 781175"/>
                  <a:gd name="connsiteY11" fmla="*/ 783980 h 1235175"/>
                  <a:gd name="connsiteX12" fmla="*/ 153234 w 781175"/>
                  <a:gd name="connsiteY12" fmla="*/ 892212 h 1235175"/>
                  <a:gd name="connsiteX13" fmla="*/ 82229 w 781175"/>
                  <a:gd name="connsiteY13" fmla="*/ 890217 h 1235175"/>
                  <a:gd name="connsiteX14" fmla="*/ 1996 w 781175"/>
                  <a:gd name="connsiteY14" fmla="*/ 775584 h 1235175"/>
                  <a:gd name="connsiteX15" fmla="*/ 44316 w 781175"/>
                  <a:gd name="connsiteY15" fmla="*/ 724545 h 1235175"/>
                  <a:gd name="connsiteX16" fmla="*/ 297487 w 781175"/>
                  <a:gd name="connsiteY16" fmla="*/ 623628 h 1235175"/>
                  <a:gd name="connsiteX17" fmla="*/ 218252 w 781175"/>
                  <a:gd name="connsiteY17" fmla="*/ 484140 h 1235175"/>
                  <a:gd name="connsiteX18" fmla="*/ 292665 w 781175"/>
                  <a:gd name="connsiteY18" fmla="*/ 283305 h 1235175"/>
                  <a:gd name="connsiteX19" fmla="*/ 214760 w 781175"/>
                  <a:gd name="connsiteY19" fmla="*/ 264269 h 1235175"/>
                  <a:gd name="connsiteX20" fmla="*/ 122637 w 781175"/>
                  <a:gd name="connsiteY20" fmla="*/ 116552 h 1235175"/>
                  <a:gd name="connsiteX21" fmla="*/ 518897 w 781175"/>
                  <a:gd name="connsiteY21" fmla="*/ 17880 h 1235175"/>
                  <a:gd name="connsiteX22" fmla="*/ 462443 w 781175"/>
                  <a:gd name="connsiteY22" fmla="*/ 241076 h 1235175"/>
                  <a:gd name="connsiteX23" fmla="*/ 473002 w 781175"/>
                  <a:gd name="connsiteY23" fmla="*/ 312067 h 1235175"/>
                  <a:gd name="connsiteX24" fmla="*/ 511581 w 781175"/>
                  <a:gd name="connsiteY24" fmla="*/ 326864 h 1235175"/>
                  <a:gd name="connsiteX25" fmla="*/ 528791 w 781175"/>
                  <a:gd name="connsiteY25" fmla="*/ 223952 h 1235175"/>
                  <a:gd name="connsiteX26" fmla="*/ 462443 w 781175"/>
                  <a:gd name="connsiteY26" fmla="*/ 241076 h 1235175"/>
                  <a:gd name="connsiteX27" fmla="*/ 450803 w 781175"/>
                  <a:gd name="connsiteY27" fmla="*/ 377904 h 1235175"/>
                  <a:gd name="connsiteX28" fmla="*/ 436087 w 781175"/>
                  <a:gd name="connsiteY28" fmla="*/ 419966 h 1235175"/>
                  <a:gd name="connsiteX29" fmla="*/ 464522 w 781175"/>
                  <a:gd name="connsiteY29" fmla="*/ 389957 h 1235175"/>
                  <a:gd name="connsiteX30" fmla="*/ 450803 w 781175"/>
                  <a:gd name="connsiteY30" fmla="*/ 377904 h 1235175"/>
                  <a:gd name="connsiteX31" fmla="*/ 388612 w 781175"/>
                  <a:gd name="connsiteY31" fmla="*/ 544824 h 1235175"/>
                  <a:gd name="connsiteX32" fmla="*/ 370487 w 781175"/>
                  <a:gd name="connsiteY32" fmla="*/ 597194 h 1235175"/>
                  <a:gd name="connsiteX33" fmla="*/ 428687 w 781175"/>
                  <a:gd name="connsiteY33" fmla="*/ 577825 h 1235175"/>
                  <a:gd name="connsiteX34" fmla="*/ 388612 w 781175"/>
                  <a:gd name="connsiteY34" fmla="*/ 544824 h 1235175"/>
                  <a:gd name="connsiteX0" fmla="*/ 518897 w 781175"/>
                  <a:gd name="connsiteY0" fmla="*/ 17880 h 1299092"/>
                  <a:gd name="connsiteX1" fmla="*/ 619334 w 781175"/>
                  <a:gd name="connsiteY1" fmla="*/ 340 h 1299092"/>
                  <a:gd name="connsiteX2" fmla="*/ 681359 w 781175"/>
                  <a:gd name="connsiteY2" fmla="*/ 39326 h 1299092"/>
                  <a:gd name="connsiteX3" fmla="*/ 757186 w 781175"/>
                  <a:gd name="connsiteY3" fmla="*/ 170418 h 1299092"/>
                  <a:gd name="connsiteX4" fmla="*/ 633136 w 781175"/>
                  <a:gd name="connsiteY4" fmla="*/ 197019 h 1299092"/>
                  <a:gd name="connsiteX5" fmla="*/ 695683 w 781175"/>
                  <a:gd name="connsiteY5" fmla="*/ 290725 h 1299092"/>
                  <a:gd name="connsiteX6" fmla="*/ 653302 w 781175"/>
                  <a:gd name="connsiteY6" fmla="*/ 618940 h 1299092"/>
                  <a:gd name="connsiteX7" fmla="*/ 781175 w 781175"/>
                  <a:gd name="connsiteY7" fmla="*/ 673266 h 1299092"/>
                  <a:gd name="connsiteX8" fmla="*/ 634009 w 781175"/>
                  <a:gd name="connsiteY8" fmla="*/ 721895 h 1299092"/>
                  <a:gd name="connsiteX9" fmla="*/ 592302 w 781175"/>
                  <a:gd name="connsiteY9" fmla="*/ 1186518 h 1299092"/>
                  <a:gd name="connsiteX10" fmla="*/ 379300 w 781175"/>
                  <a:gd name="connsiteY10" fmla="*/ 1279973 h 1299092"/>
                  <a:gd name="connsiteX11" fmla="*/ 443902 w 781175"/>
                  <a:gd name="connsiteY11" fmla="*/ 783980 h 1299092"/>
                  <a:gd name="connsiteX12" fmla="*/ 153234 w 781175"/>
                  <a:gd name="connsiteY12" fmla="*/ 892212 h 1299092"/>
                  <a:gd name="connsiteX13" fmla="*/ 82229 w 781175"/>
                  <a:gd name="connsiteY13" fmla="*/ 890217 h 1299092"/>
                  <a:gd name="connsiteX14" fmla="*/ 1996 w 781175"/>
                  <a:gd name="connsiteY14" fmla="*/ 775584 h 1299092"/>
                  <a:gd name="connsiteX15" fmla="*/ 44316 w 781175"/>
                  <a:gd name="connsiteY15" fmla="*/ 724545 h 1299092"/>
                  <a:gd name="connsiteX16" fmla="*/ 297487 w 781175"/>
                  <a:gd name="connsiteY16" fmla="*/ 623628 h 1299092"/>
                  <a:gd name="connsiteX17" fmla="*/ 218252 w 781175"/>
                  <a:gd name="connsiteY17" fmla="*/ 484140 h 1299092"/>
                  <a:gd name="connsiteX18" fmla="*/ 292665 w 781175"/>
                  <a:gd name="connsiteY18" fmla="*/ 283305 h 1299092"/>
                  <a:gd name="connsiteX19" fmla="*/ 214760 w 781175"/>
                  <a:gd name="connsiteY19" fmla="*/ 264269 h 1299092"/>
                  <a:gd name="connsiteX20" fmla="*/ 122637 w 781175"/>
                  <a:gd name="connsiteY20" fmla="*/ 116552 h 1299092"/>
                  <a:gd name="connsiteX21" fmla="*/ 518897 w 781175"/>
                  <a:gd name="connsiteY21" fmla="*/ 17880 h 1299092"/>
                  <a:gd name="connsiteX22" fmla="*/ 462443 w 781175"/>
                  <a:gd name="connsiteY22" fmla="*/ 241076 h 1299092"/>
                  <a:gd name="connsiteX23" fmla="*/ 473002 w 781175"/>
                  <a:gd name="connsiteY23" fmla="*/ 312067 h 1299092"/>
                  <a:gd name="connsiteX24" fmla="*/ 511581 w 781175"/>
                  <a:gd name="connsiteY24" fmla="*/ 326864 h 1299092"/>
                  <a:gd name="connsiteX25" fmla="*/ 528791 w 781175"/>
                  <a:gd name="connsiteY25" fmla="*/ 223952 h 1299092"/>
                  <a:gd name="connsiteX26" fmla="*/ 462443 w 781175"/>
                  <a:gd name="connsiteY26" fmla="*/ 241076 h 1299092"/>
                  <a:gd name="connsiteX27" fmla="*/ 450803 w 781175"/>
                  <a:gd name="connsiteY27" fmla="*/ 377904 h 1299092"/>
                  <a:gd name="connsiteX28" fmla="*/ 436087 w 781175"/>
                  <a:gd name="connsiteY28" fmla="*/ 419966 h 1299092"/>
                  <a:gd name="connsiteX29" fmla="*/ 464522 w 781175"/>
                  <a:gd name="connsiteY29" fmla="*/ 389957 h 1299092"/>
                  <a:gd name="connsiteX30" fmla="*/ 450803 w 781175"/>
                  <a:gd name="connsiteY30" fmla="*/ 377904 h 1299092"/>
                  <a:gd name="connsiteX31" fmla="*/ 388612 w 781175"/>
                  <a:gd name="connsiteY31" fmla="*/ 544824 h 1299092"/>
                  <a:gd name="connsiteX32" fmla="*/ 370487 w 781175"/>
                  <a:gd name="connsiteY32" fmla="*/ 597194 h 1299092"/>
                  <a:gd name="connsiteX33" fmla="*/ 428687 w 781175"/>
                  <a:gd name="connsiteY33" fmla="*/ 577825 h 1299092"/>
                  <a:gd name="connsiteX34" fmla="*/ 388612 w 781175"/>
                  <a:gd name="connsiteY34" fmla="*/ 544824 h 1299092"/>
                  <a:gd name="connsiteX0" fmla="*/ 518897 w 781175"/>
                  <a:gd name="connsiteY0" fmla="*/ 17880 h 1324293"/>
                  <a:gd name="connsiteX1" fmla="*/ 619334 w 781175"/>
                  <a:gd name="connsiteY1" fmla="*/ 340 h 1324293"/>
                  <a:gd name="connsiteX2" fmla="*/ 681359 w 781175"/>
                  <a:gd name="connsiteY2" fmla="*/ 39326 h 1324293"/>
                  <a:gd name="connsiteX3" fmla="*/ 757186 w 781175"/>
                  <a:gd name="connsiteY3" fmla="*/ 170418 h 1324293"/>
                  <a:gd name="connsiteX4" fmla="*/ 633136 w 781175"/>
                  <a:gd name="connsiteY4" fmla="*/ 197019 h 1324293"/>
                  <a:gd name="connsiteX5" fmla="*/ 695683 w 781175"/>
                  <a:gd name="connsiteY5" fmla="*/ 290725 h 1324293"/>
                  <a:gd name="connsiteX6" fmla="*/ 653302 w 781175"/>
                  <a:gd name="connsiteY6" fmla="*/ 618940 h 1324293"/>
                  <a:gd name="connsiteX7" fmla="*/ 781175 w 781175"/>
                  <a:gd name="connsiteY7" fmla="*/ 673266 h 1324293"/>
                  <a:gd name="connsiteX8" fmla="*/ 634009 w 781175"/>
                  <a:gd name="connsiteY8" fmla="*/ 721895 h 1324293"/>
                  <a:gd name="connsiteX9" fmla="*/ 592302 w 781175"/>
                  <a:gd name="connsiteY9" fmla="*/ 1186518 h 1324293"/>
                  <a:gd name="connsiteX10" fmla="*/ 379300 w 781175"/>
                  <a:gd name="connsiteY10" fmla="*/ 1279973 h 1324293"/>
                  <a:gd name="connsiteX11" fmla="*/ 443902 w 781175"/>
                  <a:gd name="connsiteY11" fmla="*/ 783980 h 1324293"/>
                  <a:gd name="connsiteX12" fmla="*/ 153234 w 781175"/>
                  <a:gd name="connsiteY12" fmla="*/ 892212 h 1324293"/>
                  <a:gd name="connsiteX13" fmla="*/ 82229 w 781175"/>
                  <a:gd name="connsiteY13" fmla="*/ 890217 h 1324293"/>
                  <a:gd name="connsiteX14" fmla="*/ 1996 w 781175"/>
                  <a:gd name="connsiteY14" fmla="*/ 775584 h 1324293"/>
                  <a:gd name="connsiteX15" fmla="*/ 44316 w 781175"/>
                  <a:gd name="connsiteY15" fmla="*/ 724545 h 1324293"/>
                  <a:gd name="connsiteX16" fmla="*/ 297487 w 781175"/>
                  <a:gd name="connsiteY16" fmla="*/ 623628 h 1324293"/>
                  <a:gd name="connsiteX17" fmla="*/ 218252 w 781175"/>
                  <a:gd name="connsiteY17" fmla="*/ 484140 h 1324293"/>
                  <a:gd name="connsiteX18" fmla="*/ 292665 w 781175"/>
                  <a:gd name="connsiteY18" fmla="*/ 283305 h 1324293"/>
                  <a:gd name="connsiteX19" fmla="*/ 214760 w 781175"/>
                  <a:gd name="connsiteY19" fmla="*/ 264269 h 1324293"/>
                  <a:gd name="connsiteX20" fmla="*/ 122637 w 781175"/>
                  <a:gd name="connsiteY20" fmla="*/ 116552 h 1324293"/>
                  <a:gd name="connsiteX21" fmla="*/ 518897 w 781175"/>
                  <a:gd name="connsiteY21" fmla="*/ 17880 h 1324293"/>
                  <a:gd name="connsiteX22" fmla="*/ 462443 w 781175"/>
                  <a:gd name="connsiteY22" fmla="*/ 241076 h 1324293"/>
                  <a:gd name="connsiteX23" fmla="*/ 473002 w 781175"/>
                  <a:gd name="connsiteY23" fmla="*/ 312067 h 1324293"/>
                  <a:gd name="connsiteX24" fmla="*/ 511581 w 781175"/>
                  <a:gd name="connsiteY24" fmla="*/ 326864 h 1324293"/>
                  <a:gd name="connsiteX25" fmla="*/ 528791 w 781175"/>
                  <a:gd name="connsiteY25" fmla="*/ 223952 h 1324293"/>
                  <a:gd name="connsiteX26" fmla="*/ 462443 w 781175"/>
                  <a:gd name="connsiteY26" fmla="*/ 241076 h 1324293"/>
                  <a:gd name="connsiteX27" fmla="*/ 450803 w 781175"/>
                  <a:gd name="connsiteY27" fmla="*/ 377904 h 1324293"/>
                  <a:gd name="connsiteX28" fmla="*/ 436087 w 781175"/>
                  <a:gd name="connsiteY28" fmla="*/ 419966 h 1324293"/>
                  <a:gd name="connsiteX29" fmla="*/ 464522 w 781175"/>
                  <a:gd name="connsiteY29" fmla="*/ 389957 h 1324293"/>
                  <a:gd name="connsiteX30" fmla="*/ 450803 w 781175"/>
                  <a:gd name="connsiteY30" fmla="*/ 377904 h 1324293"/>
                  <a:gd name="connsiteX31" fmla="*/ 388612 w 781175"/>
                  <a:gd name="connsiteY31" fmla="*/ 544824 h 1324293"/>
                  <a:gd name="connsiteX32" fmla="*/ 370487 w 781175"/>
                  <a:gd name="connsiteY32" fmla="*/ 597194 h 1324293"/>
                  <a:gd name="connsiteX33" fmla="*/ 428687 w 781175"/>
                  <a:gd name="connsiteY33" fmla="*/ 577825 h 1324293"/>
                  <a:gd name="connsiteX34" fmla="*/ 388612 w 781175"/>
                  <a:gd name="connsiteY34" fmla="*/ 544824 h 1324293"/>
                  <a:gd name="connsiteX0" fmla="*/ 518897 w 781175"/>
                  <a:gd name="connsiteY0" fmla="*/ 17880 h 1329425"/>
                  <a:gd name="connsiteX1" fmla="*/ 619334 w 781175"/>
                  <a:gd name="connsiteY1" fmla="*/ 340 h 1329425"/>
                  <a:gd name="connsiteX2" fmla="*/ 681359 w 781175"/>
                  <a:gd name="connsiteY2" fmla="*/ 39326 h 1329425"/>
                  <a:gd name="connsiteX3" fmla="*/ 757186 w 781175"/>
                  <a:gd name="connsiteY3" fmla="*/ 170418 h 1329425"/>
                  <a:gd name="connsiteX4" fmla="*/ 633136 w 781175"/>
                  <a:gd name="connsiteY4" fmla="*/ 197019 h 1329425"/>
                  <a:gd name="connsiteX5" fmla="*/ 695683 w 781175"/>
                  <a:gd name="connsiteY5" fmla="*/ 290725 h 1329425"/>
                  <a:gd name="connsiteX6" fmla="*/ 653302 w 781175"/>
                  <a:gd name="connsiteY6" fmla="*/ 618940 h 1329425"/>
                  <a:gd name="connsiteX7" fmla="*/ 781175 w 781175"/>
                  <a:gd name="connsiteY7" fmla="*/ 673266 h 1329425"/>
                  <a:gd name="connsiteX8" fmla="*/ 634009 w 781175"/>
                  <a:gd name="connsiteY8" fmla="*/ 721895 h 1329425"/>
                  <a:gd name="connsiteX9" fmla="*/ 592302 w 781175"/>
                  <a:gd name="connsiteY9" fmla="*/ 1186518 h 1329425"/>
                  <a:gd name="connsiteX10" fmla="*/ 379300 w 781175"/>
                  <a:gd name="connsiteY10" fmla="*/ 1279973 h 1329425"/>
                  <a:gd name="connsiteX11" fmla="*/ 443902 w 781175"/>
                  <a:gd name="connsiteY11" fmla="*/ 783980 h 1329425"/>
                  <a:gd name="connsiteX12" fmla="*/ 153234 w 781175"/>
                  <a:gd name="connsiteY12" fmla="*/ 892212 h 1329425"/>
                  <a:gd name="connsiteX13" fmla="*/ 82229 w 781175"/>
                  <a:gd name="connsiteY13" fmla="*/ 890217 h 1329425"/>
                  <a:gd name="connsiteX14" fmla="*/ 1996 w 781175"/>
                  <a:gd name="connsiteY14" fmla="*/ 775584 h 1329425"/>
                  <a:gd name="connsiteX15" fmla="*/ 44316 w 781175"/>
                  <a:gd name="connsiteY15" fmla="*/ 724545 h 1329425"/>
                  <a:gd name="connsiteX16" fmla="*/ 297487 w 781175"/>
                  <a:gd name="connsiteY16" fmla="*/ 623628 h 1329425"/>
                  <a:gd name="connsiteX17" fmla="*/ 218252 w 781175"/>
                  <a:gd name="connsiteY17" fmla="*/ 484140 h 1329425"/>
                  <a:gd name="connsiteX18" fmla="*/ 292665 w 781175"/>
                  <a:gd name="connsiteY18" fmla="*/ 283305 h 1329425"/>
                  <a:gd name="connsiteX19" fmla="*/ 214760 w 781175"/>
                  <a:gd name="connsiteY19" fmla="*/ 264269 h 1329425"/>
                  <a:gd name="connsiteX20" fmla="*/ 122637 w 781175"/>
                  <a:gd name="connsiteY20" fmla="*/ 116552 h 1329425"/>
                  <a:gd name="connsiteX21" fmla="*/ 518897 w 781175"/>
                  <a:gd name="connsiteY21" fmla="*/ 17880 h 1329425"/>
                  <a:gd name="connsiteX22" fmla="*/ 462443 w 781175"/>
                  <a:gd name="connsiteY22" fmla="*/ 241076 h 1329425"/>
                  <a:gd name="connsiteX23" fmla="*/ 473002 w 781175"/>
                  <a:gd name="connsiteY23" fmla="*/ 312067 h 1329425"/>
                  <a:gd name="connsiteX24" fmla="*/ 511581 w 781175"/>
                  <a:gd name="connsiteY24" fmla="*/ 326864 h 1329425"/>
                  <a:gd name="connsiteX25" fmla="*/ 528791 w 781175"/>
                  <a:gd name="connsiteY25" fmla="*/ 223952 h 1329425"/>
                  <a:gd name="connsiteX26" fmla="*/ 462443 w 781175"/>
                  <a:gd name="connsiteY26" fmla="*/ 241076 h 1329425"/>
                  <a:gd name="connsiteX27" fmla="*/ 450803 w 781175"/>
                  <a:gd name="connsiteY27" fmla="*/ 377904 h 1329425"/>
                  <a:gd name="connsiteX28" fmla="*/ 436087 w 781175"/>
                  <a:gd name="connsiteY28" fmla="*/ 419966 h 1329425"/>
                  <a:gd name="connsiteX29" fmla="*/ 464522 w 781175"/>
                  <a:gd name="connsiteY29" fmla="*/ 389957 h 1329425"/>
                  <a:gd name="connsiteX30" fmla="*/ 450803 w 781175"/>
                  <a:gd name="connsiteY30" fmla="*/ 377904 h 1329425"/>
                  <a:gd name="connsiteX31" fmla="*/ 388612 w 781175"/>
                  <a:gd name="connsiteY31" fmla="*/ 544824 h 1329425"/>
                  <a:gd name="connsiteX32" fmla="*/ 370487 w 781175"/>
                  <a:gd name="connsiteY32" fmla="*/ 597194 h 1329425"/>
                  <a:gd name="connsiteX33" fmla="*/ 428687 w 781175"/>
                  <a:gd name="connsiteY33" fmla="*/ 577825 h 1329425"/>
                  <a:gd name="connsiteX34" fmla="*/ 388612 w 781175"/>
                  <a:gd name="connsiteY34" fmla="*/ 544824 h 1329425"/>
                  <a:gd name="connsiteX0" fmla="*/ 518897 w 781175"/>
                  <a:gd name="connsiteY0" fmla="*/ 17880 h 1332159"/>
                  <a:gd name="connsiteX1" fmla="*/ 619334 w 781175"/>
                  <a:gd name="connsiteY1" fmla="*/ 340 h 1332159"/>
                  <a:gd name="connsiteX2" fmla="*/ 681359 w 781175"/>
                  <a:gd name="connsiteY2" fmla="*/ 39326 h 1332159"/>
                  <a:gd name="connsiteX3" fmla="*/ 757186 w 781175"/>
                  <a:gd name="connsiteY3" fmla="*/ 170418 h 1332159"/>
                  <a:gd name="connsiteX4" fmla="*/ 633136 w 781175"/>
                  <a:gd name="connsiteY4" fmla="*/ 197019 h 1332159"/>
                  <a:gd name="connsiteX5" fmla="*/ 695683 w 781175"/>
                  <a:gd name="connsiteY5" fmla="*/ 290725 h 1332159"/>
                  <a:gd name="connsiteX6" fmla="*/ 653302 w 781175"/>
                  <a:gd name="connsiteY6" fmla="*/ 618940 h 1332159"/>
                  <a:gd name="connsiteX7" fmla="*/ 781175 w 781175"/>
                  <a:gd name="connsiteY7" fmla="*/ 673266 h 1332159"/>
                  <a:gd name="connsiteX8" fmla="*/ 634009 w 781175"/>
                  <a:gd name="connsiteY8" fmla="*/ 721895 h 1332159"/>
                  <a:gd name="connsiteX9" fmla="*/ 592302 w 781175"/>
                  <a:gd name="connsiteY9" fmla="*/ 1186518 h 1332159"/>
                  <a:gd name="connsiteX10" fmla="*/ 379300 w 781175"/>
                  <a:gd name="connsiteY10" fmla="*/ 1279973 h 1332159"/>
                  <a:gd name="connsiteX11" fmla="*/ 443902 w 781175"/>
                  <a:gd name="connsiteY11" fmla="*/ 783980 h 1332159"/>
                  <a:gd name="connsiteX12" fmla="*/ 153234 w 781175"/>
                  <a:gd name="connsiteY12" fmla="*/ 892212 h 1332159"/>
                  <a:gd name="connsiteX13" fmla="*/ 82229 w 781175"/>
                  <a:gd name="connsiteY13" fmla="*/ 890217 h 1332159"/>
                  <a:gd name="connsiteX14" fmla="*/ 1996 w 781175"/>
                  <a:gd name="connsiteY14" fmla="*/ 775584 h 1332159"/>
                  <a:gd name="connsiteX15" fmla="*/ 44316 w 781175"/>
                  <a:gd name="connsiteY15" fmla="*/ 724545 h 1332159"/>
                  <a:gd name="connsiteX16" fmla="*/ 297487 w 781175"/>
                  <a:gd name="connsiteY16" fmla="*/ 623628 h 1332159"/>
                  <a:gd name="connsiteX17" fmla="*/ 218252 w 781175"/>
                  <a:gd name="connsiteY17" fmla="*/ 484140 h 1332159"/>
                  <a:gd name="connsiteX18" fmla="*/ 292665 w 781175"/>
                  <a:gd name="connsiteY18" fmla="*/ 283305 h 1332159"/>
                  <a:gd name="connsiteX19" fmla="*/ 214760 w 781175"/>
                  <a:gd name="connsiteY19" fmla="*/ 264269 h 1332159"/>
                  <a:gd name="connsiteX20" fmla="*/ 122637 w 781175"/>
                  <a:gd name="connsiteY20" fmla="*/ 116552 h 1332159"/>
                  <a:gd name="connsiteX21" fmla="*/ 518897 w 781175"/>
                  <a:gd name="connsiteY21" fmla="*/ 17880 h 1332159"/>
                  <a:gd name="connsiteX22" fmla="*/ 462443 w 781175"/>
                  <a:gd name="connsiteY22" fmla="*/ 241076 h 1332159"/>
                  <a:gd name="connsiteX23" fmla="*/ 473002 w 781175"/>
                  <a:gd name="connsiteY23" fmla="*/ 312067 h 1332159"/>
                  <a:gd name="connsiteX24" fmla="*/ 511581 w 781175"/>
                  <a:gd name="connsiteY24" fmla="*/ 326864 h 1332159"/>
                  <a:gd name="connsiteX25" fmla="*/ 528791 w 781175"/>
                  <a:gd name="connsiteY25" fmla="*/ 223952 h 1332159"/>
                  <a:gd name="connsiteX26" fmla="*/ 462443 w 781175"/>
                  <a:gd name="connsiteY26" fmla="*/ 241076 h 1332159"/>
                  <a:gd name="connsiteX27" fmla="*/ 450803 w 781175"/>
                  <a:gd name="connsiteY27" fmla="*/ 377904 h 1332159"/>
                  <a:gd name="connsiteX28" fmla="*/ 436087 w 781175"/>
                  <a:gd name="connsiteY28" fmla="*/ 419966 h 1332159"/>
                  <a:gd name="connsiteX29" fmla="*/ 464522 w 781175"/>
                  <a:gd name="connsiteY29" fmla="*/ 389957 h 1332159"/>
                  <a:gd name="connsiteX30" fmla="*/ 450803 w 781175"/>
                  <a:gd name="connsiteY30" fmla="*/ 377904 h 1332159"/>
                  <a:gd name="connsiteX31" fmla="*/ 388612 w 781175"/>
                  <a:gd name="connsiteY31" fmla="*/ 544824 h 1332159"/>
                  <a:gd name="connsiteX32" fmla="*/ 370487 w 781175"/>
                  <a:gd name="connsiteY32" fmla="*/ 597194 h 1332159"/>
                  <a:gd name="connsiteX33" fmla="*/ 428687 w 781175"/>
                  <a:gd name="connsiteY33" fmla="*/ 577825 h 1332159"/>
                  <a:gd name="connsiteX34" fmla="*/ 388612 w 781175"/>
                  <a:gd name="connsiteY34" fmla="*/ 544824 h 1332159"/>
                  <a:gd name="connsiteX0" fmla="*/ 518897 w 781175"/>
                  <a:gd name="connsiteY0" fmla="*/ 17880 h 1332159"/>
                  <a:gd name="connsiteX1" fmla="*/ 619334 w 781175"/>
                  <a:gd name="connsiteY1" fmla="*/ 340 h 1332159"/>
                  <a:gd name="connsiteX2" fmla="*/ 681359 w 781175"/>
                  <a:gd name="connsiteY2" fmla="*/ 39326 h 1332159"/>
                  <a:gd name="connsiteX3" fmla="*/ 757186 w 781175"/>
                  <a:gd name="connsiteY3" fmla="*/ 170418 h 1332159"/>
                  <a:gd name="connsiteX4" fmla="*/ 633136 w 781175"/>
                  <a:gd name="connsiteY4" fmla="*/ 197019 h 1332159"/>
                  <a:gd name="connsiteX5" fmla="*/ 695683 w 781175"/>
                  <a:gd name="connsiteY5" fmla="*/ 290725 h 1332159"/>
                  <a:gd name="connsiteX6" fmla="*/ 653302 w 781175"/>
                  <a:gd name="connsiteY6" fmla="*/ 618940 h 1332159"/>
                  <a:gd name="connsiteX7" fmla="*/ 781175 w 781175"/>
                  <a:gd name="connsiteY7" fmla="*/ 673266 h 1332159"/>
                  <a:gd name="connsiteX8" fmla="*/ 634009 w 781175"/>
                  <a:gd name="connsiteY8" fmla="*/ 721895 h 1332159"/>
                  <a:gd name="connsiteX9" fmla="*/ 592302 w 781175"/>
                  <a:gd name="connsiteY9" fmla="*/ 1186518 h 1332159"/>
                  <a:gd name="connsiteX10" fmla="*/ 379300 w 781175"/>
                  <a:gd name="connsiteY10" fmla="*/ 1279973 h 1332159"/>
                  <a:gd name="connsiteX11" fmla="*/ 443902 w 781175"/>
                  <a:gd name="connsiteY11" fmla="*/ 783980 h 1332159"/>
                  <a:gd name="connsiteX12" fmla="*/ 153234 w 781175"/>
                  <a:gd name="connsiteY12" fmla="*/ 892212 h 1332159"/>
                  <a:gd name="connsiteX13" fmla="*/ 82229 w 781175"/>
                  <a:gd name="connsiteY13" fmla="*/ 890217 h 1332159"/>
                  <a:gd name="connsiteX14" fmla="*/ 1996 w 781175"/>
                  <a:gd name="connsiteY14" fmla="*/ 775584 h 1332159"/>
                  <a:gd name="connsiteX15" fmla="*/ 44316 w 781175"/>
                  <a:gd name="connsiteY15" fmla="*/ 724545 h 1332159"/>
                  <a:gd name="connsiteX16" fmla="*/ 297487 w 781175"/>
                  <a:gd name="connsiteY16" fmla="*/ 623628 h 1332159"/>
                  <a:gd name="connsiteX17" fmla="*/ 218252 w 781175"/>
                  <a:gd name="connsiteY17" fmla="*/ 484140 h 1332159"/>
                  <a:gd name="connsiteX18" fmla="*/ 292665 w 781175"/>
                  <a:gd name="connsiteY18" fmla="*/ 283305 h 1332159"/>
                  <a:gd name="connsiteX19" fmla="*/ 214760 w 781175"/>
                  <a:gd name="connsiteY19" fmla="*/ 264269 h 1332159"/>
                  <a:gd name="connsiteX20" fmla="*/ 122637 w 781175"/>
                  <a:gd name="connsiteY20" fmla="*/ 116552 h 1332159"/>
                  <a:gd name="connsiteX21" fmla="*/ 518897 w 781175"/>
                  <a:gd name="connsiteY21" fmla="*/ 17880 h 1332159"/>
                  <a:gd name="connsiteX22" fmla="*/ 462443 w 781175"/>
                  <a:gd name="connsiteY22" fmla="*/ 241076 h 1332159"/>
                  <a:gd name="connsiteX23" fmla="*/ 473002 w 781175"/>
                  <a:gd name="connsiteY23" fmla="*/ 312067 h 1332159"/>
                  <a:gd name="connsiteX24" fmla="*/ 511581 w 781175"/>
                  <a:gd name="connsiteY24" fmla="*/ 326864 h 1332159"/>
                  <a:gd name="connsiteX25" fmla="*/ 528791 w 781175"/>
                  <a:gd name="connsiteY25" fmla="*/ 223952 h 1332159"/>
                  <a:gd name="connsiteX26" fmla="*/ 462443 w 781175"/>
                  <a:gd name="connsiteY26" fmla="*/ 241076 h 1332159"/>
                  <a:gd name="connsiteX27" fmla="*/ 450803 w 781175"/>
                  <a:gd name="connsiteY27" fmla="*/ 377904 h 1332159"/>
                  <a:gd name="connsiteX28" fmla="*/ 436087 w 781175"/>
                  <a:gd name="connsiteY28" fmla="*/ 419966 h 1332159"/>
                  <a:gd name="connsiteX29" fmla="*/ 464522 w 781175"/>
                  <a:gd name="connsiteY29" fmla="*/ 389957 h 1332159"/>
                  <a:gd name="connsiteX30" fmla="*/ 450803 w 781175"/>
                  <a:gd name="connsiteY30" fmla="*/ 377904 h 1332159"/>
                  <a:gd name="connsiteX31" fmla="*/ 388612 w 781175"/>
                  <a:gd name="connsiteY31" fmla="*/ 544824 h 1332159"/>
                  <a:gd name="connsiteX32" fmla="*/ 370487 w 781175"/>
                  <a:gd name="connsiteY32" fmla="*/ 597194 h 1332159"/>
                  <a:gd name="connsiteX33" fmla="*/ 428687 w 781175"/>
                  <a:gd name="connsiteY33" fmla="*/ 577825 h 1332159"/>
                  <a:gd name="connsiteX34" fmla="*/ 388612 w 781175"/>
                  <a:gd name="connsiteY34" fmla="*/ 544824 h 1332159"/>
                  <a:gd name="connsiteX0" fmla="*/ 518897 w 781175"/>
                  <a:gd name="connsiteY0" fmla="*/ 17880 h 1322808"/>
                  <a:gd name="connsiteX1" fmla="*/ 619334 w 781175"/>
                  <a:gd name="connsiteY1" fmla="*/ 340 h 1322808"/>
                  <a:gd name="connsiteX2" fmla="*/ 681359 w 781175"/>
                  <a:gd name="connsiteY2" fmla="*/ 39326 h 1322808"/>
                  <a:gd name="connsiteX3" fmla="*/ 757186 w 781175"/>
                  <a:gd name="connsiteY3" fmla="*/ 170418 h 1322808"/>
                  <a:gd name="connsiteX4" fmla="*/ 633136 w 781175"/>
                  <a:gd name="connsiteY4" fmla="*/ 197019 h 1322808"/>
                  <a:gd name="connsiteX5" fmla="*/ 695683 w 781175"/>
                  <a:gd name="connsiteY5" fmla="*/ 290725 h 1322808"/>
                  <a:gd name="connsiteX6" fmla="*/ 653302 w 781175"/>
                  <a:gd name="connsiteY6" fmla="*/ 618940 h 1322808"/>
                  <a:gd name="connsiteX7" fmla="*/ 781175 w 781175"/>
                  <a:gd name="connsiteY7" fmla="*/ 673266 h 1322808"/>
                  <a:gd name="connsiteX8" fmla="*/ 634009 w 781175"/>
                  <a:gd name="connsiteY8" fmla="*/ 721895 h 1322808"/>
                  <a:gd name="connsiteX9" fmla="*/ 592302 w 781175"/>
                  <a:gd name="connsiteY9" fmla="*/ 1186518 h 1322808"/>
                  <a:gd name="connsiteX10" fmla="*/ 339186 w 781175"/>
                  <a:gd name="connsiteY10" fmla="*/ 1267630 h 1322808"/>
                  <a:gd name="connsiteX11" fmla="*/ 443902 w 781175"/>
                  <a:gd name="connsiteY11" fmla="*/ 783980 h 1322808"/>
                  <a:gd name="connsiteX12" fmla="*/ 153234 w 781175"/>
                  <a:gd name="connsiteY12" fmla="*/ 892212 h 1322808"/>
                  <a:gd name="connsiteX13" fmla="*/ 82229 w 781175"/>
                  <a:gd name="connsiteY13" fmla="*/ 890217 h 1322808"/>
                  <a:gd name="connsiteX14" fmla="*/ 1996 w 781175"/>
                  <a:gd name="connsiteY14" fmla="*/ 775584 h 1322808"/>
                  <a:gd name="connsiteX15" fmla="*/ 44316 w 781175"/>
                  <a:gd name="connsiteY15" fmla="*/ 724545 h 1322808"/>
                  <a:gd name="connsiteX16" fmla="*/ 297487 w 781175"/>
                  <a:gd name="connsiteY16" fmla="*/ 623628 h 1322808"/>
                  <a:gd name="connsiteX17" fmla="*/ 218252 w 781175"/>
                  <a:gd name="connsiteY17" fmla="*/ 484140 h 1322808"/>
                  <a:gd name="connsiteX18" fmla="*/ 292665 w 781175"/>
                  <a:gd name="connsiteY18" fmla="*/ 283305 h 1322808"/>
                  <a:gd name="connsiteX19" fmla="*/ 214760 w 781175"/>
                  <a:gd name="connsiteY19" fmla="*/ 264269 h 1322808"/>
                  <a:gd name="connsiteX20" fmla="*/ 122637 w 781175"/>
                  <a:gd name="connsiteY20" fmla="*/ 116552 h 1322808"/>
                  <a:gd name="connsiteX21" fmla="*/ 518897 w 781175"/>
                  <a:gd name="connsiteY21" fmla="*/ 17880 h 1322808"/>
                  <a:gd name="connsiteX22" fmla="*/ 462443 w 781175"/>
                  <a:gd name="connsiteY22" fmla="*/ 241076 h 1322808"/>
                  <a:gd name="connsiteX23" fmla="*/ 473002 w 781175"/>
                  <a:gd name="connsiteY23" fmla="*/ 312067 h 1322808"/>
                  <a:gd name="connsiteX24" fmla="*/ 511581 w 781175"/>
                  <a:gd name="connsiteY24" fmla="*/ 326864 h 1322808"/>
                  <a:gd name="connsiteX25" fmla="*/ 528791 w 781175"/>
                  <a:gd name="connsiteY25" fmla="*/ 223952 h 1322808"/>
                  <a:gd name="connsiteX26" fmla="*/ 462443 w 781175"/>
                  <a:gd name="connsiteY26" fmla="*/ 241076 h 1322808"/>
                  <a:gd name="connsiteX27" fmla="*/ 450803 w 781175"/>
                  <a:gd name="connsiteY27" fmla="*/ 377904 h 1322808"/>
                  <a:gd name="connsiteX28" fmla="*/ 436087 w 781175"/>
                  <a:gd name="connsiteY28" fmla="*/ 419966 h 1322808"/>
                  <a:gd name="connsiteX29" fmla="*/ 464522 w 781175"/>
                  <a:gd name="connsiteY29" fmla="*/ 389957 h 1322808"/>
                  <a:gd name="connsiteX30" fmla="*/ 450803 w 781175"/>
                  <a:gd name="connsiteY30" fmla="*/ 377904 h 1322808"/>
                  <a:gd name="connsiteX31" fmla="*/ 388612 w 781175"/>
                  <a:gd name="connsiteY31" fmla="*/ 544824 h 1322808"/>
                  <a:gd name="connsiteX32" fmla="*/ 370487 w 781175"/>
                  <a:gd name="connsiteY32" fmla="*/ 597194 h 1322808"/>
                  <a:gd name="connsiteX33" fmla="*/ 428687 w 781175"/>
                  <a:gd name="connsiteY33" fmla="*/ 577825 h 1322808"/>
                  <a:gd name="connsiteX34" fmla="*/ 388612 w 781175"/>
                  <a:gd name="connsiteY34" fmla="*/ 544824 h 1322808"/>
                  <a:gd name="connsiteX0" fmla="*/ 518897 w 781175"/>
                  <a:gd name="connsiteY0" fmla="*/ 17880 h 1322808"/>
                  <a:gd name="connsiteX1" fmla="*/ 619334 w 781175"/>
                  <a:gd name="connsiteY1" fmla="*/ 340 h 1322808"/>
                  <a:gd name="connsiteX2" fmla="*/ 681359 w 781175"/>
                  <a:gd name="connsiteY2" fmla="*/ 39326 h 1322808"/>
                  <a:gd name="connsiteX3" fmla="*/ 757186 w 781175"/>
                  <a:gd name="connsiteY3" fmla="*/ 170418 h 1322808"/>
                  <a:gd name="connsiteX4" fmla="*/ 633136 w 781175"/>
                  <a:gd name="connsiteY4" fmla="*/ 197019 h 1322808"/>
                  <a:gd name="connsiteX5" fmla="*/ 695683 w 781175"/>
                  <a:gd name="connsiteY5" fmla="*/ 290725 h 1322808"/>
                  <a:gd name="connsiteX6" fmla="*/ 653302 w 781175"/>
                  <a:gd name="connsiteY6" fmla="*/ 618940 h 1322808"/>
                  <a:gd name="connsiteX7" fmla="*/ 781175 w 781175"/>
                  <a:gd name="connsiteY7" fmla="*/ 673266 h 1322808"/>
                  <a:gd name="connsiteX8" fmla="*/ 634009 w 781175"/>
                  <a:gd name="connsiteY8" fmla="*/ 721895 h 1322808"/>
                  <a:gd name="connsiteX9" fmla="*/ 592302 w 781175"/>
                  <a:gd name="connsiteY9" fmla="*/ 1186518 h 1322808"/>
                  <a:gd name="connsiteX10" fmla="*/ 339186 w 781175"/>
                  <a:gd name="connsiteY10" fmla="*/ 1267630 h 1322808"/>
                  <a:gd name="connsiteX11" fmla="*/ 443902 w 781175"/>
                  <a:gd name="connsiteY11" fmla="*/ 783980 h 1322808"/>
                  <a:gd name="connsiteX12" fmla="*/ 153234 w 781175"/>
                  <a:gd name="connsiteY12" fmla="*/ 892212 h 1322808"/>
                  <a:gd name="connsiteX13" fmla="*/ 82229 w 781175"/>
                  <a:gd name="connsiteY13" fmla="*/ 890217 h 1322808"/>
                  <a:gd name="connsiteX14" fmla="*/ 1996 w 781175"/>
                  <a:gd name="connsiteY14" fmla="*/ 775584 h 1322808"/>
                  <a:gd name="connsiteX15" fmla="*/ 44316 w 781175"/>
                  <a:gd name="connsiteY15" fmla="*/ 724545 h 1322808"/>
                  <a:gd name="connsiteX16" fmla="*/ 297487 w 781175"/>
                  <a:gd name="connsiteY16" fmla="*/ 623628 h 1322808"/>
                  <a:gd name="connsiteX17" fmla="*/ 218252 w 781175"/>
                  <a:gd name="connsiteY17" fmla="*/ 484140 h 1322808"/>
                  <a:gd name="connsiteX18" fmla="*/ 292665 w 781175"/>
                  <a:gd name="connsiteY18" fmla="*/ 283305 h 1322808"/>
                  <a:gd name="connsiteX19" fmla="*/ 214760 w 781175"/>
                  <a:gd name="connsiteY19" fmla="*/ 264269 h 1322808"/>
                  <a:gd name="connsiteX20" fmla="*/ 122637 w 781175"/>
                  <a:gd name="connsiteY20" fmla="*/ 116552 h 1322808"/>
                  <a:gd name="connsiteX21" fmla="*/ 518897 w 781175"/>
                  <a:gd name="connsiteY21" fmla="*/ 17880 h 1322808"/>
                  <a:gd name="connsiteX22" fmla="*/ 462443 w 781175"/>
                  <a:gd name="connsiteY22" fmla="*/ 241076 h 1322808"/>
                  <a:gd name="connsiteX23" fmla="*/ 473002 w 781175"/>
                  <a:gd name="connsiteY23" fmla="*/ 312067 h 1322808"/>
                  <a:gd name="connsiteX24" fmla="*/ 511581 w 781175"/>
                  <a:gd name="connsiteY24" fmla="*/ 326864 h 1322808"/>
                  <a:gd name="connsiteX25" fmla="*/ 528791 w 781175"/>
                  <a:gd name="connsiteY25" fmla="*/ 223952 h 1322808"/>
                  <a:gd name="connsiteX26" fmla="*/ 462443 w 781175"/>
                  <a:gd name="connsiteY26" fmla="*/ 241076 h 1322808"/>
                  <a:gd name="connsiteX27" fmla="*/ 450803 w 781175"/>
                  <a:gd name="connsiteY27" fmla="*/ 377904 h 1322808"/>
                  <a:gd name="connsiteX28" fmla="*/ 436087 w 781175"/>
                  <a:gd name="connsiteY28" fmla="*/ 419966 h 1322808"/>
                  <a:gd name="connsiteX29" fmla="*/ 464522 w 781175"/>
                  <a:gd name="connsiteY29" fmla="*/ 389957 h 1322808"/>
                  <a:gd name="connsiteX30" fmla="*/ 450803 w 781175"/>
                  <a:gd name="connsiteY30" fmla="*/ 377904 h 1322808"/>
                  <a:gd name="connsiteX31" fmla="*/ 388612 w 781175"/>
                  <a:gd name="connsiteY31" fmla="*/ 544824 h 1322808"/>
                  <a:gd name="connsiteX32" fmla="*/ 370487 w 781175"/>
                  <a:gd name="connsiteY32" fmla="*/ 597194 h 1322808"/>
                  <a:gd name="connsiteX33" fmla="*/ 428687 w 781175"/>
                  <a:gd name="connsiteY33" fmla="*/ 577825 h 1322808"/>
                  <a:gd name="connsiteX34" fmla="*/ 388612 w 781175"/>
                  <a:gd name="connsiteY34" fmla="*/ 544824 h 1322808"/>
                  <a:gd name="connsiteX0" fmla="*/ 518897 w 781175"/>
                  <a:gd name="connsiteY0" fmla="*/ 17880 h 1322808"/>
                  <a:gd name="connsiteX1" fmla="*/ 619334 w 781175"/>
                  <a:gd name="connsiteY1" fmla="*/ 340 h 1322808"/>
                  <a:gd name="connsiteX2" fmla="*/ 681359 w 781175"/>
                  <a:gd name="connsiteY2" fmla="*/ 39326 h 1322808"/>
                  <a:gd name="connsiteX3" fmla="*/ 757186 w 781175"/>
                  <a:gd name="connsiteY3" fmla="*/ 170418 h 1322808"/>
                  <a:gd name="connsiteX4" fmla="*/ 633136 w 781175"/>
                  <a:gd name="connsiteY4" fmla="*/ 197019 h 1322808"/>
                  <a:gd name="connsiteX5" fmla="*/ 695683 w 781175"/>
                  <a:gd name="connsiteY5" fmla="*/ 290725 h 1322808"/>
                  <a:gd name="connsiteX6" fmla="*/ 653302 w 781175"/>
                  <a:gd name="connsiteY6" fmla="*/ 618940 h 1322808"/>
                  <a:gd name="connsiteX7" fmla="*/ 781175 w 781175"/>
                  <a:gd name="connsiteY7" fmla="*/ 673266 h 1322808"/>
                  <a:gd name="connsiteX8" fmla="*/ 634009 w 781175"/>
                  <a:gd name="connsiteY8" fmla="*/ 721895 h 1322808"/>
                  <a:gd name="connsiteX9" fmla="*/ 592302 w 781175"/>
                  <a:gd name="connsiteY9" fmla="*/ 1186518 h 1322808"/>
                  <a:gd name="connsiteX10" fmla="*/ 339186 w 781175"/>
                  <a:gd name="connsiteY10" fmla="*/ 1267630 h 1322808"/>
                  <a:gd name="connsiteX11" fmla="*/ 443902 w 781175"/>
                  <a:gd name="connsiteY11" fmla="*/ 783980 h 1322808"/>
                  <a:gd name="connsiteX12" fmla="*/ 153234 w 781175"/>
                  <a:gd name="connsiteY12" fmla="*/ 892212 h 1322808"/>
                  <a:gd name="connsiteX13" fmla="*/ 82229 w 781175"/>
                  <a:gd name="connsiteY13" fmla="*/ 890217 h 1322808"/>
                  <a:gd name="connsiteX14" fmla="*/ 1996 w 781175"/>
                  <a:gd name="connsiteY14" fmla="*/ 775584 h 1322808"/>
                  <a:gd name="connsiteX15" fmla="*/ 44316 w 781175"/>
                  <a:gd name="connsiteY15" fmla="*/ 724545 h 1322808"/>
                  <a:gd name="connsiteX16" fmla="*/ 297487 w 781175"/>
                  <a:gd name="connsiteY16" fmla="*/ 623628 h 1322808"/>
                  <a:gd name="connsiteX17" fmla="*/ 218252 w 781175"/>
                  <a:gd name="connsiteY17" fmla="*/ 484140 h 1322808"/>
                  <a:gd name="connsiteX18" fmla="*/ 292665 w 781175"/>
                  <a:gd name="connsiteY18" fmla="*/ 283305 h 1322808"/>
                  <a:gd name="connsiteX19" fmla="*/ 214760 w 781175"/>
                  <a:gd name="connsiteY19" fmla="*/ 264269 h 1322808"/>
                  <a:gd name="connsiteX20" fmla="*/ 122637 w 781175"/>
                  <a:gd name="connsiteY20" fmla="*/ 116552 h 1322808"/>
                  <a:gd name="connsiteX21" fmla="*/ 518897 w 781175"/>
                  <a:gd name="connsiteY21" fmla="*/ 17880 h 1322808"/>
                  <a:gd name="connsiteX22" fmla="*/ 462443 w 781175"/>
                  <a:gd name="connsiteY22" fmla="*/ 241076 h 1322808"/>
                  <a:gd name="connsiteX23" fmla="*/ 473002 w 781175"/>
                  <a:gd name="connsiteY23" fmla="*/ 312067 h 1322808"/>
                  <a:gd name="connsiteX24" fmla="*/ 511581 w 781175"/>
                  <a:gd name="connsiteY24" fmla="*/ 326864 h 1322808"/>
                  <a:gd name="connsiteX25" fmla="*/ 528791 w 781175"/>
                  <a:gd name="connsiteY25" fmla="*/ 223952 h 1322808"/>
                  <a:gd name="connsiteX26" fmla="*/ 462443 w 781175"/>
                  <a:gd name="connsiteY26" fmla="*/ 241076 h 1322808"/>
                  <a:gd name="connsiteX27" fmla="*/ 450803 w 781175"/>
                  <a:gd name="connsiteY27" fmla="*/ 377904 h 1322808"/>
                  <a:gd name="connsiteX28" fmla="*/ 436087 w 781175"/>
                  <a:gd name="connsiteY28" fmla="*/ 419966 h 1322808"/>
                  <a:gd name="connsiteX29" fmla="*/ 464522 w 781175"/>
                  <a:gd name="connsiteY29" fmla="*/ 389957 h 1322808"/>
                  <a:gd name="connsiteX30" fmla="*/ 450803 w 781175"/>
                  <a:gd name="connsiteY30" fmla="*/ 377904 h 1322808"/>
                  <a:gd name="connsiteX31" fmla="*/ 388612 w 781175"/>
                  <a:gd name="connsiteY31" fmla="*/ 544824 h 1322808"/>
                  <a:gd name="connsiteX32" fmla="*/ 370487 w 781175"/>
                  <a:gd name="connsiteY32" fmla="*/ 597194 h 1322808"/>
                  <a:gd name="connsiteX33" fmla="*/ 428687 w 781175"/>
                  <a:gd name="connsiteY33" fmla="*/ 577825 h 1322808"/>
                  <a:gd name="connsiteX34" fmla="*/ 388612 w 781175"/>
                  <a:gd name="connsiteY34" fmla="*/ 544824 h 1322808"/>
                  <a:gd name="connsiteX0" fmla="*/ 518897 w 781175"/>
                  <a:gd name="connsiteY0" fmla="*/ 17880 h 1349159"/>
                  <a:gd name="connsiteX1" fmla="*/ 619334 w 781175"/>
                  <a:gd name="connsiteY1" fmla="*/ 340 h 1349159"/>
                  <a:gd name="connsiteX2" fmla="*/ 681359 w 781175"/>
                  <a:gd name="connsiteY2" fmla="*/ 39326 h 1349159"/>
                  <a:gd name="connsiteX3" fmla="*/ 757186 w 781175"/>
                  <a:gd name="connsiteY3" fmla="*/ 170418 h 1349159"/>
                  <a:gd name="connsiteX4" fmla="*/ 633136 w 781175"/>
                  <a:gd name="connsiteY4" fmla="*/ 197019 h 1349159"/>
                  <a:gd name="connsiteX5" fmla="*/ 695683 w 781175"/>
                  <a:gd name="connsiteY5" fmla="*/ 290725 h 1349159"/>
                  <a:gd name="connsiteX6" fmla="*/ 653302 w 781175"/>
                  <a:gd name="connsiteY6" fmla="*/ 618940 h 1349159"/>
                  <a:gd name="connsiteX7" fmla="*/ 781175 w 781175"/>
                  <a:gd name="connsiteY7" fmla="*/ 673266 h 1349159"/>
                  <a:gd name="connsiteX8" fmla="*/ 634009 w 781175"/>
                  <a:gd name="connsiteY8" fmla="*/ 721895 h 1349159"/>
                  <a:gd name="connsiteX9" fmla="*/ 592302 w 781175"/>
                  <a:gd name="connsiteY9" fmla="*/ 1186518 h 1349159"/>
                  <a:gd name="connsiteX10" fmla="*/ 271300 w 781175"/>
                  <a:gd name="connsiteY10" fmla="*/ 1301573 h 1349159"/>
                  <a:gd name="connsiteX11" fmla="*/ 443902 w 781175"/>
                  <a:gd name="connsiteY11" fmla="*/ 783980 h 1349159"/>
                  <a:gd name="connsiteX12" fmla="*/ 153234 w 781175"/>
                  <a:gd name="connsiteY12" fmla="*/ 892212 h 1349159"/>
                  <a:gd name="connsiteX13" fmla="*/ 82229 w 781175"/>
                  <a:gd name="connsiteY13" fmla="*/ 890217 h 1349159"/>
                  <a:gd name="connsiteX14" fmla="*/ 1996 w 781175"/>
                  <a:gd name="connsiteY14" fmla="*/ 775584 h 1349159"/>
                  <a:gd name="connsiteX15" fmla="*/ 44316 w 781175"/>
                  <a:gd name="connsiteY15" fmla="*/ 724545 h 1349159"/>
                  <a:gd name="connsiteX16" fmla="*/ 297487 w 781175"/>
                  <a:gd name="connsiteY16" fmla="*/ 623628 h 1349159"/>
                  <a:gd name="connsiteX17" fmla="*/ 218252 w 781175"/>
                  <a:gd name="connsiteY17" fmla="*/ 484140 h 1349159"/>
                  <a:gd name="connsiteX18" fmla="*/ 292665 w 781175"/>
                  <a:gd name="connsiteY18" fmla="*/ 283305 h 1349159"/>
                  <a:gd name="connsiteX19" fmla="*/ 214760 w 781175"/>
                  <a:gd name="connsiteY19" fmla="*/ 264269 h 1349159"/>
                  <a:gd name="connsiteX20" fmla="*/ 122637 w 781175"/>
                  <a:gd name="connsiteY20" fmla="*/ 116552 h 1349159"/>
                  <a:gd name="connsiteX21" fmla="*/ 518897 w 781175"/>
                  <a:gd name="connsiteY21" fmla="*/ 17880 h 1349159"/>
                  <a:gd name="connsiteX22" fmla="*/ 462443 w 781175"/>
                  <a:gd name="connsiteY22" fmla="*/ 241076 h 1349159"/>
                  <a:gd name="connsiteX23" fmla="*/ 473002 w 781175"/>
                  <a:gd name="connsiteY23" fmla="*/ 312067 h 1349159"/>
                  <a:gd name="connsiteX24" fmla="*/ 511581 w 781175"/>
                  <a:gd name="connsiteY24" fmla="*/ 326864 h 1349159"/>
                  <a:gd name="connsiteX25" fmla="*/ 528791 w 781175"/>
                  <a:gd name="connsiteY25" fmla="*/ 223952 h 1349159"/>
                  <a:gd name="connsiteX26" fmla="*/ 462443 w 781175"/>
                  <a:gd name="connsiteY26" fmla="*/ 241076 h 1349159"/>
                  <a:gd name="connsiteX27" fmla="*/ 450803 w 781175"/>
                  <a:gd name="connsiteY27" fmla="*/ 377904 h 1349159"/>
                  <a:gd name="connsiteX28" fmla="*/ 436087 w 781175"/>
                  <a:gd name="connsiteY28" fmla="*/ 419966 h 1349159"/>
                  <a:gd name="connsiteX29" fmla="*/ 464522 w 781175"/>
                  <a:gd name="connsiteY29" fmla="*/ 389957 h 1349159"/>
                  <a:gd name="connsiteX30" fmla="*/ 450803 w 781175"/>
                  <a:gd name="connsiteY30" fmla="*/ 377904 h 1349159"/>
                  <a:gd name="connsiteX31" fmla="*/ 388612 w 781175"/>
                  <a:gd name="connsiteY31" fmla="*/ 544824 h 1349159"/>
                  <a:gd name="connsiteX32" fmla="*/ 370487 w 781175"/>
                  <a:gd name="connsiteY32" fmla="*/ 597194 h 1349159"/>
                  <a:gd name="connsiteX33" fmla="*/ 428687 w 781175"/>
                  <a:gd name="connsiteY33" fmla="*/ 577825 h 1349159"/>
                  <a:gd name="connsiteX34" fmla="*/ 388612 w 781175"/>
                  <a:gd name="connsiteY34" fmla="*/ 544824 h 1349159"/>
                  <a:gd name="connsiteX0" fmla="*/ 518897 w 781175"/>
                  <a:gd name="connsiteY0" fmla="*/ 17880 h 1301573"/>
                  <a:gd name="connsiteX1" fmla="*/ 619334 w 781175"/>
                  <a:gd name="connsiteY1" fmla="*/ 340 h 1301573"/>
                  <a:gd name="connsiteX2" fmla="*/ 681359 w 781175"/>
                  <a:gd name="connsiteY2" fmla="*/ 39326 h 1301573"/>
                  <a:gd name="connsiteX3" fmla="*/ 757186 w 781175"/>
                  <a:gd name="connsiteY3" fmla="*/ 170418 h 1301573"/>
                  <a:gd name="connsiteX4" fmla="*/ 633136 w 781175"/>
                  <a:gd name="connsiteY4" fmla="*/ 197019 h 1301573"/>
                  <a:gd name="connsiteX5" fmla="*/ 695683 w 781175"/>
                  <a:gd name="connsiteY5" fmla="*/ 290725 h 1301573"/>
                  <a:gd name="connsiteX6" fmla="*/ 653302 w 781175"/>
                  <a:gd name="connsiteY6" fmla="*/ 618940 h 1301573"/>
                  <a:gd name="connsiteX7" fmla="*/ 781175 w 781175"/>
                  <a:gd name="connsiteY7" fmla="*/ 673266 h 1301573"/>
                  <a:gd name="connsiteX8" fmla="*/ 634009 w 781175"/>
                  <a:gd name="connsiteY8" fmla="*/ 721895 h 1301573"/>
                  <a:gd name="connsiteX9" fmla="*/ 592302 w 781175"/>
                  <a:gd name="connsiteY9" fmla="*/ 1186518 h 1301573"/>
                  <a:gd name="connsiteX10" fmla="*/ 271300 w 781175"/>
                  <a:gd name="connsiteY10" fmla="*/ 1301573 h 1301573"/>
                  <a:gd name="connsiteX11" fmla="*/ 443902 w 781175"/>
                  <a:gd name="connsiteY11" fmla="*/ 783980 h 1301573"/>
                  <a:gd name="connsiteX12" fmla="*/ 153234 w 781175"/>
                  <a:gd name="connsiteY12" fmla="*/ 892212 h 1301573"/>
                  <a:gd name="connsiteX13" fmla="*/ 82229 w 781175"/>
                  <a:gd name="connsiteY13" fmla="*/ 890217 h 1301573"/>
                  <a:gd name="connsiteX14" fmla="*/ 1996 w 781175"/>
                  <a:gd name="connsiteY14" fmla="*/ 775584 h 1301573"/>
                  <a:gd name="connsiteX15" fmla="*/ 44316 w 781175"/>
                  <a:gd name="connsiteY15" fmla="*/ 724545 h 1301573"/>
                  <a:gd name="connsiteX16" fmla="*/ 297487 w 781175"/>
                  <a:gd name="connsiteY16" fmla="*/ 623628 h 1301573"/>
                  <a:gd name="connsiteX17" fmla="*/ 218252 w 781175"/>
                  <a:gd name="connsiteY17" fmla="*/ 484140 h 1301573"/>
                  <a:gd name="connsiteX18" fmla="*/ 292665 w 781175"/>
                  <a:gd name="connsiteY18" fmla="*/ 283305 h 1301573"/>
                  <a:gd name="connsiteX19" fmla="*/ 214760 w 781175"/>
                  <a:gd name="connsiteY19" fmla="*/ 264269 h 1301573"/>
                  <a:gd name="connsiteX20" fmla="*/ 122637 w 781175"/>
                  <a:gd name="connsiteY20" fmla="*/ 116552 h 1301573"/>
                  <a:gd name="connsiteX21" fmla="*/ 518897 w 781175"/>
                  <a:gd name="connsiteY21" fmla="*/ 17880 h 1301573"/>
                  <a:gd name="connsiteX22" fmla="*/ 462443 w 781175"/>
                  <a:gd name="connsiteY22" fmla="*/ 241076 h 1301573"/>
                  <a:gd name="connsiteX23" fmla="*/ 473002 w 781175"/>
                  <a:gd name="connsiteY23" fmla="*/ 312067 h 1301573"/>
                  <a:gd name="connsiteX24" fmla="*/ 511581 w 781175"/>
                  <a:gd name="connsiteY24" fmla="*/ 326864 h 1301573"/>
                  <a:gd name="connsiteX25" fmla="*/ 528791 w 781175"/>
                  <a:gd name="connsiteY25" fmla="*/ 223952 h 1301573"/>
                  <a:gd name="connsiteX26" fmla="*/ 462443 w 781175"/>
                  <a:gd name="connsiteY26" fmla="*/ 241076 h 1301573"/>
                  <a:gd name="connsiteX27" fmla="*/ 450803 w 781175"/>
                  <a:gd name="connsiteY27" fmla="*/ 377904 h 1301573"/>
                  <a:gd name="connsiteX28" fmla="*/ 436087 w 781175"/>
                  <a:gd name="connsiteY28" fmla="*/ 419966 h 1301573"/>
                  <a:gd name="connsiteX29" fmla="*/ 464522 w 781175"/>
                  <a:gd name="connsiteY29" fmla="*/ 389957 h 1301573"/>
                  <a:gd name="connsiteX30" fmla="*/ 450803 w 781175"/>
                  <a:gd name="connsiteY30" fmla="*/ 377904 h 1301573"/>
                  <a:gd name="connsiteX31" fmla="*/ 388612 w 781175"/>
                  <a:gd name="connsiteY31" fmla="*/ 544824 h 1301573"/>
                  <a:gd name="connsiteX32" fmla="*/ 370487 w 781175"/>
                  <a:gd name="connsiteY32" fmla="*/ 597194 h 1301573"/>
                  <a:gd name="connsiteX33" fmla="*/ 428687 w 781175"/>
                  <a:gd name="connsiteY33" fmla="*/ 577825 h 1301573"/>
                  <a:gd name="connsiteX34" fmla="*/ 388612 w 781175"/>
                  <a:gd name="connsiteY34" fmla="*/ 544824 h 1301573"/>
                  <a:gd name="connsiteX0" fmla="*/ 518897 w 781175"/>
                  <a:gd name="connsiteY0" fmla="*/ 17880 h 1301573"/>
                  <a:gd name="connsiteX1" fmla="*/ 619334 w 781175"/>
                  <a:gd name="connsiteY1" fmla="*/ 340 h 1301573"/>
                  <a:gd name="connsiteX2" fmla="*/ 681359 w 781175"/>
                  <a:gd name="connsiteY2" fmla="*/ 39326 h 1301573"/>
                  <a:gd name="connsiteX3" fmla="*/ 757186 w 781175"/>
                  <a:gd name="connsiteY3" fmla="*/ 170418 h 1301573"/>
                  <a:gd name="connsiteX4" fmla="*/ 633136 w 781175"/>
                  <a:gd name="connsiteY4" fmla="*/ 197019 h 1301573"/>
                  <a:gd name="connsiteX5" fmla="*/ 695683 w 781175"/>
                  <a:gd name="connsiteY5" fmla="*/ 290725 h 1301573"/>
                  <a:gd name="connsiteX6" fmla="*/ 653302 w 781175"/>
                  <a:gd name="connsiteY6" fmla="*/ 618940 h 1301573"/>
                  <a:gd name="connsiteX7" fmla="*/ 781175 w 781175"/>
                  <a:gd name="connsiteY7" fmla="*/ 673266 h 1301573"/>
                  <a:gd name="connsiteX8" fmla="*/ 634009 w 781175"/>
                  <a:gd name="connsiteY8" fmla="*/ 721895 h 1301573"/>
                  <a:gd name="connsiteX9" fmla="*/ 595388 w 781175"/>
                  <a:gd name="connsiteY9" fmla="*/ 1140233 h 1301573"/>
                  <a:gd name="connsiteX10" fmla="*/ 271300 w 781175"/>
                  <a:gd name="connsiteY10" fmla="*/ 1301573 h 1301573"/>
                  <a:gd name="connsiteX11" fmla="*/ 443902 w 781175"/>
                  <a:gd name="connsiteY11" fmla="*/ 783980 h 1301573"/>
                  <a:gd name="connsiteX12" fmla="*/ 153234 w 781175"/>
                  <a:gd name="connsiteY12" fmla="*/ 892212 h 1301573"/>
                  <a:gd name="connsiteX13" fmla="*/ 82229 w 781175"/>
                  <a:gd name="connsiteY13" fmla="*/ 890217 h 1301573"/>
                  <a:gd name="connsiteX14" fmla="*/ 1996 w 781175"/>
                  <a:gd name="connsiteY14" fmla="*/ 775584 h 1301573"/>
                  <a:gd name="connsiteX15" fmla="*/ 44316 w 781175"/>
                  <a:gd name="connsiteY15" fmla="*/ 724545 h 1301573"/>
                  <a:gd name="connsiteX16" fmla="*/ 297487 w 781175"/>
                  <a:gd name="connsiteY16" fmla="*/ 623628 h 1301573"/>
                  <a:gd name="connsiteX17" fmla="*/ 218252 w 781175"/>
                  <a:gd name="connsiteY17" fmla="*/ 484140 h 1301573"/>
                  <a:gd name="connsiteX18" fmla="*/ 292665 w 781175"/>
                  <a:gd name="connsiteY18" fmla="*/ 283305 h 1301573"/>
                  <a:gd name="connsiteX19" fmla="*/ 214760 w 781175"/>
                  <a:gd name="connsiteY19" fmla="*/ 264269 h 1301573"/>
                  <a:gd name="connsiteX20" fmla="*/ 122637 w 781175"/>
                  <a:gd name="connsiteY20" fmla="*/ 116552 h 1301573"/>
                  <a:gd name="connsiteX21" fmla="*/ 518897 w 781175"/>
                  <a:gd name="connsiteY21" fmla="*/ 17880 h 1301573"/>
                  <a:gd name="connsiteX22" fmla="*/ 462443 w 781175"/>
                  <a:gd name="connsiteY22" fmla="*/ 241076 h 1301573"/>
                  <a:gd name="connsiteX23" fmla="*/ 473002 w 781175"/>
                  <a:gd name="connsiteY23" fmla="*/ 312067 h 1301573"/>
                  <a:gd name="connsiteX24" fmla="*/ 511581 w 781175"/>
                  <a:gd name="connsiteY24" fmla="*/ 326864 h 1301573"/>
                  <a:gd name="connsiteX25" fmla="*/ 528791 w 781175"/>
                  <a:gd name="connsiteY25" fmla="*/ 223952 h 1301573"/>
                  <a:gd name="connsiteX26" fmla="*/ 462443 w 781175"/>
                  <a:gd name="connsiteY26" fmla="*/ 241076 h 1301573"/>
                  <a:gd name="connsiteX27" fmla="*/ 450803 w 781175"/>
                  <a:gd name="connsiteY27" fmla="*/ 377904 h 1301573"/>
                  <a:gd name="connsiteX28" fmla="*/ 436087 w 781175"/>
                  <a:gd name="connsiteY28" fmla="*/ 419966 h 1301573"/>
                  <a:gd name="connsiteX29" fmla="*/ 464522 w 781175"/>
                  <a:gd name="connsiteY29" fmla="*/ 389957 h 1301573"/>
                  <a:gd name="connsiteX30" fmla="*/ 450803 w 781175"/>
                  <a:gd name="connsiteY30" fmla="*/ 377904 h 1301573"/>
                  <a:gd name="connsiteX31" fmla="*/ 388612 w 781175"/>
                  <a:gd name="connsiteY31" fmla="*/ 544824 h 1301573"/>
                  <a:gd name="connsiteX32" fmla="*/ 370487 w 781175"/>
                  <a:gd name="connsiteY32" fmla="*/ 597194 h 1301573"/>
                  <a:gd name="connsiteX33" fmla="*/ 428687 w 781175"/>
                  <a:gd name="connsiteY33" fmla="*/ 577825 h 1301573"/>
                  <a:gd name="connsiteX34" fmla="*/ 388612 w 781175"/>
                  <a:gd name="connsiteY34" fmla="*/ 544824 h 1301573"/>
                  <a:gd name="connsiteX0" fmla="*/ 518897 w 781175"/>
                  <a:gd name="connsiteY0" fmla="*/ 17880 h 1301573"/>
                  <a:gd name="connsiteX1" fmla="*/ 619334 w 781175"/>
                  <a:gd name="connsiteY1" fmla="*/ 340 h 1301573"/>
                  <a:gd name="connsiteX2" fmla="*/ 681359 w 781175"/>
                  <a:gd name="connsiteY2" fmla="*/ 39326 h 1301573"/>
                  <a:gd name="connsiteX3" fmla="*/ 757186 w 781175"/>
                  <a:gd name="connsiteY3" fmla="*/ 170418 h 1301573"/>
                  <a:gd name="connsiteX4" fmla="*/ 633136 w 781175"/>
                  <a:gd name="connsiteY4" fmla="*/ 197019 h 1301573"/>
                  <a:gd name="connsiteX5" fmla="*/ 695683 w 781175"/>
                  <a:gd name="connsiteY5" fmla="*/ 290725 h 1301573"/>
                  <a:gd name="connsiteX6" fmla="*/ 653302 w 781175"/>
                  <a:gd name="connsiteY6" fmla="*/ 618940 h 1301573"/>
                  <a:gd name="connsiteX7" fmla="*/ 781175 w 781175"/>
                  <a:gd name="connsiteY7" fmla="*/ 673266 h 1301573"/>
                  <a:gd name="connsiteX8" fmla="*/ 634009 w 781175"/>
                  <a:gd name="connsiteY8" fmla="*/ 721895 h 1301573"/>
                  <a:gd name="connsiteX9" fmla="*/ 595388 w 781175"/>
                  <a:gd name="connsiteY9" fmla="*/ 1140233 h 1301573"/>
                  <a:gd name="connsiteX10" fmla="*/ 271300 w 781175"/>
                  <a:gd name="connsiteY10" fmla="*/ 1301573 h 1301573"/>
                  <a:gd name="connsiteX11" fmla="*/ 443902 w 781175"/>
                  <a:gd name="connsiteY11" fmla="*/ 783980 h 1301573"/>
                  <a:gd name="connsiteX12" fmla="*/ 153234 w 781175"/>
                  <a:gd name="connsiteY12" fmla="*/ 892212 h 1301573"/>
                  <a:gd name="connsiteX13" fmla="*/ 82229 w 781175"/>
                  <a:gd name="connsiteY13" fmla="*/ 890217 h 1301573"/>
                  <a:gd name="connsiteX14" fmla="*/ 1996 w 781175"/>
                  <a:gd name="connsiteY14" fmla="*/ 775584 h 1301573"/>
                  <a:gd name="connsiteX15" fmla="*/ 44316 w 781175"/>
                  <a:gd name="connsiteY15" fmla="*/ 724545 h 1301573"/>
                  <a:gd name="connsiteX16" fmla="*/ 297487 w 781175"/>
                  <a:gd name="connsiteY16" fmla="*/ 623628 h 1301573"/>
                  <a:gd name="connsiteX17" fmla="*/ 218252 w 781175"/>
                  <a:gd name="connsiteY17" fmla="*/ 484140 h 1301573"/>
                  <a:gd name="connsiteX18" fmla="*/ 292665 w 781175"/>
                  <a:gd name="connsiteY18" fmla="*/ 283305 h 1301573"/>
                  <a:gd name="connsiteX19" fmla="*/ 214760 w 781175"/>
                  <a:gd name="connsiteY19" fmla="*/ 264269 h 1301573"/>
                  <a:gd name="connsiteX20" fmla="*/ 122637 w 781175"/>
                  <a:gd name="connsiteY20" fmla="*/ 116552 h 1301573"/>
                  <a:gd name="connsiteX21" fmla="*/ 518897 w 781175"/>
                  <a:gd name="connsiteY21" fmla="*/ 17880 h 1301573"/>
                  <a:gd name="connsiteX22" fmla="*/ 462443 w 781175"/>
                  <a:gd name="connsiteY22" fmla="*/ 241076 h 1301573"/>
                  <a:gd name="connsiteX23" fmla="*/ 473002 w 781175"/>
                  <a:gd name="connsiteY23" fmla="*/ 312067 h 1301573"/>
                  <a:gd name="connsiteX24" fmla="*/ 511581 w 781175"/>
                  <a:gd name="connsiteY24" fmla="*/ 326864 h 1301573"/>
                  <a:gd name="connsiteX25" fmla="*/ 528791 w 781175"/>
                  <a:gd name="connsiteY25" fmla="*/ 223952 h 1301573"/>
                  <a:gd name="connsiteX26" fmla="*/ 462443 w 781175"/>
                  <a:gd name="connsiteY26" fmla="*/ 241076 h 1301573"/>
                  <a:gd name="connsiteX27" fmla="*/ 450803 w 781175"/>
                  <a:gd name="connsiteY27" fmla="*/ 377904 h 1301573"/>
                  <a:gd name="connsiteX28" fmla="*/ 436087 w 781175"/>
                  <a:gd name="connsiteY28" fmla="*/ 419966 h 1301573"/>
                  <a:gd name="connsiteX29" fmla="*/ 464522 w 781175"/>
                  <a:gd name="connsiteY29" fmla="*/ 389957 h 1301573"/>
                  <a:gd name="connsiteX30" fmla="*/ 450803 w 781175"/>
                  <a:gd name="connsiteY30" fmla="*/ 377904 h 1301573"/>
                  <a:gd name="connsiteX31" fmla="*/ 388612 w 781175"/>
                  <a:gd name="connsiteY31" fmla="*/ 544824 h 1301573"/>
                  <a:gd name="connsiteX32" fmla="*/ 370487 w 781175"/>
                  <a:gd name="connsiteY32" fmla="*/ 597194 h 1301573"/>
                  <a:gd name="connsiteX33" fmla="*/ 428687 w 781175"/>
                  <a:gd name="connsiteY33" fmla="*/ 577825 h 1301573"/>
                  <a:gd name="connsiteX34" fmla="*/ 388612 w 781175"/>
                  <a:gd name="connsiteY34" fmla="*/ 544824 h 1301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81175" h="1301573">
                    <a:moveTo>
                      <a:pt x="518897" y="17880"/>
                    </a:moveTo>
                    <a:cubicBezTo>
                      <a:pt x="551988" y="10149"/>
                      <a:pt x="585246" y="2085"/>
                      <a:pt x="619334" y="340"/>
                    </a:cubicBezTo>
                    <a:cubicBezTo>
                      <a:pt x="646772" y="-3235"/>
                      <a:pt x="664315" y="22202"/>
                      <a:pt x="681359" y="39326"/>
                    </a:cubicBezTo>
                    <a:cubicBezTo>
                      <a:pt x="713452" y="78147"/>
                      <a:pt x="746959" y="119793"/>
                      <a:pt x="757186" y="170418"/>
                    </a:cubicBezTo>
                    <a:cubicBezTo>
                      <a:pt x="715531" y="177650"/>
                      <a:pt x="674209" y="186711"/>
                      <a:pt x="633136" y="197019"/>
                    </a:cubicBezTo>
                    <a:cubicBezTo>
                      <a:pt x="650596" y="229438"/>
                      <a:pt x="699673" y="251821"/>
                      <a:pt x="695683" y="290725"/>
                    </a:cubicBezTo>
                    <a:cubicBezTo>
                      <a:pt x="690112" y="408433"/>
                      <a:pt x="667187" y="502063"/>
                      <a:pt x="653302" y="618940"/>
                    </a:cubicBezTo>
                    <a:cubicBezTo>
                      <a:pt x="695899" y="647735"/>
                      <a:pt x="700253" y="641729"/>
                      <a:pt x="781175" y="673266"/>
                    </a:cubicBezTo>
                    <a:cubicBezTo>
                      <a:pt x="767291" y="672517"/>
                      <a:pt x="647894" y="720565"/>
                      <a:pt x="634009" y="721895"/>
                    </a:cubicBezTo>
                    <a:cubicBezTo>
                      <a:pt x="624507" y="858290"/>
                      <a:pt x="605615" y="1010388"/>
                      <a:pt x="595388" y="1140233"/>
                    </a:cubicBezTo>
                    <a:cubicBezTo>
                      <a:pt x="586366" y="1325303"/>
                      <a:pt x="606147" y="1210777"/>
                      <a:pt x="271300" y="1301573"/>
                    </a:cubicBezTo>
                    <a:cubicBezTo>
                      <a:pt x="327222" y="1251089"/>
                      <a:pt x="433676" y="877914"/>
                      <a:pt x="443902" y="783980"/>
                    </a:cubicBezTo>
                    <a:cubicBezTo>
                      <a:pt x="346375" y="818312"/>
                      <a:pt x="252174" y="861871"/>
                      <a:pt x="153234" y="892212"/>
                    </a:cubicBezTo>
                    <a:cubicBezTo>
                      <a:pt x="130203" y="898447"/>
                      <a:pt x="102101" y="909420"/>
                      <a:pt x="82229" y="890217"/>
                    </a:cubicBezTo>
                    <a:cubicBezTo>
                      <a:pt x="47476" y="858961"/>
                      <a:pt x="17544" y="819975"/>
                      <a:pt x="1996" y="775584"/>
                    </a:cubicBezTo>
                    <a:cubicBezTo>
                      <a:pt x="-8397" y="747238"/>
                      <a:pt x="24195" y="733938"/>
                      <a:pt x="44316" y="724545"/>
                    </a:cubicBezTo>
                    <a:cubicBezTo>
                      <a:pt x="127958" y="688966"/>
                      <a:pt x="212099" y="654634"/>
                      <a:pt x="297487" y="623628"/>
                    </a:cubicBezTo>
                    <a:cubicBezTo>
                      <a:pt x="265394" y="581482"/>
                      <a:pt x="224986" y="538506"/>
                      <a:pt x="218252" y="484140"/>
                    </a:cubicBezTo>
                    <a:cubicBezTo>
                      <a:pt x="236460" y="415062"/>
                      <a:pt x="265560" y="349225"/>
                      <a:pt x="292665" y="283305"/>
                    </a:cubicBezTo>
                    <a:cubicBezTo>
                      <a:pt x="265311" y="287378"/>
                      <a:pt x="234132" y="287129"/>
                      <a:pt x="214760" y="264269"/>
                    </a:cubicBezTo>
                    <a:cubicBezTo>
                      <a:pt x="174601" y="222705"/>
                      <a:pt x="133113" y="174990"/>
                      <a:pt x="122637" y="116552"/>
                    </a:cubicBezTo>
                    <a:cubicBezTo>
                      <a:pt x="255583" y="87124"/>
                      <a:pt x="386533" y="49800"/>
                      <a:pt x="518897" y="17880"/>
                    </a:cubicBezTo>
                    <a:moveTo>
                      <a:pt x="462443" y="241076"/>
                    </a:moveTo>
                    <a:cubicBezTo>
                      <a:pt x="471838" y="263604"/>
                      <a:pt x="475580" y="287711"/>
                      <a:pt x="473002" y="312067"/>
                    </a:cubicBezTo>
                    <a:cubicBezTo>
                      <a:pt x="486305" y="315724"/>
                      <a:pt x="499109" y="320878"/>
                      <a:pt x="511581" y="326864"/>
                    </a:cubicBezTo>
                    <a:cubicBezTo>
                      <a:pt x="516736" y="292449"/>
                      <a:pt x="523221" y="258284"/>
                      <a:pt x="528791" y="223952"/>
                    </a:cubicBezTo>
                    <a:lnTo>
                      <a:pt x="462443" y="241076"/>
                    </a:lnTo>
                    <a:moveTo>
                      <a:pt x="450803" y="377904"/>
                    </a:moveTo>
                    <a:cubicBezTo>
                      <a:pt x="445815" y="391869"/>
                      <a:pt x="440743" y="405834"/>
                      <a:pt x="436087" y="419966"/>
                    </a:cubicBezTo>
                    <a:cubicBezTo>
                      <a:pt x="445815" y="410157"/>
                      <a:pt x="455210" y="400099"/>
                      <a:pt x="464522" y="389957"/>
                    </a:cubicBezTo>
                    <a:cubicBezTo>
                      <a:pt x="459949" y="385884"/>
                      <a:pt x="455376" y="381894"/>
                      <a:pt x="450803" y="377904"/>
                    </a:cubicBezTo>
                    <a:moveTo>
                      <a:pt x="388612" y="544824"/>
                    </a:moveTo>
                    <a:cubicBezTo>
                      <a:pt x="382626" y="562280"/>
                      <a:pt x="376556" y="579737"/>
                      <a:pt x="370487" y="597194"/>
                    </a:cubicBezTo>
                    <a:cubicBezTo>
                      <a:pt x="389776" y="590377"/>
                      <a:pt x="409232" y="583893"/>
                      <a:pt x="428687" y="577825"/>
                    </a:cubicBezTo>
                    <a:cubicBezTo>
                      <a:pt x="415301" y="566852"/>
                      <a:pt x="401665" y="556045"/>
                      <a:pt x="388612" y="544824"/>
                    </a:cubicBezTo>
                    <a:close/>
                  </a:path>
                </a:pathLst>
              </a:custGeom>
              <a:grpFill/>
              <a:ln w="83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617BC552-CC55-14EC-E24C-993D9F823DA9}"/>
                  </a:ext>
                </a:extLst>
              </p:cNvPr>
              <p:cNvSpPr/>
              <p:nvPr/>
            </p:nvSpPr>
            <p:spPr>
              <a:xfrm>
                <a:off x="3728640" y="3502245"/>
                <a:ext cx="1453170" cy="1109727"/>
              </a:xfrm>
              <a:custGeom>
                <a:avLst/>
                <a:gdLst>
                  <a:gd name="connsiteX0" fmla="*/ 44288 w 588460"/>
                  <a:gd name="connsiteY0" fmla="*/ 3157 h 449383"/>
                  <a:gd name="connsiteX1" fmla="*/ 105814 w 588460"/>
                  <a:gd name="connsiteY1" fmla="*/ 47962 h 449383"/>
                  <a:gd name="connsiteX2" fmla="*/ 438387 w 588460"/>
                  <a:gd name="connsiteY2" fmla="*/ 164 h 449383"/>
                  <a:gd name="connsiteX3" fmla="*/ 526935 w 588460"/>
                  <a:gd name="connsiteY3" fmla="*/ 60431 h 449383"/>
                  <a:gd name="connsiteX4" fmla="*/ 588461 w 588460"/>
                  <a:gd name="connsiteY4" fmla="*/ 174233 h 449383"/>
                  <a:gd name="connsiteX5" fmla="*/ 450859 w 588460"/>
                  <a:gd name="connsiteY5" fmla="*/ 369249 h 449383"/>
                  <a:gd name="connsiteX6" fmla="*/ 451025 w 588460"/>
                  <a:gd name="connsiteY6" fmla="*/ 386539 h 449383"/>
                  <a:gd name="connsiteX7" fmla="*/ 434147 w 588460"/>
                  <a:gd name="connsiteY7" fmla="*/ 393855 h 449383"/>
                  <a:gd name="connsiteX8" fmla="*/ 414525 w 588460"/>
                  <a:gd name="connsiteY8" fmla="*/ 421869 h 449383"/>
                  <a:gd name="connsiteX9" fmla="*/ 378857 w 588460"/>
                  <a:gd name="connsiteY9" fmla="*/ 393938 h 449383"/>
                  <a:gd name="connsiteX10" fmla="*/ 163183 w 588460"/>
                  <a:gd name="connsiteY10" fmla="*/ 449384 h 449383"/>
                  <a:gd name="connsiteX11" fmla="*/ 11613 w 588460"/>
                  <a:gd name="connsiteY11" fmla="*/ 295099 h 449383"/>
                  <a:gd name="connsiteX12" fmla="*/ 7456 w 588460"/>
                  <a:gd name="connsiteY12" fmla="*/ 183127 h 449383"/>
                  <a:gd name="connsiteX13" fmla="*/ 44288 w 588460"/>
                  <a:gd name="connsiteY13" fmla="*/ 3157 h 449383"/>
                  <a:gd name="connsiteX14" fmla="*/ 157779 w 588460"/>
                  <a:gd name="connsiteY14" fmla="*/ 190276 h 449383"/>
                  <a:gd name="connsiteX15" fmla="*/ 150379 w 588460"/>
                  <a:gd name="connsiteY15" fmla="*/ 264592 h 449383"/>
                  <a:gd name="connsiteX16" fmla="*/ 280166 w 588460"/>
                  <a:gd name="connsiteY16" fmla="*/ 243727 h 449383"/>
                  <a:gd name="connsiteX17" fmla="*/ 305192 w 588460"/>
                  <a:gd name="connsiteY17" fmla="*/ 195513 h 449383"/>
                  <a:gd name="connsiteX18" fmla="*/ 204921 w 588460"/>
                  <a:gd name="connsiteY18" fmla="*/ 210559 h 449383"/>
                  <a:gd name="connsiteX19" fmla="*/ 157779 w 588460"/>
                  <a:gd name="connsiteY19" fmla="*/ 190276 h 449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88460" h="449383">
                    <a:moveTo>
                      <a:pt x="44288" y="3157"/>
                    </a:moveTo>
                    <a:cubicBezTo>
                      <a:pt x="71393" y="7978"/>
                      <a:pt x="84197" y="36075"/>
                      <a:pt x="105814" y="47962"/>
                    </a:cubicBezTo>
                    <a:cubicBezTo>
                      <a:pt x="215563" y="26349"/>
                      <a:pt x="325978" y="663"/>
                      <a:pt x="438387" y="164"/>
                    </a:cubicBezTo>
                    <a:cubicBezTo>
                      <a:pt x="478628" y="-2745"/>
                      <a:pt x="503655" y="33664"/>
                      <a:pt x="526935" y="60431"/>
                    </a:cubicBezTo>
                    <a:cubicBezTo>
                      <a:pt x="552293" y="95012"/>
                      <a:pt x="581726" y="130674"/>
                      <a:pt x="588461" y="174233"/>
                    </a:cubicBezTo>
                    <a:cubicBezTo>
                      <a:pt x="539572" y="236910"/>
                      <a:pt x="491183" y="300669"/>
                      <a:pt x="450859" y="369249"/>
                    </a:cubicBezTo>
                    <a:cubicBezTo>
                      <a:pt x="450859" y="373572"/>
                      <a:pt x="451025" y="382217"/>
                      <a:pt x="451025" y="386539"/>
                    </a:cubicBezTo>
                    <a:cubicBezTo>
                      <a:pt x="446785" y="388369"/>
                      <a:pt x="438387" y="392026"/>
                      <a:pt x="434147" y="393855"/>
                    </a:cubicBezTo>
                    <a:cubicBezTo>
                      <a:pt x="427994" y="403415"/>
                      <a:pt x="421426" y="412725"/>
                      <a:pt x="414525" y="421869"/>
                    </a:cubicBezTo>
                    <a:cubicBezTo>
                      <a:pt x="402303" y="412891"/>
                      <a:pt x="390414" y="403664"/>
                      <a:pt x="378857" y="393938"/>
                    </a:cubicBezTo>
                    <a:cubicBezTo>
                      <a:pt x="306772" y="411644"/>
                      <a:pt x="236432" y="436832"/>
                      <a:pt x="163183" y="449384"/>
                    </a:cubicBezTo>
                    <a:cubicBezTo>
                      <a:pt x="90849" y="425526"/>
                      <a:pt x="46450" y="358775"/>
                      <a:pt x="11613" y="295099"/>
                    </a:cubicBezTo>
                    <a:cubicBezTo>
                      <a:pt x="-9339" y="260685"/>
                      <a:pt x="3715" y="220119"/>
                      <a:pt x="7456" y="183127"/>
                    </a:cubicBezTo>
                    <a:cubicBezTo>
                      <a:pt x="17433" y="122860"/>
                      <a:pt x="21092" y="60348"/>
                      <a:pt x="44288" y="3157"/>
                    </a:cubicBezTo>
                    <a:moveTo>
                      <a:pt x="157779" y="190276"/>
                    </a:moveTo>
                    <a:cubicBezTo>
                      <a:pt x="155784" y="215048"/>
                      <a:pt x="153040" y="239820"/>
                      <a:pt x="150379" y="264592"/>
                    </a:cubicBezTo>
                    <a:cubicBezTo>
                      <a:pt x="193198" y="255198"/>
                      <a:pt x="236516" y="248050"/>
                      <a:pt x="280166" y="243727"/>
                    </a:cubicBezTo>
                    <a:cubicBezTo>
                      <a:pt x="286651" y="226769"/>
                      <a:pt x="295547" y="210891"/>
                      <a:pt x="305192" y="195513"/>
                    </a:cubicBezTo>
                    <a:cubicBezTo>
                      <a:pt x="271768" y="200667"/>
                      <a:pt x="238677" y="207816"/>
                      <a:pt x="204921" y="210559"/>
                    </a:cubicBezTo>
                    <a:cubicBezTo>
                      <a:pt x="186214" y="213801"/>
                      <a:pt x="171830" y="200168"/>
                      <a:pt x="157779" y="190276"/>
                    </a:cubicBezTo>
                    <a:close/>
                  </a:path>
                </a:pathLst>
              </a:custGeom>
              <a:grpFill/>
              <a:ln w="83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501B57CB-B49B-B7D5-FC61-4AA0B5E0A72C}"/>
                  </a:ext>
                </a:extLst>
              </p:cNvPr>
              <p:cNvSpPr/>
              <p:nvPr/>
            </p:nvSpPr>
            <p:spPr>
              <a:xfrm>
                <a:off x="3624274" y="4587710"/>
                <a:ext cx="1561305" cy="860363"/>
              </a:xfrm>
              <a:custGeom>
                <a:avLst/>
                <a:gdLst>
                  <a:gd name="connsiteX0" fmla="*/ 218417 w 632249"/>
                  <a:gd name="connsiteY0" fmla="*/ 40001 h 348403"/>
                  <a:gd name="connsiteX1" fmla="*/ 463357 w 632249"/>
                  <a:gd name="connsiteY1" fmla="*/ 8995 h 348403"/>
                  <a:gd name="connsiteX2" fmla="*/ 573023 w 632249"/>
                  <a:gd name="connsiteY2" fmla="*/ 99604 h 348403"/>
                  <a:gd name="connsiteX3" fmla="*/ 631223 w 632249"/>
                  <a:gd name="connsiteY3" fmla="*/ 208251 h 348403"/>
                  <a:gd name="connsiteX4" fmla="*/ 605615 w 632249"/>
                  <a:gd name="connsiteY4" fmla="*/ 237844 h 348403"/>
                  <a:gd name="connsiteX5" fmla="*/ 414801 w 632249"/>
                  <a:gd name="connsiteY5" fmla="*/ 291212 h 348403"/>
                  <a:gd name="connsiteX6" fmla="*/ 293495 w 632249"/>
                  <a:gd name="connsiteY6" fmla="*/ 348404 h 348403"/>
                  <a:gd name="connsiteX7" fmla="*/ 265809 w 632249"/>
                  <a:gd name="connsiteY7" fmla="*/ 314155 h 348403"/>
                  <a:gd name="connsiteX8" fmla="*/ 423033 w 632249"/>
                  <a:gd name="connsiteY8" fmla="*/ 161616 h 348403"/>
                  <a:gd name="connsiteX9" fmla="*/ 122387 w 632249"/>
                  <a:gd name="connsiteY9" fmla="*/ 273339 h 348403"/>
                  <a:gd name="connsiteX10" fmla="*/ 32010 w 632249"/>
                  <a:gd name="connsiteY10" fmla="*/ 175582 h 348403"/>
                  <a:gd name="connsiteX11" fmla="*/ 0 w 632249"/>
                  <a:gd name="connsiteY11" fmla="*/ 102845 h 348403"/>
                  <a:gd name="connsiteX12" fmla="*/ 48223 w 632249"/>
                  <a:gd name="connsiteY12" fmla="*/ 66934 h 348403"/>
                  <a:gd name="connsiteX13" fmla="*/ 181086 w 632249"/>
                  <a:gd name="connsiteY13" fmla="*/ 20550 h 348403"/>
                  <a:gd name="connsiteX14" fmla="*/ 218417 w 632249"/>
                  <a:gd name="connsiteY14" fmla="*/ 40001 h 348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2249" h="348403">
                    <a:moveTo>
                      <a:pt x="218417" y="40001"/>
                    </a:moveTo>
                    <a:cubicBezTo>
                      <a:pt x="295990" y="11987"/>
                      <a:pt x="381045" y="-14364"/>
                      <a:pt x="463357" y="8995"/>
                    </a:cubicBezTo>
                    <a:cubicBezTo>
                      <a:pt x="511497" y="21381"/>
                      <a:pt x="543756" y="62362"/>
                      <a:pt x="573023" y="99604"/>
                    </a:cubicBezTo>
                    <a:cubicBezTo>
                      <a:pt x="596719" y="133020"/>
                      <a:pt x="622244" y="167519"/>
                      <a:pt x="631223" y="208251"/>
                    </a:cubicBezTo>
                    <a:cubicBezTo>
                      <a:pt x="636295" y="224128"/>
                      <a:pt x="621745" y="239923"/>
                      <a:pt x="605615" y="237844"/>
                    </a:cubicBezTo>
                    <a:cubicBezTo>
                      <a:pt x="538269" y="239423"/>
                      <a:pt x="477408" y="270430"/>
                      <a:pt x="414801" y="291212"/>
                    </a:cubicBezTo>
                    <a:cubicBezTo>
                      <a:pt x="374144" y="309832"/>
                      <a:pt x="328914" y="319808"/>
                      <a:pt x="293495" y="348404"/>
                    </a:cubicBezTo>
                    <a:cubicBezTo>
                      <a:pt x="283435" y="337680"/>
                      <a:pt x="274289" y="326126"/>
                      <a:pt x="265809" y="314155"/>
                    </a:cubicBezTo>
                    <a:cubicBezTo>
                      <a:pt x="327168" y="273589"/>
                      <a:pt x="373978" y="215483"/>
                      <a:pt x="423033" y="161616"/>
                    </a:cubicBezTo>
                    <a:cubicBezTo>
                      <a:pt x="314115" y="167602"/>
                      <a:pt x="214260" y="218309"/>
                      <a:pt x="122387" y="273339"/>
                    </a:cubicBezTo>
                    <a:cubicBezTo>
                      <a:pt x="83642" y="249981"/>
                      <a:pt x="57036" y="212158"/>
                      <a:pt x="32010" y="175582"/>
                    </a:cubicBezTo>
                    <a:cubicBezTo>
                      <a:pt x="18458" y="152971"/>
                      <a:pt x="2162" y="129862"/>
                      <a:pt x="0" y="102845"/>
                    </a:cubicBezTo>
                    <a:cubicBezTo>
                      <a:pt x="10143" y="85139"/>
                      <a:pt x="31428" y="77325"/>
                      <a:pt x="48223" y="66934"/>
                    </a:cubicBezTo>
                    <a:cubicBezTo>
                      <a:pt x="90460" y="46652"/>
                      <a:pt x="134359" y="27033"/>
                      <a:pt x="181086" y="20550"/>
                    </a:cubicBezTo>
                    <a:cubicBezTo>
                      <a:pt x="197631" y="15562"/>
                      <a:pt x="207525" y="30608"/>
                      <a:pt x="218417" y="40001"/>
                    </a:cubicBezTo>
                    <a:close/>
                  </a:path>
                </a:pathLst>
              </a:custGeom>
              <a:grpFill/>
              <a:ln w="83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28" name="组合 227" descr="D:\51PPT模板网\51pptmoban.com\图片.jpg">
            <a:extLst>
              <a:ext uri="{FF2B5EF4-FFF2-40B4-BE49-F238E27FC236}">
                <a16:creationId xmlns:a16="http://schemas.microsoft.com/office/drawing/2014/main" id="{D876E078-6F7C-1B58-8E57-02F95135D98D}"/>
              </a:ext>
            </a:extLst>
          </p:cNvPr>
          <p:cNvGrpSpPr/>
          <p:nvPr/>
        </p:nvGrpSpPr>
        <p:grpSpPr>
          <a:xfrm>
            <a:off x="8713275" y="4876883"/>
            <a:ext cx="527155" cy="1581889"/>
            <a:chOff x="9153812" y="4021665"/>
            <a:chExt cx="672299" cy="2017440"/>
          </a:xfrm>
          <a:gradFill>
            <a:gsLst>
              <a:gs pos="100000">
                <a:srgbClr val="91A3C7"/>
              </a:gs>
              <a:gs pos="0">
                <a:schemeClr val="bg1"/>
              </a:gs>
            </a:gsLst>
            <a:lin ang="16200000" scaled="1"/>
          </a:gradFill>
        </p:grpSpPr>
        <p:sp>
          <p:nvSpPr>
            <p:cNvPr id="224" name="任意多边形: 形状 223">
              <a:extLst>
                <a:ext uri="{FF2B5EF4-FFF2-40B4-BE49-F238E27FC236}">
                  <a16:creationId xmlns:a16="http://schemas.microsoft.com/office/drawing/2014/main" id="{D6F24274-7C67-0D7A-F9B0-898C4C3B0690}"/>
                </a:ext>
              </a:extLst>
            </p:cNvPr>
            <p:cNvSpPr/>
            <p:nvPr/>
          </p:nvSpPr>
          <p:spPr>
            <a:xfrm flipH="1">
              <a:off x="9209452" y="4990458"/>
              <a:ext cx="586881" cy="1048647"/>
            </a:xfrm>
            <a:custGeom>
              <a:avLst/>
              <a:gdLst>
                <a:gd name="connsiteX0" fmla="*/ 136750 w 713031"/>
                <a:gd name="connsiteY0" fmla="*/ 25464 h 1162693"/>
                <a:gd name="connsiteX1" fmla="*/ 113242 w 713031"/>
                <a:gd name="connsiteY1" fmla="*/ 101036 h 1162693"/>
                <a:gd name="connsiteX2" fmla="*/ 86382 w 713031"/>
                <a:gd name="connsiteY2" fmla="*/ 473990 h 1162693"/>
                <a:gd name="connsiteX3" fmla="*/ 86382 w 713031"/>
                <a:gd name="connsiteY3" fmla="*/ 610363 h 1162693"/>
                <a:gd name="connsiteX4" fmla="*/ 69586 w 713031"/>
                <a:gd name="connsiteY4" fmla="*/ 1055612 h 1162693"/>
                <a:gd name="connsiteX5" fmla="*/ 14176 w 713031"/>
                <a:gd name="connsiteY5" fmla="*/ 1114756 h 1162693"/>
                <a:gd name="connsiteX6" fmla="*/ 14176 w 713031"/>
                <a:gd name="connsiteY6" fmla="*/ 1162406 h 1162693"/>
                <a:gd name="connsiteX7" fmla="*/ 212302 w 713031"/>
                <a:gd name="connsiteY7" fmla="*/ 1060533 h 1162693"/>
                <a:gd name="connsiteX8" fmla="*/ 212302 w 713031"/>
                <a:gd name="connsiteY8" fmla="*/ 1004679 h 1162693"/>
                <a:gd name="connsiteX9" fmla="*/ 225733 w 713031"/>
                <a:gd name="connsiteY9" fmla="*/ 644856 h 1162693"/>
                <a:gd name="connsiteX10" fmla="*/ 294567 w 713031"/>
                <a:gd name="connsiteY10" fmla="*/ 437833 h 1162693"/>
                <a:gd name="connsiteX11" fmla="*/ 301558 w 713031"/>
                <a:gd name="connsiteY11" fmla="*/ 296533 h 1162693"/>
                <a:gd name="connsiteX12" fmla="*/ 330209 w 713031"/>
                <a:gd name="connsiteY12" fmla="*/ 347377 h 1162693"/>
                <a:gd name="connsiteX13" fmla="*/ 356517 w 713031"/>
                <a:gd name="connsiteY13" fmla="*/ 478619 h 1162693"/>
                <a:gd name="connsiteX14" fmla="*/ 411172 w 713031"/>
                <a:gd name="connsiteY14" fmla="*/ 634715 h 1162693"/>
                <a:gd name="connsiteX15" fmla="*/ 430584 w 713031"/>
                <a:gd name="connsiteY15" fmla="*/ 899535 h 1162693"/>
                <a:gd name="connsiteX16" fmla="*/ 675719 w 713031"/>
                <a:gd name="connsiteY16" fmla="*/ 942258 h 1162693"/>
                <a:gd name="connsiteX17" fmla="*/ 675719 w 713031"/>
                <a:gd name="connsiteY17" fmla="*/ 891325 h 1162693"/>
                <a:gd name="connsiteX18" fmla="*/ 531301 w 713031"/>
                <a:gd name="connsiteY18" fmla="*/ 734734 h 1162693"/>
                <a:gd name="connsiteX19" fmla="*/ 554497 w 713031"/>
                <a:gd name="connsiteY19" fmla="*/ 501885 h 1162693"/>
                <a:gd name="connsiteX20" fmla="*/ 544750 w 713031"/>
                <a:gd name="connsiteY20" fmla="*/ 220987 h 1162693"/>
                <a:gd name="connsiteX21" fmla="*/ 515470 w 713031"/>
                <a:gd name="connsiteY21" fmla="*/ 5913 h 1162693"/>
                <a:gd name="connsiteX22" fmla="*/ 422202 w 713031"/>
                <a:gd name="connsiteY22" fmla="*/ 5913 h 1162693"/>
                <a:gd name="connsiteX23" fmla="*/ 136750 w 713031"/>
                <a:gd name="connsiteY23" fmla="*/ 25464 h 1162693"/>
                <a:gd name="connsiteX0" fmla="*/ 131293 w 707574"/>
                <a:gd name="connsiteY0" fmla="*/ 25464 h 1167613"/>
                <a:gd name="connsiteX1" fmla="*/ 107785 w 707574"/>
                <a:gd name="connsiteY1" fmla="*/ 101036 h 1167613"/>
                <a:gd name="connsiteX2" fmla="*/ 80925 w 707574"/>
                <a:gd name="connsiteY2" fmla="*/ 473990 h 1167613"/>
                <a:gd name="connsiteX3" fmla="*/ 80925 w 707574"/>
                <a:gd name="connsiteY3" fmla="*/ 610363 h 1167613"/>
                <a:gd name="connsiteX4" fmla="*/ 64129 w 707574"/>
                <a:gd name="connsiteY4" fmla="*/ 1055612 h 1167613"/>
                <a:gd name="connsiteX5" fmla="*/ 32531 w 707574"/>
                <a:gd name="connsiteY5" fmla="*/ 862344 h 1167613"/>
                <a:gd name="connsiteX6" fmla="*/ 8719 w 707574"/>
                <a:gd name="connsiteY6" fmla="*/ 1162406 h 1167613"/>
                <a:gd name="connsiteX7" fmla="*/ 206845 w 707574"/>
                <a:gd name="connsiteY7" fmla="*/ 1060533 h 1167613"/>
                <a:gd name="connsiteX8" fmla="*/ 206845 w 707574"/>
                <a:gd name="connsiteY8" fmla="*/ 1004679 h 1167613"/>
                <a:gd name="connsiteX9" fmla="*/ 220276 w 707574"/>
                <a:gd name="connsiteY9" fmla="*/ 644856 h 1167613"/>
                <a:gd name="connsiteX10" fmla="*/ 289110 w 707574"/>
                <a:gd name="connsiteY10" fmla="*/ 437833 h 1167613"/>
                <a:gd name="connsiteX11" fmla="*/ 296101 w 707574"/>
                <a:gd name="connsiteY11" fmla="*/ 296533 h 1167613"/>
                <a:gd name="connsiteX12" fmla="*/ 324752 w 707574"/>
                <a:gd name="connsiteY12" fmla="*/ 347377 h 1167613"/>
                <a:gd name="connsiteX13" fmla="*/ 351060 w 707574"/>
                <a:gd name="connsiteY13" fmla="*/ 478619 h 1167613"/>
                <a:gd name="connsiteX14" fmla="*/ 405715 w 707574"/>
                <a:gd name="connsiteY14" fmla="*/ 634715 h 1167613"/>
                <a:gd name="connsiteX15" fmla="*/ 425127 w 707574"/>
                <a:gd name="connsiteY15" fmla="*/ 899535 h 1167613"/>
                <a:gd name="connsiteX16" fmla="*/ 670262 w 707574"/>
                <a:gd name="connsiteY16" fmla="*/ 942258 h 1167613"/>
                <a:gd name="connsiteX17" fmla="*/ 670262 w 707574"/>
                <a:gd name="connsiteY17" fmla="*/ 891325 h 1167613"/>
                <a:gd name="connsiteX18" fmla="*/ 525844 w 707574"/>
                <a:gd name="connsiteY18" fmla="*/ 734734 h 1167613"/>
                <a:gd name="connsiteX19" fmla="*/ 549040 w 707574"/>
                <a:gd name="connsiteY19" fmla="*/ 501885 h 1167613"/>
                <a:gd name="connsiteX20" fmla="*/ 539293 w 707574"/>
                <a:gd name="connsiteY20" fmla="*/ 220987 h 1167613"/>
                <a:gd name="connsiteX21" fmla="*/ 510013 w 707574"/>
                <a:gd name="connsiteY21" fmla="*/ 5913 h 1167613"/>
                <a:gd name="connsiteX22" fmla="*/ 416745 w 707574"/>
                <a:gd name="connsiteY22" fmla="*/ 5913 h 1167613"/>
                <a:gd name="connsiteX23" fmla="*/ 131293 w 707574"/>
                <a:gd name="connsiteY23" fmla="*/ 25464 h 1167613"/>
                <a:gd name="connsiteX0" fmla="*/ 132743 w 709024"/>
                <a:gd name="connsiteY0" fmla="*/ 25464 h 1167613"/>
                <a:gd name="connsiteX1" fmla="*/ 109235 w 709024"/>
                <a:gd name="connsiteY1" fmla="*/ 101036 h 1167613"/>
                <a:gd name="connsiteX2" fmla="*/ 82375 w 709024"/>
                <a:gd name="connsiteY2" fmla="*/ 473990 h 1167613"/>
                <a:gd name="connsiteX3" fmla="*/ 82375 w 709024"/>
                <a:gd name="connsiteY3" fmla="*/ 610363 h 1167613"/>
                <a:gd name="connsiteX4" fmla="*/ 79866 w 709024"/>
                <a:gd name="connsiteY4" fmla="*/ 936550 h 1167613"/>
                <a:gd name="connsiteX5" fmla="*/ 33981 w 709024"/>
                <a:gd name="connsiteY5" fmla="*/ 862344 h 1167613"/>
                <a:gd name="connsiteX6" fmla="*/ 10169 w 709024"/>
                <a:gd name="connsiteY6" fmla="*/ 1162406 h 1167613"/>
                <a:gd name="connsiteX7" fmla="*/ 208295 w 709024"/>
                <a:gd name="connsiteY7" fmla="*/ 1060533 h 1167613"/>
                <a:gd name="connsiteX8" fmla="*/ 208295 w 709024"/>
                <a:gd name="connsiteY8" fmla="*/ 1004679 h 1167613"/>
                <a:gd name="connsiteX9" fmla="*/ 221726 w 709024"/>
                <a:gd name="connsiteY9" fmla="*/ 644856 h 1167613"/>
                <a:gd name="connsiteX10" fmla="*/ 290560 w 709024"/>
                <a:gd name="connsiteY10" fmla="*/ 437833 h 1167613"/>
                <a:gd name="connsiteX11" fmla="*/ 297551 w 709024"/>
                <a:gd name="connsiteY11" fmla="*/ 296533 h 1167613"/>
                <a:gd name="connsiteX12" fmla="*/ 326202 w 709024"/>
                <a:gd name="connsiteY12" fmla="*/ 347377 h 1167613"/>
                <a:gd name="connsiteX13" fmla="*/ 352510 w 709024"/>
                <a:gd name="connsiteY13" fmla="*/ 478619 h 1167613"/>
                <a:gd name="connsiteX14" fmla="*/ 407165 w 709024"/>
                <a:gd name="connsiteY14" fmla="*/ 634715 h 1167613"/>
                <a:gd name="connsiteX15" fmla="*/ 426577 w 709024"/>
                <a:gd name="connsiteY15" fmla="*/ 899535 h 1167613"/>
                <a:gd name="connsiteX16" fmla="*/ 671712 w 709024"/>
                <a:gd name="connsiteY16" fmla="*/ 942258 h 1167613"/>
                <a:gd name="connsiteX17" fmla="*/ 671712 w 709024"/>
                <a:gd name="connsiteY17" fmla="*/ 891325 h 1167613"/>
                <a:gd name="connsiteX18" fmla="*/ 527294 w 709024"/>
                <a:gd name="connsiteY18" fmla="*/ 734734 h 1167613"/>
                <a:gd name="connsiteX19" fmla="*/ 550490 w 709024"/>
                <a:gd name="connsiteY19" fmla="*/ 501885 h 1167613"/>
                <a:gd name="connsiteX20" fmla="*/ 540743 w 709024"/>
                <a:gd name="connsiteY20" fmla="*/ 220987 h 1167613"/>
                <a:gd name="connsiteX21" fmla="*/ 511463 w 709024"/>
                <a:gd name="connsiteY21" fmla="*/ 5913 h 1167613"/>
                <a:gd name="connsiteX22" fmla="*/ 418195 w 709024"/>
                <a:gd name="connsiteY22" fmla="*/ 5913 h 1167613"/>
                <a:gd name="connsiteX23" fmla="*/ 132743 w 709024"/>
                <a:gd name="connsiteY23" fmla="*/ 25464 h 1167613"/>
                <a:gd name="connsiteX0" fmla="*/ 113547 w 689828"/>
                <a:gd name="connsiteY0" fmla="*/ 25464 h 1060545"/>
                <a:gd name="connsiteX1" fmla="*/ 90039 w 689828"/>
                <a:gd name="connsiteY1" fmla="*/ 101036 h 1060545"/>
                <a:gd name="connsiteX2" fmla="*/ 63179 w 689828"/>
                <a:gd name="connsiteY2" fmla="*/ 473990 h 1060545"/>
                <a:gd name="connsiteX3" fmla="*/ 63179 w 689828"/>
                <a:gd name="connsiteY3" fmla="*/ 610363 h 1060545"/>
                <a:gd name="connsiteX4" fmla="*/ 60670 w 689828"/>
                <a:gd name="connsiteY4" fmla="*/ 936550 h 1060545"/>
                <a:gd name="connsiteX5" fmla="*/ 14785 w 689828"/>
                <a:gd name="connsiteY5" fmla="*/ 862344 h 1060545"/>
                <a:gd name="connsiteX6" fmla="*/ 14785 w 689828"/>
                <a:gd name="connsiteY6" fmla="*/ 1000481 h 1060545"/>
                <a:gd name="connsiteX7" fmla="*/ 189099 w 689828"/>
                <a:gd name="connsiteY7" fmla="*/ 1060533 h 1060545"/>
                <a:gd name="connsiteX8" fmla="*/ 189099 w 689828"/>
                <a:gd name="connsiteY8" fmla="*/ 1004679 h 1060545"/>
                <a:gd name="connsiteX9" fmla="*/ 202530 w 689828"/>
                <a:gd name="connsiteY9" fmla="*/ 644856 h 1060545"/>
                <a:gd name="connsiteX10" fmla="*/ 271364 w 689828"/>
                <a:gd name="connsiteY10" fmla="*/ 437833 h 1060545"/>
                <a:gd name="connsiteX11" fmla="*/ 278355 w 689828"/>
                <a:gd name="connsiteY11" fmla="*/ 296533 h 1060545"/>
                <a:gd name="connsiteX12" fmla="*/ 307006 w 689828"/>
                <a:gd name="connsiteY12" fmla="*/ 347377 h 1060545"/>
                <a:gd name="connsiteX13" fmla="*/ 333314 w 689828"/>
                <a:gd name="connsiteY13" fmla="*/ 478619 h 1060545"/>
                <a:gd name="connsiteX14" fmla="*/ 387969 w 689828"/>
                <a:gd name="connsiteY14" fmla="*/ 634715 h 1060545"/>
                <a:gd name="connsiteX15" fmla="*/ 407381 w 689828"/>
                <a:gd name="connsiteY15" fmla="*/ 899535 h 1060545"/>
                <a:gd name="connsiteX16" fmla="*/ 652516 w 689828"/>
                <a:gd name="connsiteY16" fmla="*/ 942258 h 1060545"/>
                <a:gd name="connsiteX17" fmla="*/ 652516 w 689828"/>
                <a:gd name="connsiteY17" fmla="*/ 891325 h 1060545"/>
                <a:gd name="connsiteX18" fmla="*/ 508098 w 689828"/>
                <a:gd name="connsiteY18" fmla="*/ 734734 h 1060545"/>
                <a:gd name="connsiteX19" fmla="*/ 531294 w 689828"/>
                <a:gd name="connsiteY19" fmla="*/ 501885 h 1060545"/>
                <a:gd name="connsiteX20" fmla="*/ 521547 w 689828"/>
                <a:gd name="connsiteY20" fmla="*/ 220987 h 1060545"/>
                <a:gd name="connsiteX21" fmla="*/ 492267 w 689828"/>
                <a:gd name="connsiteY21" fmla="*/ 5913 h 1060545"/>
                <a:gd name="connsiteX22" fmla="*/ 398999 w 689828"/>
                <a:gd name="connsiteY22" fmla="*/ 5913 h 1060545"/>
                <a:gd name="connsiteX23" fmla="*/ 113547 w 689828"/>
                <a:gd name="connsiteY23" fmla="*/ 25464 h 1060545"/>
                <a:gd name="connsiteX0" fmla="*/ 104552 w 680833"/>
                <a:gd name="connsiteY0" fmla="*/ 25464 h 1060545"/>
                <a:gd name="connsiteX1" fmla="*/ 81044 w 680833"/>
                <a:gd name="connsiteY1" fmla="*/ 101036 h 1060545"/>
                <a:gd name="connsiteX2" fmla="*/ 54184 w 680833"/>
                <a:gd name="connsiteY2" fmla="*/ 473990 h 1060545"/>
                <a:gd name="connsiteX3" fmla="*/ 54184 w 680833"/>
                <a:gd name="connsiteY3" fmla="*/ 610363 h 1060545"/>
                <a:gd name="connsiteX4" fmla="*/ 51675 w 680833"/>
                <a:gd name="connsiteY4" fmla="*/ 936550 h 1060545"/>
                <a:gd name="connsiteX5" fmla="*/ 5790 w 680833"/>
                <a:gd name="connsiteY5" fmla="*/ 862344 h 1060545"/>
                <a:gd name="connsiteX6" fmla="*/ 20078 w 680833"/>
                <a:gd name="connsiteY6" fmla="*/ 1000481 h 1060545"/>
                <a:gd name="connsiteX7" fmla="*/ 180104 w 680833"/>
                <a:gd name="connsiteY7" fmla="*/ 1060533 h 1060545"/>
                <a:gd name="connsiteX8" fmla="*/ 180104 w 680833"/>
                <a:gd name="connsiteY8" fmla="*/ 1004679 h 1060545"/>
                <a:gd name="connsiteX9" fmla="*/ 193535 w 680833"/>
                <a:gd name="connsiteY9" fmla="*/ 644856 h 1060545"/>
                <a:gd name="connsiteX10" fmla="*/ 262369 w 680833"/>
                <a:gd name="connsiteY10" fmla="*/ 437833 h 1060545"/>
                <a:gd name="connsiteX11" fmla="*/ 269360 w 680833"/>
                <a:gd name="connsiteY11" fmla="*/ 296533 h 1060545"/>
                <a:gd name="connsiteX12" fmla="*/ 298011 w 680833"/>
                <a:gd name="connsiteY12" fmla="*/ 347377 h 1060545"/>
                <a:gd name="connsiteX13" fmla="*/ 324319 w 680833"/>
                <a:gd name="connsiteY13" fmla="*/ 478619 h 1060545"/>
                <a:gd name="connsiteX14" fmla="*/ 378974 w 680833"/>
                <a:gd name="connsiteY14" fmla="*/ 634715 h 1060545"/>
                <a:gd name="connsiteX15" fmla="*/ 398386 w 680833"/>
                <a:gd name="connsiteY15" fmla="*/ 899535 h 1060545"/>
                <a:gd name="connsiteX16" fmla="*/ 643521 w 680833"/>
                <a:gd name="connsiteY16" fmla="*/ 942258 h 1060545"/>
                <a:gd name="connsiteX17" fmla="*/ 643521 w 680833"/>
                <a:gd name="connsiteY17" fmla="*/ 891325 h 1060545"/>
                <a:gd name="connsiteX18" fmla="*/ 499103 w 680833"/>
                <a:gd name="connsiteY18" fmla="*/ 734734 h 1060545"/>
                <a:gd name="connsiteX19" fmla="*/ 522299 w 680833"/>
                <a:gd name="connsiteY19" fmla="*/ 501885 h 1060545"/>
                <a:gd name="connsiteX20" fmla="*/ 512552 w 680833"/>
                <a:gd name="connsiteY20" fmla="*/ 220987 h 1060545"/>
                <a:gd name="connsiteX21" fmla="*/ 483272 w 680833"/>
                <a:gd name="connsiteY21" fmla="*/ 5913 h 1060545"/>
                <a:gd name="connsiteX22" fmla="*/ 390004 w 680833"/>
                <a:gd name="connsiteY22" fmla="*/ 5913 h 1060545"/>
                <a:gd name="connsiteX23" fmla="*/ 104552 w 680833"/>
                <a:gd name="connsiteY23" fmla="*/ 25464 h 1060545"/>
                <a:gd name="connsiteX0" fmla="*/ 104552 w 665156"/>
                <a:gd name="connsiteY0" fmla="*/ 25464 h 1060545"/>
                <a:gd name="connsiteX1" fmla="*/ 81044 w 665156"/>
                <a:gd name="connsiteY1" fmla="*/ 101036 h 1060545"/>
                <a:gd name="connsiteX2" fmla="*/ 54184 w 665156"/>
                <a:gd name="connsiteY2" fmla="*/ 473990 h 1060545"/>
                <a:gd name="connsiteX3" fmla="*/ 54184 w 665156"/>
                <a:gd name="connsiteY3" fmla="*/ 610363 h 1060545"/>
                <a:gd name="connsiteX4" fmla="*/ 51675 w 665156"/>
                <a:gd name="connsiteY4" fmla="*/ 936550 h 1060545"/>
                <a:gd name="connsiteX5" fmla="*/ 5790 w 665156"/>
                <a:gd name="connsiteY5" fmla="*/ 862344 h 1060545"/>
                <a:gd name="connsiteX6" fmla="*/ 20078 w 665156"/>
                <a:gd name="connsiteY6" fmla="*/ 1000481 h 1060545"/>
                <a:gd name="connsiteX7" fmla="*/ 180104 w 665156"/>
                <a:gd name="connsiteY7" fmla="*/ 1060533 h 1060545"/>
                <a:gd name="connsiteX8" fmla="*/ 180104 w 665156"/>
                <a:gd name="connsiteY8" fmla="*/ 1004679 h 1060545"/>
                <a:gd name="connsiteX9" fmla="*/ 193535 w 665156"/>
                <a:gd name="connsiteY9" fmla="*/ 644856 h 1060545"/>
                <a:gd name="connsiteX10" fmla="*/ 262369 w 665156"/>
                <a:gd name="connsiteY10" fmla="*/ 437833 h 1060545"/>
                <a:gd name="connsiteX11" fmla="*/ 269360 w 665156"/>
                <a:gd name="connsiteY11" fmla="*/ 296533 h 1060545"/>
                <a:gd name="connsiteX12" fmla="*/ 298011 w 665156"/>
                <a:gd name="connsiteY12" fmla="*/ 347377 h 1060545"/>
                <a:gd name="connsiteX13" fmla="*/ 324319 w 665156"/>
                <a:gd name="connsiteY13" fmla="*/ 478619 h 1060545"/>
                <a:gd name="connsiteX14" fmla="*/ 378974 w 665156"/>
                <a:gd name="connsiteY14" fmla="*/ 634715 h 1060545"/>
                <a:gd name="connsiteX15" fmla="*/ 398386 w 665156"/>
                <a:gd name="connsiteY15" fmla="*/ 899535 h 1060545"/>
                <a:gd name="connsiteX16" fmla="*/ 643521 w 665156"/>
                <a:gd name="connsiteY16" fmla="*/ 942258 h 1060545"/>
                <a:gd name="connsiteX17" fmla="*/ 595896 w 665156"/>
                <a:gd name="connsiteY17" fmla="*/ 829412 h 1060545"/>
                <a:gd name="connsiteX18" fmla="*/ 499103 w 665156"/>
                <a:gd name="connsiteY18" fmla="*/ 734734 h 1060545"/>
                <a:gd name="connsiteX19" fmla="*/ 522299 w 665156"/>
                <a:gd name="connsiteY19" fmla="*/ 501885 h 1060545"/>
                <a:gd name="connsiteX20" fmla="*/ 512552 w 665156"/>
                <a:gd name="connsiteY20" fmla="*/ 220987 h 1060545"/>
                <a:gd name="connsiteX21" fmla="*/ 483272 w 665156"/>
                <a:gd name="connsiteY21" fmla="*/ 5913 h 1060545"/>
                <a:gd name="connsiteX22" fmla="*/ 390004 w 665156"/>
                <a:gd name="connsiteY22" fmla="*/ 5913 h 1060545"/>
                <a:gd name="connsiteX23" fmla="*/ 104552 w 665156"/>
                <a:gd name="connsiteY23" fmla="*/ 25464 h 1060545"/>
                <a:gd name="connsiteX0" fmla="*/ 104552 w 650474"/>
                <a:gd name="connsiteY0" fmla="*/ 25464 h 1060545"/>
                <a:gd name="connsiteX1" fmla="*/ 81044 w 650474"/>
                <a:gd name="connsiteY1" fmla="*/ 101036 h 1060545"/>
                <a:gd name="connsiteX2" fmla="*/ 54184 w 650474"/>
                <a:gd name="connsiteY2" fmla="*/ 473990 h 1060545"/>
                <a:gd name="connsiteX3" fmla="*/ 54184 w 650474"/>
                <a:gd name="connsiteY3" fmla="*/ 610363 h 1060545"/>
                <a:gd name="connsiteX4" fmla="*/ 51675 w 650474"/>
                <a:gd name="connsiteY4" fmla="*/ 936550 h 1060545"/>
                <a:gd name="connsiteX5" fmla="*/ 5790 w 650474"/>
                <a:gd name="connsiteY5" fmla="*/ 862344 h 1060545"/>
                <a:gd name="connsiteX6" fmla="*/ 20078 w 650474"/>
                <a:gd name="connsiteY6" fmla="*/ 1000481 h 1060545"/>
                <a:gd name="connsiteX7" fmla="*/ 180104 w 650474"/>
                <a:gd name="connsiteY7" fmla="*/ 1060533 h 1060545"/>
                <a:gd name="connsiteX8" fmla="*/ 180104 w 650474"/>
                <a:gd name="connsiteY8" fmla="*/ 1004679 h 1060545"/>
                <a:gd name="connsiteX9" fmla="*/ 193535 w 650474"/>
                <a:gd name="connsiteY9" fmla="*/ 644856 h 1060545"/>
                <a:gd name="connsiteX10" fmla="*/ 262369 w 650474"/>
                <a:gd name="connsiteY10" fmla="*/ 437833 h 1060545"/>
                <a:gd name="connsiteX11" fmla="*/ 269360 w 650474"/>
                <a:gd name="connsiteY11" fmla="*/ 296533 h 1060545"/>
                <a:gd name="connsiteX12" fmla="*/ 298011 w 650474"/>
                <a:gd name="connsiteY12" fmla="*/ 347377 h 1060545"/>
                <a:gd name="connsiteX13" fmla="*/ 324319 w 650474"/>
                <a:gd name="connsiteY13" fmla="*/ 478619 h 1060545"/>
                <a:gd name="connsiteX14" fmla="*/ 378974 w 650474"/>
                <a:gd name="connsiteY14" fmla="*/ 634715 h 1060545"/>
                <a:gd name="connsiteX15" fmla="*/ 398386 w 650474"/>
                <a:gd name="connsiteY15" fmla="*/ 899535 h 1060545"/>
                <a:gd name="connsiteX16" fmla="*/ 643521 w 650474"/>
                <a:gd name="connsiteY16" fmla="*/ 942258 h 1060545"/>
                <a:gd name="connsiteX17" fmla="*/ 543509 w 650474"/>
                <a:gd name="connsiteY17" fmla="*/ 807981 h 1060545"/>
                <a:gd name="connsiteX18" fmla="*/ 499103 w 650474"/>
                <a:gd name="connsiteY18" fmla="*/ 734734 h 1060545"/>
                <a:gd name="connsiteX19" fmla="*/ 522299 w 650474"/>
                <a:gd name="connsiteY19" fmla="*/ 501885 h 1060545"/>
                <a:gd name="connsiteX20" fmla="*/ 512552 w 650474"/>
                <a:gd name="connsiteY20" fmla="*/ 220987 h 1060545"/>
                <a:gd name="connsiteX21" fmla="*/ 483272 w 650474"/>
                <a:gd name="connsiteY21" fmla="*/ 5913 h 1060545"/>
                <a:gd name="connsiteX22" fmla="*/ 390004 w 650474"/>
                <a:gd name="connsiteY22" fmla="*/ 5913 h 1060545"/>
                <a:gd name="connsiteX23" fmla="*/ 104552 w 650474"/>
                <a:gd name="connsiteY23" fmla="*/ 25464 h 1060545"/>
                <a:gd name="connsiteX0" fmla="*/ 104552 w 648628"/>
                <a:gd name="connsiteY0" fmla="*/ 25464 h 1060545"/>
                <a:gd name="connsiteX1" fmla="*/ 81044 w 648628"/>
                <a:gd name="connsiteY1" fmla="*/ 101036 h 1060545"/>
                <a:gd name="connsiteX2" fmla="*/ 54184 w 648628"/>
                <a:gd name="connsiteY2" fmla="*/ 473990 h 1060545"/>
                <a:gd name="connsiteX3" fmla="*/ 54184 w 648628"/>
                <a:gd name="connsiteY3" fmla="*/ 610363 h 1060545"/>
                <a:gd name="connsiteX4" fmla="*/ 51675 w 648628"/>
                <a:gd name="connsiteY4" fmla="*/ 936550 h 1060545"/>
                <a:gd name="connsiteX5" fmla="*/ 5790 w 648628"/>
                <a:gd name="connsiteY5" fmla="*/ 862344 h 1060545"/>
                <a:gd name="connsiteX6" fmla="*/ 20078 w 648628"/>
                <a:gd name="connsiteY6" fmla="*/ 1000481 h 1060545"/>
                <a:gd name="connsiteX7" fmla="*/ 180104 w 648628"/>
                <a:gd name="connsiteY7" fmla="*/ 1060533 h 1060545"/>
                <a:gd name="connsiteX8" fmla="*/ 180104 w 648628"/>
                <a:gd name="connsiteY8" fmla="*/ 1004679 h 1060545"/>
                <a:gd name="connsiteX9" fmla="*/ 193535 w 648628"/>
                <a:gd name="connsiteY9" fmla="*/ 644856 h 1060545"/>
                <a:gd name="connsiteX10" fmla="*/ 262369 w 648628"/>
                <a:gd name="connsiteY10" fmla="*/ 437833 h 1060545"/>
                <a:gd name="connsiteX11" fmla="*/ 269360 w 648628"/>
                <a:gd name="connsiteY11" fmla="*/ 296533 h 1060545"/>
                <a:gd name="connsiteX12" fmla="*/ 298011 w 648628"/>
                <a:gd name="connsiteY12" fmla="*/ 347377 h 1060545"/>
                <a:gd name="connsiteX13" fmla="*/ 324319 w 648628"/>
                <a:gd name="connsiteY13" fmla="*/ 478619 h 1060545"/>
                <a:gd name="connsiteX14" fmla="*/ 378974 w 648628"/>
                <a:gd name="connsiteY14" fmla="*/ 634715 h 1060545"/>
                <a:gd name="connsiteX15" fmla="*/ 398386 w 648628"/>
                <a:gd name="connsiteY15" fmla="*/ 899535 h 1060545"/>
                <a:gd name="connsiteX16" fmla="*/ 643521 w 648628"/>
                <a:gd name="connsiteY16" fmla="*/ 942258 h 1060545"/>
                <a:gd name="connsiteX17" fmla="*/ 543509 w 648628"/>
                <a:gd name="connsiteY17" fmla="*/ 807981 h 1060545"/>
                <a:gd name="connsiteX18" fmla="*/ 499103 w 648628"/>
                <a:gd name="connsiteY18" fmla="*/ 734734 h 1060545"/>
                <a:gd name="connsiteX19" fmla="*/ 522299 w 648628"/>
                <a:gd name="connsiteY19" fmla="*/ 501885 h 1060545"/>
                <a:gd name="connsiteX20" fmla="*/ 512552 w 648628"/>
                <a:gd name="connsiteY20" fmla="*/ 220987 h 1060545"/>
                <a:gd name="connsiteX21" fmla="*/ 483272 w 648628"/>
                <a:gd name="connsiteY21" fmla="*/ 5913 h 1060545"/>
                <a:gd name="connsiteX22" fmla="*/ 390004 w 648628"/>
                <a:gd name="connsiteY22" fmla="*/ 5913 h 1060545"/>
                <a:gd name="connsiteX23" fmla="*/ 104552 w 648628"/>
                <a:gd name="connsiteY23" fmla="*/ 25464 h 1060545"/>
                <a:gd name="connsiteX0" fmla="*/ 104552 w 588259"/>
                <a:gd name="connsiteY0" fmla="*/ 25464 h 1060545"/>
                <a:gd name="connsiteX1" fmla="*/ 81044 w 588259"/>
                <a:gd name="connsiteY1" fmla="*/ 101036 h 1060545"/>
                <a:gd name="connsiteX2" fmla="*/ 54184 w 588259"/>
                <a:gd name="connsiteY2" fmla="*/ 473990 h 1060545"/>
                <a:gd name="connsiteX3" fmla="*/ 54184 w 588259"/>
                <a:gd name="connsiteY3" fmla="*/ 610363 h 1060545"/>
                <a:gd name="connsiteX4" fmla="*/ 51675 w 588259"/>
                <a:gd name="connsiteY4" fmla="*/ 936550 h 1060545"/>
                <a:gd name="connsiteX5" fmla="*/ 5790 w 588259"/>
                <a:gd name="connsiteY5" fmla="*/ 862344 h 1060545"/>
                <a:gd name="connsiteX6" fmla="*/ 20078 w 588259"/>
                <a:gd name="connsiteY6" fmla="*/ 1000481 h 1060545"/>
                <a:gd name="connsiteX7" fmla="*/ 180104 w 588259"/>
                <a:gd name="connsiteY7" fmla="*/ 1060533 h 1060545"/>
                <a:gd name="connsiteX8" fmla="*/ 180104 w 588259"/>
                <a:gd name="connsiteY8" fmla="*/ 1004679 h 1060545"/>
                <a:gd name="connsiteX9" fmla="*/ 193535 w 588259"/>
                <a:gd name="connsiteY9" fmla="*/ 644856 h 1060545"/>
                <a:gd name="connsiteX10" fmla="*/ 262369 w 588259"/>
                <a:gd name="connsiteY10" fmla="*/ 437833 h 1060545"/>
                <a:gd name="connsiteX11" fmla="*/ 269360 w 588259"/>
                <a:gd name="connsiteY11" fmla="*/ 296533 h 1060545"/>
                <a:gd name="connsiteX12" fmla="*/ 298011 w 588259"/>
                <a:gd name="connsiteY12" fmla="*/ 347377 h 1060545"/>
                <a:gd name="connsiteX13" fmla="*/ 324319 w 588259"/>
                <a:gd name="connsiteY13" fmla="*/ 478619 h 1060545"/>
                <a:gd name="connsiteX14" fmla="*/ 378974 w 588259"/>
                <a:gd name="connsiteY14" fmla="*/ 634715 h 1060545"/>
                <a:gd name="connsiteX15" fmla="*/ 398386 w 588259"/>
                <a:gd name="connsiteY15" fmla="*/ 899535 h 1060545"/>
                <a:gd name="connsiteX16" fmla="*/ 581609 w 588259"/>
                <a:gd name="connsiteY16" fmla="*/ 899396 h 1060545"/>
                <a:gd name="connsiteX17" fmla="*/ 543509 w 588259"/>
                <a:gd name="connsiteY17" fmla="*/ 807981 h 1060545"/>
                <a:gd name="connsiteX18" fmla="*/ 499103 w 588259"/>
                <a:gd name="connsiteY18" fmla="*/ 734734 h 1060545"/>
                <a:gd name="connsiteX19" fmla="*/ 522299 w 588259"/>
                <a:gd name="connsiteY19" fmla="*/ 501885 h 1060545"/>
                <a:gd name="connsiteX20" fmla="*/ 512552 w 588259"/>
                <a:gd name="connsiteY20" fmla="*/ 220987 h 1060545"/>
                <a:gd name="connsiteX21" fmla="*/ 483272 w 588259"/>
                <a:gd name="connsiteY21" fmla="*/ 5913 h 1060545"/>
                <a:gd name="connsiteX22" fmla="*/ 390004 w 588259"/>
                <a:gd name="connsiteY22" fmla="*/ 5913 h 1060545"/>
                <a:gd name="connsiteX23" fmla="*/ 104552 w 588259"/>
                <a:gd name="connsiteY23" fmla="*/ 25464 h 1060545"/>
                <a:gd name="connsiteX0" fmla="*/ 104552 w 591601"/>
                <a:gd name="connsiteY0" fmla="*/ 25464 h 1060545"/>
                <a:gd name="connsiteX1" fmla="*/ 81044 w 591601"/>
                <a:gd name="connsiteY1" fmla="*/ 101036 h 1060545"/>
                <a:gd name="connsiteX2" fmla="*/ 54184 w 591601"/>
                <a:gd name="connsiteY2" fmla="*/ 473990 h 1060545"/>
                <a:gd name="connsiteX3" fmla="*/ 54184 w 591601"/>
                <a:gd name="connsiteY3" fmla="*/ 610363 h 1060545"/>
                <a:gd name="connsiteX4" fmla="*/ 51675 w 591601"/>
                <a:gd name="connsiteY4" fmla="*/ 936550 h 1060545"/>
                <a:gd name="connsiteX5" fmla="*/ 5790 w 591601"/>
                <a:gd name="connsiteY5" fmla="*/ 862344 h 1060545"/>
                <a:gd name="connsiteX6" fmla="*/ 20078 w 591601"/>
                <a:gd name="connsiteY6" fmla="*/ 1000481 h 1060545"/>
                <a:gd name="connsiteX7" fmla="*/ 180104 w 591601"/>
                <a:gd name="connsiteY7" fmla="*/ 1060533 h 1060545"/>
                <a:gd name="connsiteX8" fmla="*/ 180104 w 591601"/>
                <a:gd name="connsiteY8" fmla="*/ 1004679 h 1060545"/>
                <a:gd name="connsiteX9" fmla="*/ 193535 w 591601"/>
                <a:gd name="connsiteY9" fmla="*/ 644856 h 1060545"/>
                <a:gd name="connsiteX10" fmla="*/ 262369 w 591601"/>
                <a:gd name="connsiteY10" fmla="*/ 437833 h 1060545"/>
                <a:gd name="connsiteX11" fmla="*/ 269360 w 591601"/>
                <a:gd name="connsiteY11" fmla="*/ 296533 h 1060545"/>
                <a:gd name="connsiteX12" fmla="*/ 298011 w 591601"/>
                <a:gd name="connsiteY12" fmla="*/ 347377 h 1060545"/>
                <a:gd name="connsiteX13" fmla="*/ 324319 w 591601"/>
                <a:gd name="connsiteY13" fmla="*/ 478619 h 1060545"/>
                <a:gd name="connsiteX14" fmla="*/ 378974 w 591601"/>
                <a:gd name="connsiteY14" fmla="*/ 634715 h 1060545"/>
                <a:gd name="connsiteX15" fmla="*/ 398386 w 591601"/>
                <a:gd name="connsiteY15" fmla="*/ 899535 h 1060545"/>
                <a:gd name="connsiteX16" fmla="*/ 581609 w 591601"/>
                <a:gd name="connsiteY16" fmla="*/ 899396 h 1060545"/>
                <a:gd name="connsiteX17" fmla="*/ 560177 w 591601"/>
                <a:gd name="connsiteY17" fmla="*/ 791313 h 1060545"/>
                <a:gd name="connsiteX18" fmla="*/ 499103 w 591601"/>
                <a:gd name="connsiteY18" fmla="*/ 734734 h 1060545"/>
                <a:gd name="connsiteX19" fmla="*/ 522299 w 591601"/>
                <a:gd name="connsiteY19" fmla="*/ 501885 h 1060545"/>
                <a:gd name="connsiteX20" fmla="*/ 512552 w 591601"/>
                <a:gd name="connsiteY20" fmla="*/ 220987 h 1060545"/>
                <a:gd name="connsiteX21" fmla="*/ 483272 w 591601"/>
                <a:gd name="connsiteY21" fmla="*/ 5913 h 1060545"/>
                <a:gd name="connsiteX22" fmla="*/ 390004 w 591601"/>
                <a:gd name="connsiteY22" fmla="*/ 5913 h 1060545"/>
                <a:gd name="connsiteX23" fmla="*/ 104552 w 591601"/>
                <a:gd name="connsiteY23" fmla="*/ 25464 h 1060545"/>
                <a:gd name="connsiteX0" fmla="*/ 104552 w 568749"/>
                <a:gd name="connsiteY0" fmla="*/ 25464 h 1060545"/>
                <a:gd name="connsiteX1" fmla="*/ 81044 w 568749"/>
                <a:gd name="connsiteY1" fmla="*/ 101036 h 1060545"/>
                <a:gd name="connsiteX2" fmla="*/ 54184 w 568749"/>
                <a:gd name="connsiteY2" fmla="*/ 473990 h 1060545"/>
                <a:gd name="connsiteX3" fmla="*/ 54184 w 568749"/>
                <a:gd name="connsiteY3" fmla="*/ 610363 h 1060545"/>
                <a:gd name="connsiteX4" fmla="*/ 51675 w 568749"/>
                <a:gd name="connsiteY4" fmla="*/ 936550 h 1060545"/>
                <a:gd name="connsiteX5" fmla="*/ 5790 w 568749"/>
                <a:gd name="connsiteY5" fmla="*/ 862344 h 1060545"/>
                <a:gd name="connsiteX6" fmla="*/ 20078 w 568749"/>
                <a:gd name="connsiteY6" fmla="*/ 1000481 h 1060545"/>
                <a:gd name="connsiteX7" fmla="*/ 180104 w 568749"/>
                <a:gd name="connsiteY7" fmla="*/ 1060533 h 1060545"/>
                <a:gd name="connsiteX8" fmla="*/ 180104 w 568749"/>
                <a:gd name="connsiteY8" fmla="*/ 1004679 h 1060545"/>
                <a:gd name="connsiteX9" fmla="*/ 193535 w 568749"/>
                <a:gd name="connsiteY9" fmla="*/ 644856 h 1060545"/>
                <a:gd name="connsiteX10" fmla="*/ 262369 w 568749"/>
                <a:gd name="connsiteY10" fmla="*/ 437833 h 1060545"/>
                <a:gd name="connsiteX11" fmla="*/ 269360 w 568749"/>
                <a:gd name="connsiteY11" fmla="*/ 296533 h 1060545"/>
                <a:gd name="connsiteX12" fmla="*/ 298011 w 568749"/>
                <a:gd name="connsiteY12" fmla="*/ 347377 h 1060545"/>
                <a:gd name="connsiteX13" fmla="*/ 324319 w 568749"/>
                <a:gd name="connsiteY13" fmla="*/ 478619 h 1060545"/>
                <a:gd name="connsiteX14" fmla="*/ 378974 w 568749"/>
                <a:gd name="connsiteY14" fmla="*/ 634715 h 1060545"/>
                <a:gd name="connsiteX15" fmla="*/ 398386 w 568749"/>
                <a:gd name="connsiteY15" fmla="*/ 899535 h 1060545"/>
                <a:gd name="connsiteX16" fmla="*/ 550652 w 568749"/>
                <a:gd name="connsiteY16" fmla="*/ 866058 h 1060545"/>
                <a:gd name="connsiteX17" fmla="*/ 560177 w 568749"/>
                <a:gd name="connsiteY17" fmla="*/ 791313 h 1060545"/>
                <a:gd name="connsiteX18" fmla="*/ 499103 w 568749"/>
                <a:gd name="connsiteY18" fmla="*/ 734734 h 1060545"/>
                <a:gd name="connsiteX19" fmla="*/ 522299 w 568749"/>
                <a:gd name="connsiteY19" fmla="*/ 501885 h 1060545"/>
                <a:gd name="connsiteX20" fmla="*/ 512552 w 568749"/>
                <a:gd name="connsiteY20" fmla="*/ 220987 h 1060545"/>
                <a:gd name="connsiteX21" fmla="*/ 483272 w 568749"/>
                <a:gd name="connsiteY21" fmla="*/ 5913 h 1060545"/>
                <a:gd name="connsiteX22" fmla="*/ 390004 w 568749"/>
                <a:gd name="connsiteY22" fmla="*/ 5913 h 1060545"/>
                <a:gd name="connsiteX23" fmla="*/ 104552 w 568749"/>
                <a:gd name="connsiteY23" fmla="*/ 25464 h 1060545"/>
                <a:gd name="connsiteX0" fmla="*/ 104711 w 568908"/>
                <a:gd name="connsiteY0" fmla="*/ 25464 h 1060545"/>
                <a:gd name="connsiteX1" fmla="*/ 81203 w 568908"/>
                <a:gd name="connsiteY1" fmla="*/ 101036 h 1060545"/>
                <a:gd name="connsiteX2" fmla="*/ 54343 w 568908"/>
                <a:gd name="connsiteY2" fmla="*/ 473990 h 1060545"/>
                <a:gd name="connsiteX3" fmla="*/ 54343 w 568908"/>
                <a:gd name="connsiteY3" fmla="*/ 610363 h 1060545"/>
                <a:gd name="connsiteX4" fmla="*/ 54215 w 568908"/>
                <a:gd name="connsiteY4" fmla="*/ 896069 h 1060545"/>
                <a:gd name="connsiteX5" fmla="*/ 5949 w 568908"/>
                <a:gd name="connsiteY5" fmla="*/ 862344 h 1060545"/>
                <a:gd name="connsiteX6" fmla="*/ 20237 w 568908"/>
                <a:gd name="connsiteY6" fmla="*/ 1000481 h 1060545"/>
                <a:gd name="connsiteX7" fmla="*/ 180263 w 568908"/>
                <a:gd name="connsiteY7" fmla="*/ 1060533 h 1060545"/>
                <a:gd name="connsiteX8" fmla="*/ 180263 w 568908"/>
                <a:gd name="connsiteY8" fmla="*/ 1004679 h 1060545"/>
                <a:gd name="connsiteX9" fmla="*/ 193694 w 568908"/>
                <a:gd name="connsiteY9" fmla="*/ 644856 h 1060545"/>
                <a:gd name="connsiteX10" fmla="*/ 262528 w 568908"/>
                <a:gd name="connsiteY10" fmla="*/ 437833 h 1060545"/>
                <a:gd name="connsiteX11" fmla="*/ 269519 w 568908"/>
                <a:gd name="connsiteY11" fmla="*/ 296533 h 1060545"/>
                <a:gd name="connsiteX12" fmla="*/ 298170 w 568908"/>
                <a:gd name="connsiteY12" fmla="*/ 347377 h 1060545"/>
                <a:gd name="connsiteX13" fmla="*/ 324478 w 568908"/>
                <a:gd name="connsiteY13" fmla="*/ 478619 h 1060545"/>
                <a:gd name="connsiteX14" fmla="*/ 379133 w 568908"/>
                <a:gd name="connsiteY14" fmla="*/ 634715 h 1060545"/>
                <a:gd name="connsiteX15" fmla="*/ 398545 w 568908"/>
                <a:gd name="connsiteY15" fmla="*/ 899535 h 1060545"/>
                <a:gd name="connsiteX16" fmla="*/ 550811 w 568908"/>
                <a:gd name="connsiteY16" fmla="*/ 866058 h 1060545"/>
                <a:gd name="connsiteX17" fmla="*/ 560336 w 568908"/>
                <a:gd name="connsiteY17" fmla="*/ 791313 h 1060545"/>
                <a:gd name="connsiteX18" fmla="*/ 499262 w 568908"/>
                <a:gd name="connsiteY18" fmla="*/ 734734 h 1060545"/>
                <a:gd name="connsiteX19" fmla="*/ 522458 w 568908"/>
                <a:gd name="connsiteY19" fmla="*/ 501885 h 1060545"/>
                <a:gd name="connsiteX20" fmla="*/ 512711 w 568908"/>
                <a:gd name="connsiteY20" fmla="*/ 220987 h 1060545"/>
                <a:gd name="connsiteX21" fmla="*/ 483431 w 568908"/>
                <a:gd name="connsiteY21" fmla="*/ 5913 h 1060545"/>
                <a:gd name="connsiteX22" fmla="*/ 390163 w 568908"/>
                <a:gd name="connsiteY22" fmla="*/ 5913 h 1060545"/>
                <a:gd name="connsiteX23" fmla="*/ 104711 w 568908"/>
                <a:gd name="connsiteY23" fmla="*/ 25464 h 1060545"/>
                <a:gd name="connsiteX0" fmla="*/ 116947 w 581144"/>
                <a:gd name="connsiteY0" fmla="*/ 25464 h 1060545"/>
                <a:gd name="connsiteX1" fmla="*/ 93439 w 581144"/>
                <a:gd name="connsiteY1" fmla="*/ 101036 h 1060545"/>
                <a:gd name="connsiteX2" fmla="*/ 66579 w 581144"/>
                <a:gd name="connsiteY2" fmla="*/ 473990 h 1060545"/>
                <a:gd name="connsiteX3" fmla="*/ 66579 w 581144"/>
                <a:gd name="connsiteY3" fmla="*/ 610363 h 1060545"/>
                <a:gd name="connsiteX4" fmla="*/ 66451 w 581144"/>
                <a:gd name="connsiteY4" fmla="*/ 896069 h 1060545"/>
                <a:gd name="connsiteX5" fmla="*/ 18185 w 581144"/>
                <a:gd name="connsiteY5" fmla="*/ 862344 h 1060545"/>
                <a:gd name="connsiteX6" fmla="*/ 32473 w 581144"/>
                <a:gd name="connsiteY6" fmla="*/ 1000481 h 1060545"/>
                <a:gd name="connsiteX7" fmla="*/ 192499 w 581144"/>
                <a:gd name="connsiteY7" fmla="*/ 1060533 h 1060545"/>
                <a:gd name="connsiteX8" fmla="*/ 192499 w 581144"/>
                <a:gd name="connsiteY8" fmla="*/ 1004679 h 1060545"/>
                <a:gd name="connsiteX9" fmla="*/ 205930 w 581144"/>
                <a:gd name="connsiteY9" fmla="*/ 644856 h 1060545"/>
                <a:gd name="connsiteX10" fmla="*/ 274764 w 581144"/>
                <a:gd name="connsiteY10" fmla="*/ 437833 h 1060545"/>
                <a:gd name="connsiteX11" fmla="*/ 281755 w 581144"/>
                <a:gd name="connsiteY11" fmla="*/ 296533 h 1060545"/>
                <a:gd name="connsiteX12" fmla="*/ 310406 w 581144"/>
                <a:gd name="connsiteY12" fmla="*/ 347377 h 1060545"/>
                <a:gd name="connsiteX13" fmla="*/ 336714 w 581144"/>
                <a:gd name="connsiteY13" fmla="*/ 478619 h 1060545"/>
                <a:gd name="connsiteX14" fmla="*/ 391369 w 581144"/>
                <a:gd name="connsiteY14" fmla="*/ 634715 h 1060545"/>
                <a:gd name="connsiteX15" fmla="*/ 410781 w 581144"/>
                <a:gd name="connsiteY15" fmla="*/ 899535 h 1060545"/>
                <a:gd name="connsiteX16" fmla="*/ 563047 w 581144"/>
                <a:gd name="connsiteY16" fmla="*/ 866058 h 1060545"/>
                <a:gd name="connsiteX17" fmla="*/ 572572 w 581144"/>
                <a:gd name="connsiteY17" fmla="*/ 791313 h 1060545"/>
                <a:gd name="connsiteX18" fmla="*/ 511498 w 581144"/>
                <a:gd name="connsiteY18" fmla="*/ 734734 h 1060545"/>
                <a:gd name="connsiteX19" fmla="*/ 534694 w 581144"/>
                <a:gd name="connsiteY19" fmla="*/ 501885 h 1060545"/>
                <a:gd name="connsiteX20" fmla="*/ 524947 w 581144"/>
                <a:gd name="connsiteY20" fmla="*/ 220987 h 1060545"/>
                <a:gd name="connsiteX21" fmla="*/ 495667 w 581144"/>
                <a:gd name="connsiteY21" fmla="*/ 5913 h 1060545"/>
                <a:gd name="connsiteX22" fmla="*/ 402399 w 581144"/>
                <a:gd name="connsiteY22" fmla="*/ 5913 h 1060545"/>
                <a:gd name="connsiteX23" fmla="*/ 116947 w 581144"/>
                <a:gd name="connsiteY23" fmla="*/ 25464 h 1060545"/>
                <a:gd name="connsiteX0" fmla="*/ 124141 w 588338"/>
                <a:gd name="connsiteY0" fmla="*/ 25464 h 1060545"/>
                <a:gd name="connsiteX1" fmla="*/ 100633 w 588338"/>
                <a:gd name="connsiteY1" fmla="*/ 101036 h 1060545"/>
                <a:gd name="connsiteX2" fmla="*/ 73773 w 588338"/>
                <a:gd name="connsiteY2" fmla="*/ 473990 h 1060545"/>
                <a:gd name="connsiteX3" fmla="*/ 73773 w 588338"/>
                <a:gd name="connsiteY3" fmla="*/ 610363 h 1060545"/>
                <a:gd name="connsiteX4" fmla="*/ 73645 w 588338"/>
                <a:gd name="connsiteY4" fmla="*/ 896069 h 1060545"/>
                <a:gd name="connsiteX5" fmla="*/ 15854 w 588338"/>
                <a:gd name="connsiteY5" fmla="*/ 886157 h 1060545"/>
                <a:gd name="connsiteX6" fmla="*/ 39667 w 588338"/>
                <a:gd name="connsiteY6" fmla="*/ 1000481 h 1060545"/>
                <a:gd name="connsiteX7" fmla="*/ 199693 w 588338"/>
                <a:gd name="connsiteY7" fmla="*/ 1060533 h 1060545"/>
                <a:gd name="connsiteX8" fmla="*/ 199693 w 588338"/>
                <a:gd name="connsiteY8" fmla="*/ 1004679 h 1060545"/>
                <a:gd name="connsiteX9" fmla="*/ 213124 w 588338"/>
                <a:gd name="connsiteY9" fmla="*/ 644856 h 1060545"/>
                <a:gd name="connsiteX10" fmla="*/ 281958 w 588338"/>
                <a:gd name="connsiteY10" fmla="*/ 437833 h 1060545"/>
                <a:gd name="connsiteX11" fmla="*/ 288949 w 588338"/>
                <a:gd name="connsiteY11" fmla="*/ 296533 h 1060545"/>
                <a:gd name="connsiteX12" fmla="*/ 317600 w 588338"/>
                <a:gd name="connsiteY12" fmla="*/ 347377 h 1060545"/>
                <a:gd name="connsiteX13" fmla="*/ 343908 w 588338"/>
                <a:gd name="connsiteY13" fmla="*/ 478619 h 1060545"/>
                <a:gd name="connsiteX14" fmla="*/ 398563 w 588338"/>
                <a:gd name="connsiteY14" fmla="*/ 634715 h 1060545"/>
                <a:gd name="connsiteX15" fmla="*/ 417975 w 588338"/>
                <a:gd name="connsiteY15" fmla="*/ 899535 h 1060545"/>
                <a:gd name="connsiteX16" fmla="*/ 570241 w 588338"/>
                <a:gd name="connsiteY16" fmla="*/ 866058 h 1060545"/>
                <a:gd name="connsiteX17" fmla="*/ 579766 w 588338"/>
                <a:gd name="connsiteY17" fmla="*/ 791313 h 1060545"/>
                <a:gd name="connsiteX18" fmla="*/ 518692 w 588338"/>
                <a:gd name="connsiteY18" fmla="*/ 734734 h 1060545"/>
                <a:gd name="connsiteX19" fmla="*/ 541888 w 588338"/>
                <a:gd name="connsiteY19" fmla="*/ 501885 h 1060545"/>
                <a:gd name="connsiteX20" fmla="*/ 532141 w 588338"/>
                <a:gd name="connsiteY20" fmla="*/ 220987 h 1060545"/>
                <a:gd name="connsiteX21" fmla="*/ 502861 w 588338"/>
                <a:gd name="connsiteY21" fmla="*/ 5913 h 1060545"/>
                <a:gd name="connsiteX22" fmla="*/ 409593 w 588338"/>
                <a:gd name="connsiteY22" fmla="*/ 5913 h 1060545"/>
                <a:gd name="connsiteX23" fmla="*/ 124141 w 588338"/>
                <a:gd name="connsiteY23" fmla="*/ 25464 h 1060545"/>
                <a:gd name="connsiteX0" fmla="*/ 122684 w 586881"/>
                <a:gd name="connsiteY0" fmla="*/ 25464 h 1048647"/>
                <a:gd name="connsiteX1" fmla="*/ 99176 w 586881"/>
                <a:gd name="connsiteY1" fmla="*/ 101036 h 1048647"/>
                <a:gd name="connsiteX2" fmla="*/ 72316 w 586881"/>
                <a:gd name="connsiteY2" fmla="*/ 473990 h 1048647"/>
                <a:gd name="connsiteX3" fmla="*/ 72316 w 586881"/>
                <a:gd name="connsiteY3" fmla="*/ 610363 h 1048647"/>
                <a:gd name="connsiteX4" fmla="*/ 72188 w 586881"/>
                <a:gd name="connsiteY4" fmla="*/ 896069 h 1048647"/>
                <a:gd name="connsiteX5" fmla="*/ 14397 w 586881"/>
                <a:gd name="connsiteY5" fmla="*/ 886157 h 1048647"/>
                <a:gd name="connsiteX6" fmla="*/ 38210 w 586881"/>
                <a:gd name="connsiteY6" fmla="*/ 1000481 h 1048647"/>
                <a:gd name="connsiteX7" fmla="*/ 155373 w 586881"/>
                <a:gd name="connsiteY7" fmla="*/ 1048626 h 1048647"/>
                <a:gd name="connsiteX8" fmla="*/ 198236 w 586881"/>
                <a:gd name="connsiteY8" fmla="*/ 1004679 h 1048647"/>
                <a:gd name="connsiteX9" fmla="*/ 211667 w 586881"/>
                <a:gd name="connsiteY9" fmla="*/ 644856 h 1048647"/>
                <a:gd name="connsiteX10" fmla="*/ 280501 w 586881"/>
                <a:gd name="connsiteY10" fmla="*/ 437833 h 1048647"/>
                <a:gd name="connsiteX11" fmla="*/ 287492 w 586881"/>
                <a:gd name="connsiteY11" fmla="*/ 296533 h 1048647"/>
                <a:gd name="connsiteX12" fmla="*/ 316143 w 586881"/>
                <a:gd name="connsiteY12" fmla="*/ 347377 h 1048647"/>
                <a:gd name="connsiteX13" fmla="*/ 342451 w 586881"/>
                <a:gd name="connsiteY13" fmla="*/ 478619 h 1048647"/>
                <a:gd name="connsiteX14" fmla="*/ 397106 w 586881"/>
                <a:gd name="connsiteY14" fmla="*/ 634715 h 1048647"/>
                <a:gd name="connsiteX15" fmla="*/ 416518 w 586881"/>
                <a:gd name="connsiteY15" fmla="*/ 899535 h 1048647"/>
                <a:gd name="connsiteX16" fmla="*/ 568784 w 586881"/>
                <a:gd name="connsiteY16" fmla="*/ 866058 h 1048647"/>
                <a:gd name="connsiteX17" fmla="*/ 578309 w 586881"/>
                <a:gd name="connsiteY17" fmla="*/ 791313 h 1048647"/>
                <a:gd name="connsiteX18" fmla="*/ 517235 w 586881"/>
                <a:gd name="connsiteY18" fmla="*/ 734734 h 1048647"/>
                <a:gd name="connsiteX19" fmla="*/ 540431 w 586881"/>
                <a:gd name="connsiteY19" fmla="*/ 501885 h 1048647"/>
                <a:gd name="connsiteX20" fmla="*/ 530684 w 586881"/>
                <a:gd name="connsiteY20" fmla="*/ 220987 h 1048647"/>
                <a:gd name="connsiteX21" fmla="*/ 501404 w 586881"/>
                <a:gd name="connsiteY21" fmla="*/ 5913 h 1048647"/>
                <a:gd name="connsiteX22" fmla="*/ 408136 w 586881"/>
                <a:gd name="connsiteY22" fmla="*/ 5913 h 1048647"/>
                <a:gd name="connsiteX23" fmla="*/ 122684 w 586881"/>
                <a:gd name="connsiteY23" fmla="*/ 25464 h 104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6881" h="1048647">
                  <a:moveTo>
                    <a:pt x="122684" y="25464"/>
                  </a:moveTo>
                  <a:cubicBezTo>
                    <a:pt x="122684" y="25464"/>
                    <a:pt x="89105" y="33675"/>
                    <a:pt x="99176" y="101036"/>
                  </a:cubicBezTo>
                  <a:cubicBezTo>
                    <a:pt x="99176" y="101036"/>
                    <a:pt x="85746" y="370492"/>
                    <a:pt x="72316" y="473990"/>
                  </a:cubicBezTo>
                  <a:cubicBezTo>
                    <a:pt x="58886" y="577489"/>
                    <a:pt x="72337" y="540017"/>
                    <a:pt x="72316" y="610363"/>
                  </a:cubicBezTo>
                  <a:cubicBezTo>
                    <a:pt x="72295" y="680709"/>
                    <a:pt x="81841" y="850103"/>
                    <a:pt x="72188" y="896069"/>
                  </a:cubicBezTo>
                  <a:cubicBezTo>
                    <a:pt x="62535" y="942035"/>
                    <a:pt x="23437" y="870245"/>
                    <a:pt x="14397" y="886157"/>
                  </a:cubicBezTo>
                  <a:cubicBezTo>
                    <a:pt x="-19841" y="946421"/>
                    <a:pt x="14714" y="973403"/>
                    <a:pt x="38210" y="1000481"/>
                  </a:cubicBezTo>
                  <a:cubicBezTo>
                    <a:pt x="61706" y="1027559"/>
                    <a:pt x="128702" y="1047926"/>
                    <a:pt x="155373" y="1048626"/>
                  </a:cubicBezTo>
                  <a:cubicBezTo>
                    <a:pt x="182044" y="1049326"/>
                    <a:pt x="199919" y="1032612"/>
                    <a:pt x="198236" y="1004679"/>
                  </a:cubicBezTo>
                  <a:cubicBezTo>
                    <a:pt x="196547" y="976745"/>
                    <a:pt x="211667" y="644856"/>
                    <a:pt x="211667" y="644856"/>
                  </a:cubicBezTo>
                  <a:cubicBezTo>
                    <a:pt x="211667" y="644856"/>
                    <a:pt x="273789" y="490418"/>
                    <a:pt x="280501" y="437833"/>
                  </a:cubicBezTo>
                  <a:cubicBezTo>
                    <a:pt x="287232" y="385262"/>
                    <a:pt x="287492" y="296533"/>
                    <a:pt x="287492" y="296533"/>
                  </a:cubicBezTo>
                  <a:cubicBezTo>
                    <a:pt x="287492" y="296533"/>
                    <a:pt x="316143" y="255372"/>
                    <a:pt x="316143" y="347377"/>
                  </a:cubicBezTo>
                  <a:cubicBezTo>
                    <a:pt x="316143" y="347377"/>
                    <a:pt x="330119" y="442475"/>
                    <a:pt x="342451" y="478619"/>
                  </a:cubicBezTo>
                  <a:cubicBezTo>
                    <a:pt x="363406" y="539967"/>
                    <a:pt x="388050" y="555696"/>
                    <a:pt x="397106" y="634715"/>
                  </a:cubicBezTo>
                  <a:cubicBezTo>
                    <a:pt x="398649" y="648183"/>
                    <a:pt x="387905" y="860978"/>
                    <a:pt x="416518" y="899535"/>
                  </a:cubicBezTo>
                  <a:cubicBezTo>
                    <a:pt x="445131" y="938092"/>
                    <a:pt x="541819" y="884095"/>
                    <a:pt x="568784" y="866058"/>
                  </a:cubicBezTo>
                  <a:cubicBezTo>
                    <a:pt x="595749" y="848021"/>
                    <a:pt x="586900" y="813200"/>
                    <a:pt x="578309" y="791313"/>
                  </a:cubicBezTo>
                  <a:cubicBezTo>
                    <a:pt x="569718" y="769426"/>
                    <a:pt x="511260" y="839921"/>
                    <a:pt x="517235" y="734734"/>
                  </a:cubicBezTo>
                  <a:cubicBezTo>
                    <a:pt x="523585" y="622732"/>
                    <a:pt x="540431" y="501885"/>
                    <a:pt x="540431" y="501885"/>
                  </a:cubicBezTo>
                  <a:cubicBezTo>
                    <a:pt x="540431" y="501885"/>
                    <a:pt x="540768" y="291637"/>
                    <a:pt x="530684" y="220987"/>
                  </a:cubicBezTo>
                  <a:cubicBezTo>
                    <a:pt x="520613" y="150337"/>
                    <a:pt x="529211" y="19210"/>
                    <a:pt x="501404" y="5913"/>
                  </a:cubicBezTo>
                  <a:cubicBezTo>
                    <a:pt x="473610" y="-7391"/>
                    <a:pt x="408136" y="5913"/>
                    <a:pt x="408136" y="5913"/>
                  </a:cubicBezTo>
                  <a:lnTo>
                    <a:pt x="122684" y="2546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7" name="任意多边形: 形状 226">
              <a:extLst>
                <a:ext uri="{FF2B5EF4-FFF2-40B4-BE49-F238E27FC236}">
                  <a16:creationId xmlns:a16="http://schemas.microsoft.com/office/drawing/2014/main" id="{3BA46C0F-6719-C204-C822-EF74359CEE76}"/>
                </a:ext>
              </a:extLst>
            </p:cNvPr>
            <p:cNvSpPr/>
            <p:nvPr/>
          </p:nvSpPr>
          <p:spPr>
            <a:xfrm flipH="1">
              <a:off x="9153812" y="4021665"/>
              <a:ext cx="672299" cy="1266488"/>
            </a:xfrm>
            <a:custGeom>
              <a:avLst/>
              <a:gdLst>
                <a:gd name="connsiteX0" fmla="*/ 670864 w 672299"/>
                <a:gd name="connsiteY0" fmla="*/ 1071645 h 1266488"/>
                <a:gd name="connsiteX1" fmla="*/ 669187 w 672299"/>
                <a:gd name="connsiteY1" fmla="*/ 976941 h 1266488"/>
                <a:gd name="connsiteX2" fmla="*/ 666831 w 672299"/>
                <a:gd name="connsiteY2" fmla="*/ 914959 h 1266488"/>
                <a:gd name="connsiteX3" fmla="*/ 646010 w 672299"/>
                <a:gd name="connsiteY3" fmla="*/ 772770 h 1266488"/>
                <a:gd name="connsiteX4" fmla="*/ 639164 w 672299"/>
                <a:gd name="connsiteY4" fmla="*/ 743166 h 1266488"/>
                <a:gd name="connsiteX5" fmla="*/ 610894 w 672299"/>
                <a:gd name="connsiteY5" fmla="*/ 552939 h 1266488"/>
                <a:gd name="connsiteX6" fmla="*/ 609212 w 672299"/>
                <a:gd name="connsiteY6" fmla="*/ 541700 h 1266488"/>
                <a:gd name="connsiteX7" fmla="*/ 595108 w 672299"/>
                <a:gd name="connsiteY7" fmla="*/ 429641 h 1266488"/>
                <a:gd name="connsiteX8" fmla="*/ 498398 w 672299"/>
                <a:gd name="connsiteY8" fmla="*/ 337477 h 1266488"/>
                <a:gd name="connsiteX9" fmla="*/ 395629 w 672299"/>
                <a:gd name="connsiteY9" fmla="*/ 310356 h 1266488"/>
                <a:gd name="connsiteX10" fmla="*/ 392829 w 672299"/>
                <a:gd name="connsiteY10" fmla="*/ 309112 h 1266488"/>
                <a:gd name="connsiteX11" fmla="*/ 388079 w 672299"/>
                <a:gd name="connsiteY11" fmla="*/ 282975 h 1266488"/>
                <a:gd name="connsiteX12" fmla="*/ 388600 w 672299"/>
                <a:gd name="connsiteY12" fmla="*/ 279845 h 1266488"/>
                <a:gd name="connsiteX13" fmla="*/ 393730 w 672299"/>
                <a:gd name="connsiteY13" fmla="*/ 270186 h 1266488"/>
                <a:gd name="connsiteX14" fmla="*/ 423360 w 672299"/>
                <a:gd name="connsiteY14" fmla="*/ 213036 h 1266488"/>
                <a:gd name="connsiteX15" fmla="*/ 433418 w 672299"/>
                <a:gd name="connsiteY15" fmla="*/ 210395 h 1266488"/>
                <a:gd name="connsiteX16" fmla="*/ 443997 w 672299"/>
                <a:gd name="connsiteY16" fmla="*/ 160122 h 1266488"/>
                <a:gd name="connsiteX17" fmla="*/ 439285 w 672299"/>
                <a:gd name="connsiteY17" fmla="*/ 144266 h 1266488"/>
                <a:gd name="connsiteX18" fmla="*/ 444232 w 672299"/>
                <a:gd name="connsiteY18" fmla="*/ 111919 h 1266488"/>
                <a:gd name="connsiteX19" fmla="*/ 328738 w 672299"/>
                <a:gd name="connsiteY19" fmla="*/ 0 h 1266488"/>
                <a:gd name="connsiteX20" fmla="*/ 213245 w 672299"/>
                <a:gd name="connsiteY20" fmla="*/ 111919 h 1266488"/>
                <a:gd name="connsiteX21" fmla="*/ 215626 w 672299"/>
                <a:gd name="connsiteY21" fmla="*/ 134633 h 1266488"/>
                <a:gd name="connsiteX22" fmla="*/ 215613 w 672299"/>
                <a:gd name="connsiteY22" fmla="*/ 134626 h 1266488"/>
                <a:gd name="connsiteX23" fmla="*/ 205034 w 672299"/>
                <a:gd name="connsiteY23" fmla="*/ 157429 h 1266488"/>
                <a:gd name="connsiteX24" fmla="*/ 215613 w 672299"/>
                <a:gd name="connsiteY24" fmla="*/ 207702 h 1266488"/>
                <a:gd name="connsiteX25" fmla="*/ 225671 w 672299"/>
                <a:gd name="connsiteY25" fmla="*/ 210344 h 1266488"/>
                <a:gd name="connsiteX26" fmla="*/ 255313 w 672299"/>
                <a:gd name="connsiteY26" fmla="*/ 267494 h 1266488"/>
                <a:gd name="connsiteX27" fmla="*/ 257078 w 672299"/>
                <a:gd name="connsiteY27" fmla="*/ 304006 h 1266488"/>
                <a:gd name="connsiteX28" fmla="*/ 256615 w 672299"/>
                <a:gd name="connsiteY28" fmla="*/ 304006 h 1266488"/>
                <a:gd name="connsiteX29" fmla="*/ 255764 w 672299"/>
                <a:gd name="connsiteY29" fmla="*/ 307505 h 1266488"/>
                <a:gd name="connsiteX30" fmla="*/ 252837 w 672299"/>
                <a:gd name="connsiteY30" fmla="*/ 313760 h 1266488"/>
                <a:gd name="connsiteX31" fmla="*/ 252722 w 672299"/>
                <a:gd name="connsiteY31" fmla="*/ 313950 h 1266488"/>
                <a:gd name="connsiteX32" fmla="*/ 252240 w 672299"/>
                <a:gd name="connsiteY32" fmla="*/ 314719 h 1266488"/>
                <a:gd name="connsiteX33" fmla="*/ 252240 w 672299"/>
                <a:gd name="connsiteY33" fmla="*/ 314732 h 1266488"/>
                <a:gd name="connsiteX34" fmla="*/ 221023 w 672299"/>
                <a:gd name="connsiteY34" fmla="*/ 334632 h 1266488"/>
                <a:gd name="connsiteX35" fmla="*/ 173906 w 672299"/>
                <a:gd name="connsiteY35" fmla="*/ 346723 h 1266488"/>
                <a:gd name="connsiteX36" fmla="*/ 77196 w 672299"/>
                <a:gd name="connsiteY36" fmla="*/ 435432 h 1266488"/>
                <a:gd name="connsiteX37" fmla="*/ 63092 w 672299"/>
                <a:gd name="connsiteY37" fmla="*/ 543280 h 1266488"/>
                <a:gd name="connsiteX38" fmla="*/ 61410 w 672299"/>
                <a:gd name="connsiteY38" fmla="*/ 554088 h 1266488"/>
                <a:gd name="connsiteX39" fmla="*/ 33127 w 672299"/>
                <a:gd name="connsiteY39" fmla="*/ 737178 h 1266488"/>
                <a:gd name="connsiteX40" fmla="*/ 26281 w 672299"/>
                <a:gd name="connsiteY40" fmla="*/ 765677 h 1266488"/>
                <a:gd name="connsiteX41" fmla="*/ 5466 w 672299"/>
                <a:gd name="connsiteY41" fmla="*/ 902519 h 1266488"/>
                <a:gd name="connsiteX42" fmla="*/ 3110 w 672299"/>
                <a:gd name="connsiteY42" fmla="*/ 962184 h 1266488"/>
                <a:gd name="connsiteX43" fmla="*/ 1427 w 672299"/>
                <a:gd name="connsiteY43" fmla="*/ 1053332 h 1266488"/>
                <a:gd name="connsiteX44" fmla="*/ 285 w 672299"/>
                <a:gd name="connsiteY44" fmla="*/ 1116705 h 1266488"/>
                <a:gd name="connsiteX45" fmla="*/ 221 w 672299"/>
                <a:gd name="connsiteY45" fmla="*/ 1122534 h 1266488"/>
                <a:gd name="connsiteX46" fmla="*/ 221 w 672299"/>
                <a:gd name="connsiteY46" fmla="*/ 1122731 h 1266488"/>
                <a:gd name="connsiteX47" fmla="*/ 4641 w 672299"/>
                <a:gd name="connsiteY47" fmla="*/ 1154373 h 1266488"/>
                <a:gd name="connsiteX48" fmla="*/ 12775 w 672299"/>
                <a:gd name="connsiteY48" fmla="*/ 1170451 h 1266488"/>
                <a:gd name="connsiteX49" fmla="*/ 55758 w 672299"/>
                <a:gd name="connsiteY49" fmla="*/ 1223715 h 1266488"/>
                <a:gd name="connsiteX50" fmla="*/ 90550 w 672299"/>
                <a:gd name="connsiteY50" fmla="*/ 1240841 h 1266488"/>
                <a:gd name="connsiteX51" fmla="*/ 80199 w 672299"/>
                <a:gd name="connsiteY51" fmla="*/ 1219791 h 1266488"/>
                <a:gd name="connsiteX52" fmla="*/ 44131 w 672299"/>
                <a:gd name="connsiteY52" fmla="*/ 1147496 h 1266488"/>
                <a:gd name="connsiteX53" fmla="*/ 43788 w 672299"/>
                <a:gd name="connsiteY53" fmla="*/ 1142867 h 1266488"/>
                <a:gd name="connsiteX54" fmla="*/ 48634 w 672299"/>
                <a:gd name="connsiteY54" fmla="*/ 1130852 h 1266488"/>
                <a:gd name="connsiteX55" fmla="*/ 57828 w 672299"/>
                <a:gd name="connsiteY55" fmla="*/ 1139844 h 1266488"/>
                <a:gd name="connsiteX56" fmla="*/ 75157 w 672299"/>
                <a:gd name="connsiteY56" fmla="*/ 1169810 h 1266488"/>
                <a:gd name="connsiteX57" fmla="*/ 83355 w 672299"/>
                <a:gd name="connsiteY57" fmla="*/ 1174788 h 1266488"/>
                <a:gd name="connsiteX58" fmla="*/ 87591 w 672299"/>
                <a:gd name="connsiteY58" fmla="*/ 1166025 h 1266488"/>
                <a:gd name="connsiteX59" fmla="*/ 82282 w 672299"/>
                <a:gd name="connsiteY59" fmla="*/ 1130167 h 1266488"/>
                <a:gd name="connsiteX60" fmla="*/ 76440 w 672299"/>
                <a:gd name="connsiteY60" fmla="*/ 1076471 h 1266488"/>
                <a:gd name="connsiteX61" fmla="*/ 66560 w 672299"/>
                <a:gd name="connsiteY61" fmla="*/ 1037806 h 1266488"/>
                <a:gd name="connsiteX62" fmla="*/ 67906 w 672299"/>
                <a:gd name="connsiteY62" fmla="*/ 1022585 h 1266488"/>
                <a:gd name="connsiteX63" fmla="*/ 122986 w 672299"/>
                <a:gd name="connsiteY63" fmla="*/ 835565 h 1266488"/>
                <a:gd name="connsiteX64" fmla="*/ 129336 w 672299"/>
                <a:gd name="connsiteY64" fmla="*/ 794785 h 1266488"/>
                <a:gd name="connsiteX65" fmla="*/ 136016 w 672299"/>
                <a:gd name="connsiteY65" fmla="*/ 848011 h 1266488"/>
                <a:gd name="connsiteX66" fmla="*/ 139368 w 672299"/>
                <a:gd name="connsiteY66" fmla="*/ 949877 h 1266488"/>
                <a:gd name="connsiteX67" fmla="*/ 125176 w 672299"/>
                <a:gd name="connsiteY67" fmla="*/ 1017467 h 1266488"/>
                <a:gd name="connsiteX68" fmla="*/ 198132 w 672299"/>
                <a:gd name="connsiteY68" fmla="*/ 1018889 h 1266488"/>
                <a:gd name="connsiteX69" fmla="*/ 504119 w 672299"/>
                <a:gd name="connsiteY69" fmla="*/ 1053395 h 1266488"/>
                <a:gd name="connsiteX70" fmla="*/ 546708 w 672299"/>
                <a:gd name="connsiteY70" fmla="*/ 1012324 h 1266488"/>
                <a:gd name="connsiteX71" fmla="*/ 527227 w 672299"/>
                <a:gd name="connsiteY71" fmla="*/ 846379 h 1266488"/>
                <a:gd name="connsiteX72" fmla="*/ 543064 w 672299"/>
                <a:gd name="connsiteY72" fmla="*/ 765156 h 1266488"/>
                <a:gd name="connsiteX73" fmla="*/ 549280 w 672299"/>
                <a:gd name="connsiteY73" fmla="*/ 845401 h 1266488"/>
                <a:gd name="connsiteX74" fmla="*/ 604360 w 672299"/>
                <a:gd name="connsiteY74" fmla="*/ 1039724 h 1266488"/>
                <a:gd name="connsiteX75" fmla="*/ 605700 w 672299"/>
                <a:gd name="connsiteY75" fmla="*/ 1055541 h 1266488"/>
                <a:gd name="connsiteX76" fmla="*/ 595826 w 672299"/>
                <a:gd name="connsiteY76" fmla="*/ 1095705 h 1266488"/>
                <a:gd name="connsiteX77" fmla="*/ 589984 w 672299"/>
                <a:gd name="connsiteY77" fmla="*/ 1151490 h 1266488"/>
                <a:gd name="connsiteX78" fmla="*/ 584669 w 672299"/>
                <a:gd name="connsiteY78" fmla="*/ 1188752 h 1266488"/>
                <a:gd name="connsiteX79" fmla="*/ 588917 w 672299"/>
                <a:gd name="connsiteY79" fmla="*/ 1197858 h 1266488"/>
                <a:gd name="connsiteX80" fmla="*/ 597115 w 672299"/>
                <a:gd name="connsiteY80" fmla="*/ 1192695 h 1266488"/>
                <a:gd name="connsiteX81" fmla="*/ 614431 w 672299"/>
                <a:gd name="connsiteY81" fmla="*/ 1161568 h 1266488"/>
                <a:gd name="connsiteX82" fmla="*/ 623632 w 672299"/>
                <a:gd name="connsiteY82" fmla="*/ 1152220 h 1266488"/>
                <a:gd name="connsiteX83" fmla="*/ 628471 w 672299"/>
                <a:gd name="connsiteY83" fmla="*/ 1164698 h 1266488"/>
                <a:gd name="connsiteX84" fmla="*/ 628134 w 672299"/>
                <a:gd name="connsiteY84" fmla="*/ 1169505 h 1266488"/>
                <a:gd name="connsiteX85" fmla="*/ 592060 w 672299"/>
                <a:gd name="connsiteY85" fmla="*/ 1244619 h 1266488"/>
                <a:gd name="connsiteX86" fmla="*/ 581716 w 672299"/>
                <a:gd name="connsiteY86" fmla="*/ 1266489 h 1266488"/>
                <a:gd name="connsiteX87" fmla="*/ 616508 w 672299"/>
                <a:gd name="connsiteY87" fmla="*/ 1248683 h 1266488"/>
                <a:gd name="connsiteX88" fmla="*/ 659497 w 672299"/>
                <a:gd name="connsiteY88" fmla="*/ 1193343 h 1266488"/>
                <a:gd name="connsiteX89" fmla="*/ 667619 w 672299"/>
                <a:gd name="connsiteY89" fmla="*/ 1176636 h 1266488"/>
                <a:gd name="connsiteX90" fmla="*/ 672045 w 672299"/>
                <a:gd name="connsiteY90" fmla="*/ 1143756 h 1266488"/>
                <a:gd name="connsiteX91" fmla="*/ 672045 w 672299"/>
                <a:gd name="connsiteY91" fmla="*/ 1143540 h 1266488"/>
                <a:gd name="connsiteX92" fmla="*/ 671981 w 672299"/>
                <a:gd name="connsiteY92" fmla="*/ 1137482 h 1266488"/>
                <a:gd name="connsiteX93" fmla="*/ 670864 w 672299"/>
                <a:gd name="connsiteY93" fmla="*/ 1071645 h 1266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672299" h="1266488">
                  <a:moveTo>
                    <a:pt x="670864" y="1071645"/>
                  </a:moveTo>
                  <a:cubicBezTo>
                    <a:pt x="674159" y="1039781"/>
                    <a:pt x="670997" y="1008513"/>
                    <a:pt x="669187" y="976941"/>
                  </a:cubicBezTo>
                  <a:cubicBezTo>
                    <a:pt x="667974" y="956297"/>
                    <a:pt x="666495" y="935590"/>
                    <a:pt x="666831" y="914959"/>
                  </a:cubicBezTo>
                  <a:cubicBezTo>
                    <a:pt x="667574" y="866318"/>
                    <a:pt x="660989" y="819004"/>
                    <a:pt x="646010" y="772770"/>
                  </a:cubicBezTo>
                  <a:cubicBezTo>
                    <a:pt x="642930" y="763143"/>
                    <a:pt x="638567" y="752862"/>
                    <a:pt x="639164" y="743166"/>
                  </a:cubicBezTo>
                  <a:cubicBezTo>
                    <a:pt x="643057" y="677628"/>
                    <a:pt x="632789" y="614458"/>
                    <a:pt x="610894" y="552939"/>
                  </a:cubicBezTo>
                  <a:cubicBezTo>
                    <a:pt x="609618" y="549440"/>
                    <a:pt x="609148" y="545433"/>
                    <a:pt x="609212" y="541700"/>
                  </a:cubicBezTo>
                  <a:cubicBezTo>
                    <a:pt x="609942" y="503650"/>
                    <a:pt x="607065" y="465874"/>
                    <a:pt x="595108" y="429641"/>
                  </a:cubicBezTo>
                  <a:cubicBezTo>
                    <a:pt x="579258" y="381660"/>
                    <a:pt x="550982" y="346373"/>
                    <a:pt x="498398" y="337477"/>
                  </a:cubicBezTo>
                  <a:cubicBezTo>
                    <a:pt x="490409" y="336086"/>
                    <a:pt x="429081" y="318236"/>
                    <a:pt x="395629" y="310356"/>
                  </a:cubicBezTo>
                  <a:cubicBezTo>
                    <a:pt x="394562" y="310102"/>
                    <a:pt x="393661" y="309639"/>
                    <a:pt x="392829" y="309112"/>
                  </a:cubicBezTo>
                  <a:cubicBezTo>
                    <a:pt x="390086" y="302101"/>
                    <a:pt x="387158" y="291890"/>
                    <a:pt x="388079" y="282975"/>
                  </a:cubicBezTo>
                  <a:cubicBezTo>
                    <a:pt x="388225" y="281940"/>
                    <a:pt x="388422" y="280892"/>
                    <a:pt x="388600" y="279845"/>
                  </a:cubicBezTo>
                  <a:cubicBezTo>
                    <a:pt x="389406" y="276168"/>
                    <a:pt x="390981" y="272821"/>
                    <a:pt x="393730" y="270186"/>
                  </a:cubicBezTo>
                  <a:cubicBezTo>
                    <a:pt x="407485" y="256953"/>
                    <a:pt x="423360" y="213036"/>
                    <a:pt x="423360" y="213036"/>
                  </a:cubicBezTo>
                  <a:cubicBezTo>
                    <a:pt x="426001" y="215678"/>
                    <a:pt x="433418" y="210395"/>
                    <a:pt x="433418" y="210395"/>
                  </a:cubicBezTo>
                  <a:cubicBezTo>
                    <a:pt x="433418" y="210395"/>
                    <a:pt x="441876" y="171234"/>
                    <a:pt x="443997" y="160122"/>
                  </a:cubicBezTo>
                  <a:cubicBezTo>
                    <a:pt x="445077" y="154432"/>
                    <a:pt x="442276" y="148615"/>
                    <a:pt x="439285" y="144266"/>
                  </a:cubicBezTo>
                  <a:cubicBezTo>
                    <a:pt x="442473" y="134029"/>
                    <a:pt x="444232" y="123184"/>
                    <a:pt x="444232" y="111919"/>
                  </a:cubicBezTo>
                  <a:cubicBezTo>
                    <a:pt x="444232" y="50108"/>
                    <a:pt x="392518" y="0"/>
                    <a:pt x="328738" y="0"/>
                  </a:cubicBezTo>
                  <a:cubicBezTo>
                    <a:pt x="264959" y="0"/>
                    <a:pt x="213245" y="50108"/>
                    <a:pt x="213245" y="111919"/>
                  </a:cubicBezTo>
                  <a:cubicBezTo>
                    <a:pt x="213245" y="119710"/>
                    <a:pt x="214064" y="127298"/>
                    <a:pt x="215626" y="134633"/>
                  </a:cubicBezTo>
                  <a:lnTo>
                    <a:pt x="215613" y="134626"/>
                  </a:lnTo>
                  <a:cubicBezTo>
                    <a:pt x="215613" y="134626"/>
                    <a:pt x="202926" y="146317"/>
                    <a:pt x="205034" y="157429"/>
                  </a:cubicBezTo>
                  <a:cubicBezTo>
                    <a:pt x="207155" y="168542"/>
                    <a:pt x="215613" y="207702"/>
                    <a:pt x="215613" y="207702"/>
                  </a:cubicBezTo>
                  <a:cubicBezTo>
                    <a:pt x="215613" y="207702"/>
                    <a:pt x="223030" y="212985"/>
                    <a:pt x="225671" y="210344"/>
                  </a:cubicBezTo>
                  <a:cubicBezTo>
                    <a:pt x="225671" y="210344"/>
                    <a:pt x="241546" y="254260"/>
                    <a:pt x="255313" y="267494"/>
                  </a:cubicBezTo>
                  <a:cubicBezTo>
                    <a:pt x="264445" y="276289"/>
                    <a:pt x="261035" y="292951"/>
                    <a:pt x="257078" y="304006"/>
                  </a:cubicBezTo>
                  <a:lnTo>
                    <a:pt x="256615" y="304006"/>
                  </a:lnTo>
                  <a:cubicBezTo>
                    <a:pt x="256418" y="305213"/>
                    <a:pt x="256119" y="306375"/>
                    <a:pt x="255764" y="307505"/>
                  </a:cubicBezTo>
                  <a:cubicBezTo>
                    <a:pt x="254608" y="310312"/>
                    <a:pt x="253542" y="312515"/>
                    <a:pt x="252837" y="313760"/>
                  </a:cubicBezTo>
                  <a:cubicBezTo>
                    <a:pt x="252799" y="313823"/>
                    <a:pt x="252760" y="313893"/>
                    <a:pt x="252722" y="313950"/>
                  </a:cubicBezTo>
                  <a:cubicBezTo>
                    <a:pt x="252526" y="314287"/>
                    <a:pt x="252341" y="314560"/>
                    <a:pt x="252240" y="314719"/>
                  </a:cubicBezTo>
                  <a:cubicBezTo>
                    <a:pt x="252227" y="314725"/>
                    <a:pt x="252240" y="314732"/>
                    <a:pt x="252240" y="314732"/>
                  </a:cubicBezTo>
                  <a:cubicBezTo>
                    <a:pt x="243223" y="327997"/>
                    <a:pt x="224109" y="333775"/>
                    <a:pt x="221023" y="334632"/>
                  </a:cubicBezTo>
                  <a:cubicBezTo>
                    <a:pt x="198278" y="340614"/>
                    <a:pt x="178237" y="345999"/>
                    <a:pt x="173906" y="346723"/>
                  </a:cubicBezTo>
                  <a:cubicBezTo>
                    <a:pt x="121322" y="355283"/>
                    <a:pt x="93039" y="389242"/>
                    <a:pt x="77196" y="435432"/>
                  </a:cubicBezTo>
                  <a:cubicBezTo>
                    <a:pt x="65239" y="470300"/>
                    <a:pt x="62356" y="506666"/>
                    <a:pt x="63092" y="543280"/>
                  </a:cubicBezTo>
                  <a:cubicBezTo>
                    <a:pt x="63156" y="546862"/>
                    <a:pt x="62692" y="550729"/>
                    <a:pt x="61410" y="554088"/>
                  </a:cubicBezTo>
                  <a:cubicBezTo>
                    <a:pt x="39508" y="613308"/>
                    <a:pt x="29234" y="674091"/>
                    <a:pt x="33127" y="737178"/>
                  </a:cubicBezTo>
                  <a:cubicBezTo>
                    <a:pt x="33730" y="746532"/>
                    <a:pt x="29367" y="756412"/>
                    <a:pt x="26281" y="765677"/>
                  </a:cubicBezTo>
                  <a:cubicBezTo>
                    <a:pt x="11302" y="810165"/>
                    <a:pt x="4723" y="855707"/>
                    <a:pt x="5466" y="902519"/>
                  </a:cubicBezTo>
                  <a:cubicBezTo>
                    <a:pt x="5809" y="922376"/>
                    <a:pt x="4323" y="942315"/>
                    <a:pt x="3110" y="962184"/>
                  </a:cubicBezTo>
                  <a:cubicBezTo>
                    <a:pt x="1294" y="992556"/>
                    <a:pt x="-1849" y="1022667"/>
                    <a:pt x="1427" y="1053332"/>
                  </a:cubicBezTo>
                  <a:cubicBezTo>
                    <a:pt x="3714" y="1074179"/>
                    <a:pt x="964" y="1095578"/>
                    <a:pt x="285" y="1116705"/>
                  </a:cubicBezTo>
                  <a:cubicBezTo>
                    <a:pt x="221" y="1118673"/>
                    <a:pt x="221" y="1120553"/>
                    <a:pt x="221" y="1122534"/>
                  </a:cubicBezTo>
                  <a:lnTo>
                    <a:pt x="221" y="1122731"/>
                  </a:lnTo>
                  <a:cubicBezTo>
                    <a:pt x="1758" y="1133539"/>
                    <a:pt x="3244" y="1144219"/>
                    <a:pt x="4641" y="1154373"/>
                  </a:cubicBezTo>
                  <a:cubicBezTo>
                    <a:pt x="6527" y="1159999"/>
                    <a:pt x="9213" y="1165396"/>
                    <a:pt x="12775" y="1170451"/>
                  </a:cubicBezTo>
                  <a:cubicBezTo>
                    <a:pt x="25869" y="1189044"/>
                    <a:pt x="40112" y="1207078"/>
                    <a:pt x="55758" y="1223715"/>
                  </a:cubicBezTo>
                  <a:cubicBezTo>
                    <a:pt x="64153" y="1232700"/>
                    <a:pt x="76243" y="1238663"/>
                    <a:pt x="90550" y="1240841"/>
                  </a:cubicBezTo>
                  <a:cubicBezTo>
                    <a:pt x="90886" y="1231018"/>
                    <a:pt x="86181" y="1224337"/>
                    <a:pt x="80199" y="1219791"/>
                  </a:cubicBezTo>
                  <a:cubicBezTo>
                    <a:pt x="56158" y="1201255"/>
                    <a:pt x="52323" y="1173404"/>
                    <a:pt x="44131" y="1147496"/>
                  </a:cubicBezTo>
                  <a:cubicBezTo>
                    <a:pt x="43668" y="1146093"/>
                    <a:pt x="43325" y="1144270"/>
                    <a:pt x="43788" y="1142867"/>
                  </a:cubicBezTo>
                  <a:cubicBezTo>
                    <a:pt x="45211" y="1138790"/>
                    <a:pt x="47014" y="1134853"/>
                    <a:pt x="48634" y="1130852"/>
                  </a:cubicBezTo>
                  <a:cubicBezTo>
                    <a:pt x="51783" y="1133811"/>
                    <a:pt x="55676" y="1136333"/>
                    <a:pt x="57828" y="1139844"/>
                  </a:cubicBezTo>
                  <a:cubicBezTo>
                    <a:pt x="63931" y="1149667"/>
                    <a:pt x="69049" y="1160056"/>
                    <a:pt x="75157" y="1169810"/>
                  </a:cubicBezTo>
                  <a:cubicBezTo>
                    <a:pt x="76707" y="1172191"/>
                    <a:pt x="80593" y="1173169"/>
                    <a:pt x="83355" y="1174788"/>
                  </a:cubicBezTo>
                  <a:cubicBezTo>
                    <a:pt x="84822" y="1171842"/>
                    <a:pt x="87851" y="1168755"/>
                    <a:pt x="87591" y="1166025"/>
                  </a:cubicBezTo>
                  <a:cubicBezTo>
                    <a:pt x="86308" y="1154017"/>
                    <a:pt x="83755" y="1142149"/>
                    <a:pt x="82282" y="1130167"/>
                  </a:cubicBezTo>
                  <a:cubicBezTo>
                    <a:pt x="80136" y="1112272"/>
                    <a:pt x="79329" y="1094232"/>
                    <a:pt x="76440" y="1076471"/>
                  </a:cubicBezTo>
                  <a:cubicBezTo>
                    <a:pt x="74357" y="1063415"/>
                    <a:pt x="69322" y="1050792"/>
                    <a:pt x="66560" y="1037806"/>
                  </a:cubicBezTo>
                  <a:cubicBezTo>
                    <a:pt x="65550" y="1033031"/>
                    <a:pt x="66223" y="1027284"/>
                    <a:pt x="67906" y="1022585"/>
                  </a:cubicBezTo>
                  <a:cubicBezTo>
                    <a:pt x="90067" y="961327"/>
                    <a:pt x="110146" y="899420"/>
                    <a:pt x="122986" y="835565"/>
                  </a:cubicBezTo>
                  <a:cubicBezTo>
                    <a:pt x="125691" y="822046"/>
                    <a:pt x="128078" y="808444"/>
                    <a:pt x="129336" y="794785"/>
                  </a:cubicBezTo>
                  <a:cubicBezTo>
                    <a:pt x="134289" y="812870"/>
                    <a:pt x="138429" y="833856"/>
                    <a:pt x="136016" y="848011"/>
                  </a:cubicBezTo>
                  <a:cubicBezTo>
                    <a:pt x="130980" y="877583"/>
                    <a:pt x="134327" y="913740"/>
                    <a:pt x="139368" y="949877"/>
                  </a:cubicBezTo>
                  <a:cubicBezTo>
                    <a:pt x="144404" y="986022"/>
                    <a:pt x="125176" y="1017467"/>
                    <a:pt x="125176" y="1017467"/>
                  </a:cubicBezTo>
                  <a:lnTo>
                    <a:pt x="198132" y="1018889"/>
                  </a:lnTo>
                  <a:lnTo>
                    <a:pt x="504119" y="1053395"/>
                  </a:lnTo>
                  <a:lnTo>
                    <a:pt x="546708" y="1012324"/>
                  </a:lnTo>
                  <a:cubicBezTo>
                    <a:pt x="546708" y="1012324"/>
                    <a:pt x="537310" y="889095"/>
                    <a:pt x="527227" y="846379"/>
                  </a:cubicBezTo>
                  <a:cubicBezTo>
                    <a:pt x="522286" y="825348"/>
                    <a:pt x="531951" y="792797"/>
                    <a:pt x="543064" y="765156"/>
                  </a:cubicBezTo>
                  <a:cubicBezTo>
                    <a:pt x="540034" y="792169"/>
                    <a:pt x="544194" y="818915"/>
                    <a:pt x="549280" y="845401"/>
                  </a:cubicBezTo>
                  <a:cubicBezTo>
                    <a:pt x="562114" y="911746"/>
                    <a:pt x="582198" y="976059"/>
                    <a:pt x="604360" y="1039724"/>
                  </a:cubicBezTo>
                  <a:cubicBezTo>
                    <a:pt x="606037" y="1044607"/>
                    <a:pt x="606716" y="1050582"/>
                    <a:pt x="605700" y="1055541"/>
                  </a:cubicBezTo>
                  <a:cubicBezTo>
                    <a:pt x="602937" y="1069022"/>
                    <a:pt x="597902" y="1082148"/>
                    <a:pt x="595826" y="1095705"/>
                  </a:cubicBezTo>
                  <a:cubicBezTo>
                    <a:pt x="592937" y="1114152"/>
                    <a:pt x="592143" y="1132897"/>
                    <a:pt x="589984" y="1151490"/>
                  </a:cubicBezTo>
                  <a:cubicBezTo>
                    <a:pt x="588510" y="1163955"/>
                    <a:pt x="585958" y="1176280"/>
                    <a:pt x="584669" y="1188752"/>
                  </a:cubicBezTo>
                  <a:cubicBezTo>
                    <a:pt x="584408" y="1191590"/>
                    <a:pt x="587443" y="1194791"/>
                    <a:pt x="588917" y="1197858"/>
                  </a:cubicBezTo>
                  <a:cubicBezTo>
                    <a:pt x="591673" y="1196181"/>
                    <a:pt x="595565" y="1195159"/>
                    <a:pt x="597115" y="1192695"/>
                  </a:cubicBezTo>
                  <a:cubicBezTo>
                    <a:pt x="603217" y="1182554"/>
                    <a:pt x="608329" y="1171772"/>
                    <a:pt x="614431" y="1161568"/>
                  </a:cubicBezTo>
                  <a:cubicBezTo>
                    <a:pt x="616590" y="1157922"/>
                    <a:pt x="620483" y="1155300"/>
                    <a:pt x="623632" y="1152220"/>
                  </a:cubicBezTo>
                  <a:cubicBezTo>
                    <a:pt x="625245" y="1156379"/>
                    <a:pt x="627055" y="1160469"/>
                    <a:pt x="628471" y="1164698"/>
                  </a:cubicBezTo>
                  <a:cubicBezTo>
                    <a:pt x="628941" y="1166152"/>
                    <a:pt x="628605" y="1168044"/>
                    <a:pt x="628134" y="1169505"/>
                  </a:cubicBezTo>
                  <a:cubicBezTo>
                    <a:pt x="619936" y="1196416"/>
                    <a:pt x="616108" y="1225359"/>
                    <a:pt x="592060" y="1244619"/>
                  </a:cubicBezTo>
                  <a:cubicBezTo>
                    <a:pt x="586091" y="1249350"/>
                    <a:pt x="581379" y="1256278"/>
                    <a:pt x="581716" y="1266489"/>
                  </a:cubicBezTo>
                  <a:cubicBezTo>
                    <a:pt x="596029" y="1264221"/>
                    <a:pt x="608107" y="1258030"/>
                    <a:pt x="616508" y="1248683"/>
                  </a:cubicBezTo>
                  <a:cubicBezTo>
                    <a:pt x="632161" y="1231399"/>
                    <a:pt x="646397" y="1212659"/>
                    <a:pt x="659497" y="1193343"/>
                  </a:cubicBezTo>
                  <a:cubicBezTo>
                    <a:pt x="663066" y="1188091"/>
                    <a:pt x="665733" y="1182484"/>
                    <a:pt x="667619" y="1176636"/>
                  </a:cubicBezTo>
                  <a:cubicBezTo>
                    <a:pt x="669035" y="1166070"/>
                    <a:pt x="670508" y="1154989"/>
                    <a:pt x="672045" y="1143756"/>
                  </a:cubicBezTo>
                  <a:lnTo>
                    <a:pt x="672045" y="1143540"/>
                  </a:lnTo>
                  <a:cubicBezTo>
                    <a:pt x="672045" y="1141501"/>
                    <a:pt x="672045" y="1139533"/>
                    <a:pt x="671981" y="1137482"/>
                  </a:cubicBezTo>
                  <a:cubicBezTo>
                    <a:pt x="671333" y="1115543"/>
                    <a:pt x="668584" y="1093298"/>
                    <a:pt x="670864" y="107164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37" name="椭圆 236">
            <a:extLst>
              <a:ext uri="{FF2B5EF4-FFF2-40B4-BE49-F238E27FC236}">
                <a16:creationId xmlns:a16="http://schemas.microsoft.com/office/drawing/2014/main" id="{41E18DAA-10F3-7F22-05F5-08BD145DB850}"/>
              </a:ext>
            </a:extLst>
          </p:cNvPr>
          <p:cNvSpPr/>
          <p:nvPr/>
        </p:nvSpPr>
        <p:spPr>
          <a:xfrm>
            <a:off x="-1" y="-671403"/>
            <a:ext cx="348343" cy="348343"/>
          </a:xfrm>
          <a:prstGeom prst="ellipse">
            <a:avLst/>
          </a:prstGeom>
          <a:solidFill>
            <a:srgbClr val="1D41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3C7E9B4E-DF21-A1E7-7F88-612085016539}"/>
              </a:ext>
            </a:extLst>
          </p:cNvPr>
          <p:cNvSpPr/>
          <p:nvPr/>
        </p:nvSpPr>
        <p:spPr>
          <a:xfrm>
            <a:off x="537028" y="-671403"/>
            <a:ext cx="348343" cy="348343"/>
          </a:xfrm>
          <a:prstGeom prst="ellipse">
            <a:avLst/>
          </a:prstGeom>
          <a:solidFill>
            <a:srgbClr val="DCD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2" name="任意多边形: 形状 251">
            <a:extLst>
              <a:ext uri="{FF2B5EF4-FFF2-40B4-BE49-F238E27FC236}">
                <a16:creationId xmlns:a16="http://schemas.microsoft.com/office/drawing/2014/main" id="{909A5DFF-012F-C2B8-3B50-900A3A8C24B3}"/>
              </a:ext>
            </a:extLst>
          </p:cNvPr>
          <p:cNvSpPr/>
          <p:nvPr/>
        </p:nvSpPr>
        <p:spPr>
          <a:xfrm>
            <a:off x="6680886" y="4281714"/>
            <a:ext cx="2913057" cy="2772229"/>
          </a:xfrm>
          <a:custGeom>
            <a:avLst/>
            <a:gdLst>
              <a:gd name="connsiteX0" fmla="*/ 1432600 w 2913057"/>
              <a:gd name="connsiteY0" fmla="*/ 0 h 2772229"/>
              <a:gd name="connsiteX1" fmla="*/ 68257 w 2913057"/>
              <a:gd name="connsiteY1" fmla="*/ 667657 h 2772229"/>
              <a:gd name="connsiteX2" fmla="*/ 489171 w 2913057"/>
              <a:gd name="connsiteY2" fmla="*/ 1422400 h 2772229"/>
              <a:gd name="connsiteX3" fmla="*/ 2913057 w 2913057"/>
              <a:gd name="connsiteY3" fmla="*/ 2772229 h 277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3057" h="2772229">
                <a:moveTo>
                  <a:pt x="1432600" y="0"/>
                </a:moveTo>
                <a:cubicBezTo>
                  <a:pt x="829047" y="215295"/>
                  <a:pt x="225495" y="430590"/>
                  <a:pt x="68257" y="667657"/>
                </a:cubicBezTo>
                <a:cubicBezTo>
                  <a:pt x="-88981" y="904724"/>
                  <a:pt x="15038" y="1071638"/>
                  <a:pt x="489171" y="1422400"/>
                </a:cubicBezTo>
                <a:cubicBezTo>
                  <a:pt x="963304" y="1773162"/>
                  <a:pt x="1938180" y="2272695"/>
                  <a:pt x="2913057" y="2772229"/>
                </a:cubicBezTo>
              </a:path>
            </a:pathLst>
          </a:custGeom>
          <a:noFill/>
          <a:ln w="25400">
            <a:gradFill flip="none" rotWithShape="1"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0">
                  <a:schemeClr val="bg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55" name="组合 254">
            <a:extLst>
              <a:ext uri="{FF2B5EF4-FFF2-40B4-BE49-F238E27FC236}">
                <a16:creationId xmlns:a16="http://schemas.microsoft.com/office/drawing/2014/main" id="{B94B9686-A77F-A4ED-63FF-377E7E61E4A8}"/>
              </a:ext>
            </a:extLst>
          </p:cNvPr>
          <p:cNvGrpSpPr/>
          <p:nvPr/>
        </p:nvGrpSpPr>
        <p:grpSpPr>
          <a:xfrm>
            <a:off x="3845291" y="6064933"/>
            <a:ext cx="4759181" cy="315056"/>
            <a:chOff x="1253246" y="4118390"/>
            <a:chExt cx="4759181" cy="315056"/>
          </a:xfrm>
        </p:grpSpPr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9750D696-AE3C-35B7-0F11-DF8F9EACD984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汇报人：马宇佩</a:t>
              </a:r>
            </a:p>
          </p:txBody>
        </p:sp>
        <p:sp>
          <p:nvSpPr>
            <p:cNvPr id="257" name="iconfont-10019-4889788">
              <a:extLst>
                <a:ext uri="{FF2B5EF4-FFF2-40B4-BE49-F238E27FC236}">
                  <a16:creationId xmlns:a16="http://schemas.microsoft.com/office/drawing/2014/main" id="{B64B3F8B-3E96-8026-8382-6129D8C405E0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  <a:ln w="3429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258" name="文本框 257">
              <a:extLst>
                <a:ext uri="{FF2B5EF4-FFF2-40B4-BE49-F238E27FC236}">
                  <a16:creationId xmlns:a16="http://schemas.microsoft.com/office/drawing/2014/main" id="{3E301E4E-2E04-43E7-8838-99B056ACE53D}"/>
                </a:ext>
              </a:extLst>
            </p:cNvPr>
            <p:cNvSpPr txBox="1"/>
            <p:nvPr/>
          </p:nvSpPr>
          <p:spPr>
            <a:xfrm>
              <a:off x="3898985" y="4118390"/>
              <a:ext cx="21134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2024</a:t>
              </a:r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年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12</a:t>
              </a:r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月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5</a:t>
              </a:r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日</a:t>
              </a:r>
            </a:p>
          </p:txBody>
        </p:sp>
        <p:sp>
          <p:nvSpPr>
            <p:cNvPr id="259" name="iconfont-11899-5651509">
              <a:extLst>
                <a:ext uri="{FF2B5EF4-FFF2-40B4-BE49-F238E27FC236}">
                  <a16:creationId xmlns:a16="http://schemas.microsoft.com/office/drawing/2014/main" id="{8F382765-A628-F883-F7C4-32247545ECCC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  <a:ln w="3429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260" name="文本框 259">
            <a:extLst>
              <a:ext uri="{FF2B5EF4-FFF2-40B4-BE49-F238E27FC236}">
                <a16:creationId xmlns:a16="http://schemas.microsoft.com/office/drawing/2014/main" id="{AAD89042-A09D-2909-0EF6-A18C0C3EDB89}"/>
              </a:ext>
            </a:extLst>
          </p:cNvPr>
          <p:cNvSpPr txBox="1"/>
          <p:nvPr/>
        </p:nvSpPr>
        <p:spPr>
          <a:xfrm>
            <a:off x="3629274" y="2997792"/>
            <a:ext cx="4592007" cy="834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逐梦电子时代</a:t>
            </a:r>
          </a:p>
        </p:txBody>
      </p:sp>
      <p:grpSp>
        <p:nvGrpSpPr>
          <p:cNvPr id="271" name="组合 270" descr="D:\51PPT模板网\51pptmoban.com\图片.jpg">
            <a:extLst>
              <a:ext uri="{FF2B5EF4-FFF2-40B4-BE49-F238E27FC236}">
                <a16:creationId xmlns:a16="http://schemas.microsoft.com/office/drawing/2014/main" id="{882B1E0C-6C64-9430-0BF0-FD1DE6B94A4D}"/>
              </a:ext>
            </a:extLst>
          </p:cNvPr>
          <p:cNvGrpSpPr/>
          <p:nvPr/>
        </p:nvGrpSpPr>
        <p:grpSpPr>
          <a:xfrm>
            <a:off x="9468880" y="3702014"/>
            <a:ext cx="300275" cy="399763"/>
            <a:chOff x="9423512" y="-1121051"/>
            <a:chExt cx="677296" cy="901700"/>
          </a:xfrm>
          <a:solidFill>
            <a:srgbClr val="CA9A2F"/>
          </a:solidFill>
        </p:grpSpPr>
        <p:sp>
          <p:nvSpPr>
            <p:cNvPr id="265" name="矩形: 圆角 264">
              <a:extLst>
                <a:ext uri="{FF2B5EF4-FFF2-40B4-BE49-F238E27FC236}">
                  <a16:creationId xmlns:a16="http://schemas.microsoft.com/office/drawing/2014/main" id="{797C5710-E2A8-A2B6-6CD0-74FA24C5A1F7}"/>
                </a:ext>
              </a:extLst>
            </p:cNvPr>
            <p:cNvSpPr/>
            <p:nvPr/>
          </p:nvSpPr>
          <p:spPr>
            <a:xfrm>
              <a:off x="9423512" y="-1121051"/>
              <a:ext cx="103123" cy="901700"/>
            </a:xfrm>
            <a:prstGeom prst="roundRect">
              <a:avLst>
                <a:gd name="adj" fmla="val 50000"/>
              </a:avLst>
            </a:prstGeom>
            <a:solidFill>
              <a:srgbClr val="1D41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任意多边形: 形状 267">
              <a:extLst>
                <a:ext uri="{FF2B5EF4-FFF2-40B4-BE49-F238E27FC236}">
                  <a16:creationId xmlns:a16="http://schemas.microsoft.com/office/drawing/2014/main" id="{9E66FE4D-D776-7B8F-7C79-D9E54E690089}"/>
                </a:ext>
              </a:extLst>
            </p:cNvPr>
            <p:cNvSpPr/>
            <p:nvPr/>
          </p:nvSpPr>
          <p:spPr>
            <a:xfrm>
              <a:off x="9552844" y="-1097515"/>
              <a:ext cx="547964" cy="362807"/>
            </a:xfrm>
            <a:custGeom>
              <a:avLst/>
              <a:gdLst>
                <a:gd name="connsiteX0" fmla="*/ 0 w 547964"/>
                <a:gd name="connsiteY0" fmla="*/ 0 h 362807"/>
                <a:gd name="connsiteX1" fmla="*/ 547964 w 547964"/>
                <a:gd name="connsiteY1" fmla="*/ 0 h 362807"/>
                <a:gd name="connsiteX2" fmla="*/ 396019 w 547964"/>
                <a:gd name="connsiteY2" fmla="*/ 221215 h 362807"/>
                <a:gd name="connsiteX3" fmla="*/ 491874 w 547964"/>
                <a:gd name="connsiteY3" fmla="*/ 358463 h 362807"/>
                <a:gd name="connsiteX4" fmla="*/ 491309 w 547964"/>
                <a:gd name="connsiteY4" fmla="*/ 362807 h 362807"/>
                <a:gd name="connsiteX5" fmla="*/ 0 w 547964"/>
                <a:gd name="connsiteY5" fmla="*/ 362807 h 362807"/>
                <a:gd name="connsiteX6" fmla="*/ 0 w 547964"/>
                <a:gd name="connsiteY6" fmla="*/ 0 h 362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7964" h="362807">
                  <a:moveTo>
                    <a:pt x="0" y="0"/>
                  </a:moveTo>
                  <a:lnTo>
                    <a:pt x="547964" y="0"/>
                  </a:lnTo>
                  <a:lnTo>
                    <a:pt x="396019" y="221215"/>
                  </a:lnTo>
                  <a:lnTo>
                    <a:pt x="491874" y="358463"/>
                  </a:lnTo>
                  <a:lnTo>
                    <a:pt x="491309" y="362807"/>
                  </a:lnTo>
                  <a:lnTo>
                    <a:pt x="0" y="362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41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72" name="文本框 271">
            <a:extLst>
              <a:ext uri="{FF2B5EF4-FFF2-40B4-BE49-F238E27FC236}">
                <a16:creationId xmlns:a16="http://schemas.microsoft.com/office/drawing/2014/main" id="{2DC7568D-7FC3-0F65-12DB-94681561B2F6}"/>
              </a:ext>
            </a:extLst>
          </p:cNvPr>
          <p:cNvSpPr txBox="1"/>
          <p:nvPr/>
        </p:nvSpPr>
        <p:spPr>
          <a:xfrm>
            <a:off x="9171977" y="5229677"/>
            <a:ext cx="20072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isometricOffAxis2Top">
                <a:rot lat="20794587" lon="17823564" rev="3923979"/>
              </a:camera>
              <a:lightRig rig="threePt" dir="t"/>
            </a:scene3d>
          </a:bodyPr>
          <a:lstStyle/>
          <a:p>
            <a:r>
              <a:rPr lang="en-US" altLang="zh-CN" sz="5400" dirty="0">
                <a:solidFill>
                  <a:schemeClr val="bg1">
                    <a:alpha val="27000"/>
                  </a:schemeClr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2024</a:t>
            </a:r>
            <a:endParaRPr lang="zh-CN" altLang="en-US" sz="5400" dirty="0">
              <a:solidFill>
                <a:schemeClr val="bg1">
                  <a:alpha val="27000"/>
                </a:schemeClr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275" name="文本框 274">
            <a:extLst>
              <a:ext uri="{FF2B5EF4-FFF2-40B4-BE49-F238E27FC236}">
                <a16:creationId xmlns:a16="http://schemas.microsoft.com/office/drawing/2014/main" id="{9B6A4A45-D7F8-3612-22D4-41E2F9BE58C1}"/>
              </a:ext>
            </a:extLst>
          </p:cNvPr>
          <p:cNvSpPr txBox="1"/>
          <p:nvPr/>
        </p:nvSpPr>
        <p:spPr>
          <a:xfrm>
            <a:off x="7609879" y="4436007"/>
            <a:ext cx="646331" cy="30777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isometricOffAxis2Top">
                <a:rot lat="19975335" lon="3449136" rev="18107401"/>
              </a:camera>
              <a:lightRig rig="threePt" dir="t"/>
            </a:scene3d>
          </a:bodyPr>
          <a:lstStyle/>
          <a:p>
            <a:r>
              <a:rPr lang="en-US" altLang="zh-CN" sz="1400" dirty="0">
                <a:solidFill>
                  <a:schemeClr val="bg1">
                    <a:alpha val="3000"/>
                  </a:schemeClr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2027</a:t>
            </a:r>
            <a:endParaRPr lang="zh-CN" altLang="en-US" sz="1400" dirty="0">
              <a:solidFill>
                <a:schemeClr val="bg1">
                  <a:alpha val="3000"/>
                </a:schemeClr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D9B0619F-9FD5-CBAC-7F7A-7187BFFC3345}"/>
              </a:ext>
            </a:extLst>
          </p:cNvPr>
          <p:cNvSpPr txBox="1"/>
          <p:nvPr/>
        </p:nvSpPr>
        <p:spPr>
          <a:xfrm>
            <a:off x="6977380" y="4670213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isometricOffAxis2Top">
                <a:rot lat="19975335" lon="3449136" rev="18107401"/>
              </a:camera>
              <a:lightRig rig="threePt" dir="t"/>
            </a:scene3d>
          </a:bodyPr>
          <a:lstStyle/>
          <a:p>
            <a:r>
              <a:rPr lang="en-US" altLang="zh-CN" sz="2400" dirty="0">
                <a:solidFill>
                  <a:schemeClr val="bg1">
                    <a:alpha val="3000"/>
                  </a:schemeClr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2026</a:t>
            </a:r>
            <a:endParaRPr lang="zh-CN" altLang="en-US" sz="2400" dirty="0">
              <a:solidFill>
                <a:schemeClr val="bg1">
                  <a:alpha val="3000"/>
                </a:schemeClr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F122D568-55FF-E434-1CFA-776F3F7A2AA1}"/>
              </a:ext>
            </a:extLst>
          </p:cNvPr>
          <p:cNvSpPr txBox="1"/>
          <p:nvPr/>
        </p:nvSpPr>
        <p:spPr>
          <a:xfrm>
            <a:off x="7209538" y="5141019"/>
            <a:ext cx="1394934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isometricOffAxis2Top">
                <a:rot lat="20251828" lon="18092766" rev="3840734"/>
              </a:camera>
              <a:lightRig rig="threePt" dir="t"/>
            </a:scene3d>
          </a:bodyPr>
          <a:lstStyle/>
          <a:p>
            <a:r>
              <a:rPr lang="en-US" altLang="zh-CN" sz="3600" dirty="0">
                <a:solidFill>
                  <a:schemeClr val="bg1">
                    <a:alpha val="18000"/>
                  </a:schemeClr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2025</a:t>
            </a:r>
            <a:endParaRPr lang="zh-CN" altLang="en-US" sz="3600" dirty="0">
              <a:solidFill>
                <a:schemeClr val="bg1">
                  <a:alpha val="18000"/>
                </a:schemeClr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6C717F-B9CC-7A23-6417-04E2BA4183FD}"/>
              </a:ext>
            </a:extLst>
          </p:cNvPr>
          <p:cNvSpPr txBox="1"/>
          <p:nvPr/>
        </p:nvSpPr>
        <p:spPr>
          <a:xfrm>
            <a:off x="4400548" y="473674"/>
            <a:ext cx="3390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400" b="1" dirty="0"/>
              <a:t>探索未来 成就梦想</a:t>
            </a:r>
          </a:p>
        </p:txBody>
      </p:sp>
    </p:spTree>
    <p:extLst>
      <p:ext uri="{BB962C8B-B14F-4D97-AF65-F5344CB8AC3E}">
        <p14:creationId xmlns:p14="http://schemas.microsoft.com/office/powerpoint/2010/main" val="207303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8B8E2-0186-86BB-C86C-038F0C4B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Freeform 7">
            <a:extLst>
              <a:ext uri="{FF2B5EF4-FFF2-40B4-BE49-F238E27FC236}">
                <a16:creationId xmlns:a16="http://schemas.microsoft.com/office/drawing/2014/main" id="{AFA5719E-5BB9-9D86-3438-55323688379A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6096000" y="1803459"/>
            <a:ext cx="4994405" cy="1384048"/>
          </a:xfrm>
          <a:custGeom>
            <a:avLst/>
            <a:gdLst>
              <a:gd name="T0" fmla="*/ 15500 w 16792"/>
              <a:gd name="T1" fmla="*/ 3324 h 4654"/>
              <a:gd name="T2" fmla="*/ 14617 w 16792"/>
              <a:gd name="T3" fmla="*/ 3660 h 4654"/>
              <a:gd name="T4" fmla="*/ 14480 w 16792"/>
              <a:gd name="T5" fmla="*/ 3428 h 4654"/>
              <a:gd name="T6" fmla="*/ 14456 w 16792"/>
              <a:gd name="T7" fmla="*/ 3336 h 4654"/>
              <a:gd name="T8" fmla="*/ 14433 w 16792"/>
              <a:gd name="T9" fmla="*/ 3411 h 4654"/>
              <a:gd name="T10" fmla="*/ 14286 w 16792"/>
              <a:gd name="T11" fmla="*/ 3584 h 4654"/>
              <a:gd name="T12" fmla="*/ 13542 w 16792"/>
              <a:gd name="T13" fmla="*/ 2209 h 4654"/>
              <a:gd name="T14" fmla="*/ 13374 w 16792"/>
              <a:gd name="T15" fmla="*/ 2948 h 4654"/>
              <a:gd name="T16" fmla="*/ 12611 w 16792"/>
              <a:gd name="T17" fmla="*/ 2939 h 4654"/>
              <a:gd name="T18" fmla="*/ 11834 w 16792"/>
              <a:gd name="T19" fmla="*/ 1548 h 4654"/>
              <a:gd name="T20" fmla="*/ 10627 w 16792"/>
              <a:gd name="T21" fmla="*/ 1257 h 4654"/>
              <a:gd name="T22" fmla="*/ 10549 w 16792"/>
              <a:gd name="T23" fmla="*/ 834 h 4654"/>
              <a:gd name="T24" fmla="*/ 10455 w 16792"/>
              <a:gd name="T25" fmla="*/ 681 h 4654"/>
              <a:gd name="T26" fmla="*/ 10363 w 16792"/>
              <a:gd name="T27" fmla="*/ 607 h 4654"/>
              <a:gd name="T28" fmla="*/ 10174 w 16792"/>
              <a:gd name="T29" fmla="*/ 1184 h 4654"/>
              <a:gd name="T30" fmla="*/ 10155 w 16792"/>
              <a:gd name="T31" fmla="*/ 1822 h 4654"/>
              <a:gd name="T32" fmla="*/ 9968 w 16792"/>
              <a:gd name="T33" fmla="*/ 2079 h 4654"/>
              <a:gd name="T34" fmla="*/ 9869 w 16792"/>
              <a:gd name="T35" fmla="*/ 2030 h 4654"/>
              <a:gd name="T36" fmla="*/ 9545 w 16792"/>
              <a:gd name="T37" fmla="*/ 1982 h 4654"/>
              <a:gd name="T38" fmla="*/ 9470 w 16792"/>
              <a:gd name="T39" fmla="*/ 1857 h 4654"/>
              <a:gd name="T40" fmla="*/ 9075 w 16792"/>
              <a:gd name="T41" fmla="*/ 1850 h 4654"/>
              <a:gd name="T42" fmla="*/ 8374 w 16792"/>
              <a:gd name="T43" fmla="*/ 2209 h 4654"/>
              <a:gd name="T44" fmla="*/ 7889 w 16792"/>
              <a:gd name="T45" fmla="*/ 2419 h 4654"/>
              <a:gd name="T46" fmla="*/ 7885 w 16792"/>
              <a:gd name="T47" fmla="*/ 2119 h 4654"/>
              <a:gd name="T48" fmla="*/ 7870 w 16792"/>
              <a:gd name="T49" fmla="*/ 2417 h 4654"/>
              <a:gd name="T50" fmla="*/ 7724 w 16792"/>
              <a:gd name="T51" fmla="*/ 2417 h 4654"/>
              <a:gd name="T52" fmla="*/ 7715 w 16792"/>
              <a:gd name="T53" fmla="*/ 2115 h 4654"/>
              <a:gd name="T54" fmla="*/ 7705 w 16792"/>
              <a:gd name="T55" fmla="*/ 2415 h 4654"/>
              <a:gd name="T56" fmla="*/ 7604 w 16792"/>
              <a:gd name="T57" fmla="*/ 2474 h 4654"/>
              <a:gd name="T58" fmla="*/ 7228 w 16792"/>
              <a:gd name="T59" fmla="*/ 2417 h 4654"/>
              <a:gd name="T60" fmla="*/ 6985 w 16792"/>
              <a:gd name="T61" fmla="*/ 2488 h 4654"/>
              <a:gd name="T62" fmla="*/ 6708 w 16792"/>
              <a:gd name="T63" fmla="*/ 2405 h 4654"/>
              <a:gd name="T64" fmla="*/ 6673 w 16792"/>
              <a:gd name="T65" fmla="*/ 2698 h 4654"/>
              <a:gd name="T66" fmla="*/ 6359 w 16792"/>
              <a:gd name="T67" fmla="*/ 1264 h 4654"/>
              <a:gd name="T68" fmla="*/ 5615 w 16792"/>
              <a:gd name="T69" fmla="*/ 2034 h 4654"/>
              <a:gd name="T70" fmla="*/ 5104 w 16792"/>
              <a:gd name="T71" fmla="*/ 3929 h 4654"/>
              <a:gd name="T72" fmla="*/ 4216 w 16792"/>
              <a:gd name="T73" fmla="*/ 2757 h 4654"/>
              <a:gd name="T74" fmla="*/ 4058 w 16792"/>
              <a:gd name="T75" fmla="*/ 2528 h 4654"/>
              <a:gd name="T76" fmla="*/ 3819 w 16792"/>
              <a:gd name="T77" fmla="*/ 2459 h 4654"/>
              <a:gd name="T78" fmla="*/ 2981 w 16792"/>
              <a:gd name="T79" fmla="*/ 3525 h 4654"/>
              <a:gd name="T80" fmla="*/ 1549 w 16792"/>
              <a:gd name="T81" fmla="*/ 3752 h 4654"/>
              <a:gd name="T82" fmla="*/ 1185 w 16792"/>
              <a:gd name="T83" fmla="*/ 3123 h 4654"/>
              <a:gd name="T84" fmla="*/ 1025 w 16792"/>
              <a:gd name="T85" fmla="*/ 1285 h 4654"/>
              <a:gd name="T86" fmla="*/ 1032 w 16792"/>
              <a:gd name="T87" fmla="*/ 945 h 4654"/>
              <a:gd name="T88" fmla="*/ 999 w 16792"/>
              <a:gd name="T89" fmla="*/ 428 h 4654"/>
              <a:gd name="T90" fmla="*/ 937 w 16792"/>
              <a:gd name="T91" fmla="*/ 426 h 4654"/>
              <a:gd name="T92" fmla="*/ 911 w 16792"/>
              <a:gd name="T93" fmla="*/ 933 h 4654"/>
              <a:gd name="T94" fmla="*/ 916 w 16792"/>
              <a:gd name="T95" fmla="*/ 1288 h 4654"/>
              <a:gd name="T96" fmla="*/ 708 w 16792"/>
              <a:gd name="T97" fmla="*/ 3251 h 4654"/>
              <a:gd name="T98" fmla="*/ 666 w 16792"/>
              <a:gd name="T99" fmla="*/ 3889 h 4654"/>
              <a:gd name="T100" fmla="*/ 621 w 16792"/>
              <a:gd name="T101" fmla="*/ 3943 h 4654"/>
              <a:gd name="T102" fmla="*/ 19 w 16792"/>
              <a:gd name="T103" fmla="*/ 3952 h 4654"/>
              <a:gd name="T104" fmla="*/ 11078 w 16792"/>
              <a:gd name="T105" fmla="*/ 437 h 4654"/>
              <a:gd name="T106" fmla="*/ 6694 w 16792"/>
              <a:gd name="T107" fmla="*/ 2658 h 4654"/>
              <a:gd name="T108" fmla="*/ 6675 w 16792"/>
              <a:gd name="T109" fmla="*/ 2500 h 4654"/>
              <a:gd name="T110" fmla="*/ 956 w 16792"/>
              <a:gd name="T111" fmla="*/ 1937 h 4654"/>
              <a:gd name="T112" fmla="*/ 959 w 16792"/>
              <a:gd name="T113" fmla="*/ 2048 h 4654"/>
              <a:gd name="T114" fmla="*/ 933 w 16792"/>
              <a:gd name="T115" fmla="*/ 2226 h 4654"/>
              <a:gd name="T116" fmla="*/ 911 w 16792"/>
              <a:gd name="T117" fmla="*/ 2405 h 4654"/>
              <a:gd name="T118" fmla="*/ 940 w 16792"/>
              <a:gd name="T119" fmla="*/ 2530 h 4654"/>
              <a:gd name="T120" fmla="*/ 961 w 16792"/>
              <a:gd name="T121" fmla="*/ 2639 h 4654"/>
              <a:gd name="T122" fmla="*/ 952 w 16792"/>
              <a:gd name="T123" fmla="*/ 2868 h 4654"/>
              <a:gd name="T124" fmla="*/ 1067 w 16792"/>
              <a:gd name="T125" fmla="*/ 3938 h 4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792" h="4654">
                <a:moveTo>
                  <a:pt x="16360" y="3823"/>
                </a:moveTo>
                <a:lnTo>
                  <a:pt x="16400" y="3823"/>
                </a:lnTo>
                <a:lnTo>
                  <a:pt x="16400" y="3466"/>
                </a:lnTo>
                <a:lnTo>
                  <a:pt x="16436" y="3454"/>
                </a:lnTo>
                <a:lnTo>
                  <a:pt x="16542" y="3409"/>
                </a:lnTo>
                <a:lnTo>
                  <a:pt x="16792" y="3279"/>
                </a:lnTo>
                <a:lnTo>
                  <a:pt x="16719" y="3279"/>
                </a:lnTo>
                <a:lnTo>
                  <a:pt x="16580" y="3334"/>
                </a:lnTo>
                <a:lnTo>
                  <a:pt x="16549" y="3343"/>
                </a:lnTo>
                <a:lnTo>
                  <a:pt x="16400" y="3343"/>
                </a:lnTo>
                <a:lnTo>
                  <a:pt x="16400" y="3322"/>
                </a:lnTo>
                <a:lnTo>
                  <a:pt x="16107" y="3324"/>
                </a:lnTo>
                <a:lnTo>
                  <a:pt x="16105" y="3331"/>
                </a:lnTo>
                <a:lnTo>
                  <a:pt x="16105" y="3334"/>
                </a:lnTo>
                <a:lnTo>
                  <a:pt x="15892" y="3334"/>
                </a:lnTo>
                <a:lnTo>
                  <a:pt x="15892" y="3343"/>
                </a:lnTo>
                <a:lnTo>
                  <a:pt x="15701" y="3343"/>
                </a:lnTo>
                <a:lnTo>
                  <a:pt x="15699" y="3334"/>
                </a:lnTo>
                <a:lnTo>
                  <a:pt x="15675" y="3334"/>
                </a:lnTo>
                <a:lnTo>
                  <a:pt x="15510" y="3334"/>
                </a:lnTo>
                <a:lnTo>
                  <a:pt x="15510" y="3334"/>
                </a:lnTo>
                <a:lnTo>
                  <a:pt x="15500" y="3324"/>
                </a:lnTo>
                <a:lnTo>
                  <a:pt x="15210" y="3324"/>
                </a:lnTo>
                <a:lnTo>
                  <a:pt x="15210" y="3345"/>
                </a:lnTo>
                <a:lnTo>
                  <a:pt x="15049" y="3345"/>
                </a:lnTo>
                <a:lnTo>
                  <a:pt x="15018" y="3336"/>
                </a:lnTo>
                <a:lnTo>
                  <a:pt x="14881" y="3284"/>
                </a:lnTo>
                <a:lnTo>
                  <a:pt x="14792" y="3284"/>
                </a:lnTo>
                <a:lnTo>
                  <a:pt x="15092" y="3411"/>
                </a:lnTo>
                <a:lnTo>
                  <a:pt x="15198" y="3456"/>
                </a:lnTo>
                <a:lnTo>
                  <a:pt x="15210" y="3459"/>
                </a:lnTo>
                <a:lnTo>
                  <a:pt x="15210" y="3823"/>
                </a:lnTo>
                <a:lnTo>
                  <a:pt x="15238" y="3823"/>
                </a:lnTo>
                <a:lnTo>
                  <a:pt x="15070" y="3912"/>
                </a:lnTo>
                <a:lnTo>
                  <a:pt x="15070" y="3728"/>
                </a:lnTo>
                <a:lnTo>
                  <a:pt x="14610" y="3728"/>
                </a:lnTo>
                <a:lnTo>
                  <a:pt x="14610" y="3685"/>
                </a:lnTo>
                <a:lnTo>
                  <a:pt x="14614" y="3685"/>
                </a:lnTo>
                <a:lnTo>
                  <a:pt x="14614" y="3685"/>
                </a:lnTo>
                <a:lnTo>
                  <a:pt x="14614" y="3683"/>
                </a:lnTo>
                <a:lnTo>
                  <a:pt x="14617" y="3678"/>
                </a:lnTo>
                <a:lnTo>
                  <a:pt x="14617" y="3678"/>
                </a:lnTo>
                <a:lnTo>
                  <a:pt x="14617" y="3678"/>
                </a:lnTo>
                <a:lnTo>
                  <a:pt x="14617" y="3660"/>
                </a:lnTo>
                <a:lnTo>
                  <a:pt x="14610" y="3660"/>
                </a:lnTo>
                <a:lnTo>
                  <a:pt x="14612" y="3608"/>
                </a:lnTo>
                <a:lnTo>
                  <a:pt x="14614" y="3608"/>
                </a:lnTo>
                <a:lnTo>
                  <a:pt x="14614" y="3603"/>
                </a:lnTo>
                <a:lnTo>
                  <a:pt x="14614" y="3598"/>
                </a:lnTo>
                <a:lnTo>
                  <a:pt x="14614" y="3598"/>
                </a:lnTo>
                <a:lnTo>
                  <a:pt x="14614" y="3596"/>
                </a:lnTo>
                <a:lnTo>
                  <a:pt x="14614" y="3586"/>
                </a:lnTo>
                <a:lnTo>
                  <a:pt x="14612" y="3586"/>
                </a:lnTo>
                <a:lnTo>
                  <a:pt x="14612" y="3560"/>
                </a:lnTo>
                <a:lnTo>
                  <a:pt x="14589" y="3560"/>
                </a:lnTo>
                <a:lnTo>
                  <a:pt x="14567" y="3558"/>
                </a:lnTo>
                <a:lnTo>
                  <a:pt x="14567" y="3525"/>
                </a:lnTo>
                <a:lnTo>
                  <a:pt x="14560" y="3525"/>
                </a:lnTo>
                <a:lnTo>
                  <a:pt x="14560" y="3508"/>
                </a:lnTo>
                <a:lnTo>
                  <a:pt x="14558" y="3508"/>
                </a:lnTo>
                <a:lnTo>
                  <a:pt x="14555" y="3504"/>
                </a:lnTo>
                <a:lnTo>
                  <a:pt x="14546" y="3478"/>
                </a:lnTo>
                <a:lnTo>
                  <a:pt x="14529" y="3456"/>
                </a:lnTo>
                <a:lnTo>
                  <a:pt x="14527" y="3454"/>
                </a:lnTo>
                <a:lnTo>
                  <a:pt x="14506" y="3437"/>
                </a:lnTo>
                <a:lnTo>
                  <a:pt x="14480" y="3428"/>
                </a:lnTo>
                <a:lnTo>
                  <a:pt x="14477" y="3428"/>
                </a:lnTo>
                <a:lnTo>
                  <a:pt x="14473" y="3426"/>
                </a:lnTo>
                <a:lnTo>
                  <a:pt x="14473" y="3419"/>
                </a:lnTo>
                <a:lnTo>
                  <a:pt x="14475" y="3419"/>
                </a:lnTo>
                <a:lnTo>
                  <a:pt x="14477" y="3416"/>
                </a:lnTo>
                <a:lnTo>
                  <a:pt x="14477" y="3416"/>
                </a:lnTo>
                <a:lnTo>
                  <a:pt x="14475" y="3414"/>
                </a:lnTo>
                <a:lnTo>
                  <a:pt x="14473" y="3414"/>
                </a:lnTo>
                <a:lnTo>
                  <a:pt x="14468" y="3411"/>
                </a:lnTo>
                <a:lnTo>
                  <a:pt x="14466" y="3411"/>
                </a:lnTo>
                <a:lnTo>
                  <a:pt x="14463" y="3409"/>
                </a:lnTo>
                <a:lnTo>
                  <a:pt x="14461" y="3409"/>
                </a:lnTo>
                <a:lnTo>
                  <a:pt x="14461" y="3409"/>
                </a:lnTo>
                <a:lnTo>
                  <a:pt x="14461" y="3385"/>
                </a:lnTo>
                <a:lnTo>
                  <a:pt x="14461" y="3385"/>
                </a:lnTo>
                <a:lnTo>
                  <a:pt x="14459" y="3385"/>
                </a:lnTo>
                <a:lnTo>
                  <a:pt x="14459" y="3385"/>
                </a:lnTo>
                <a:lnTo>
                  <a:pt x="14456" y="3385"/>
                </a:lnTo>
                <a:lnTo>
                  <a:pt x="14456" y="3385"/>
                </a:lnTo>
                <a:lnTo>
                  <a:pt x="14456" y="3336"/>
                </a:lnTo>
                <a:lnTo>
                  <a:pt x="14456" y="3336"/>
                </a:lnTo>
                <a:lnTo>
                  <a:pt x="14456" y="3336"/>
                </a:lnTo>
                <a:lnTo>
                  <a:pt x="14454" y="3336"/>
                </a:lnTo>
                <a:lnTo>
                  <a:pt x="14454" y="3336"/>
                </a:lnTo>
                <a:lnTo>
                  <a:pt x="14454" y="3336"/>
                </a:lnTo>
                <a:lnTo>
                  <a:pt x="14454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85"/>
                </a:lnTo>
                <a:lnTo>
                  <a:pt x="14449" y="3385"/>
                </a:lnTo>
                <a:lnTo>
                  <a:pt x="14447" y="3385"/>
                </a:lnTo>
                <a:lnTo>
                  <a:pt x="14447" y="3385"/>
                </a:lnTo>
                <a:lnTo>
                  <a:pt x="14447" y="3385"/>
                </a:lnTo>
                <a:lnTo>
                  <a:pt x="14444" y="3385"/>
                </a:lnTo>
                <a:lnTo>
                  <a:pt x="14447" y="3409"/>
                </a:lnTo>
                <a:lnTo>
                  <a:pt x="14444" y="3409"/>
                </a:lnTo>
                <a:lnTo>
                  <a:pt x="14442" y="3409"/>
                </a:lnTo>
                <a:lnTo>
                  <a:pt x="14440" y="3409"/>
                </a:lnTo>
                <a:lnTo>
                  <a:pt x="14437" y="3411"/>
                </a:lnTo>
                <a:lnTo>
                  <a:pt x="14433" y="3411"/>
                </a:lnTo>
                <a:lnTo>
                  <a:pt x="14430" y="3414"/>
                </a:lnTo>
                <a:lnTo>
                  <a:pt x="14428" y="3414"/>
                </a:lnTo>
                <a:lnTo>
                  <a:pt x="14426" y="3416"/>
                </a:lnTo>
                <a:lnTo>
                  <a:pt x="14428" y="3416"/>
                </a:lnTo>
                <a:lnTo>
                  <a:pt x="14430" y="3419"/>
                </a:lnTo>
                <a:lnTo>
                  <a:pt x="14433" y="3419"/>
                </a:lnTo>
                <a:lnTo>
                  <a:pt x="14433" y="3426"/>
                </a:lnTo>
                <a:lnTo>
                  <a:pt x="14430" y="3428"/>
                </a:lnTo>
                <a:lnTo>
                  <a:pt x="14407" y="3435"/>
                </a:lnTo>
                <a:lnTo>
                  <a:pt x="14402" y="3437"/>
                </a:lnTo>
                <a:lnTo>
                  <a:pt x="14381" y="3454"/>
                </a:lnTo>
                <a:lnTo>
                  <a:pt x="14364" y="3475"/>
                </a:lnTo>
                <a:lnTo>
                  <a:pt x="14352" y="3501"/>
                </a:lnTo>
                <a:lnTo>
                  <a:pt x="14352" y="3504"/>
                </a:lnTo>
                <a:lnTo>
                  <a:pt x="14352" y="3508"/>
                </a:lnTo>
                <a:lnTo>
                  <a:pt x="14345" y="3508"/>
                </a:lnTo>
                <a:lnTo>
                  <a:pt x="14345" y="3556"/>
                </a:lnTo>
                <a:lnTo>
                  <a:pt x="14314" y="3560"/>
                </a:lnTo>
                <a:lnTo>
                  <a:pt x="14312" y="3558"/>
                </a:lnTo>
                <a:lnTo>
                  <a:pt x="14289" y="3558"/>
                </a:lnTo>
                <a:lnTo>
                  <a:pt x="14289" y="3584"/>
                </a:lnTo>
                <a:lnTo>
                  <a:pt x="14286" y="3584"/>
                </a:lnTo>
                <a:lnTo>
                  <a:pt x="14284" y="3593"/>
                </a:lnTo>
                <a:lnTo>
                  <a:pt x="14289" y="3596"/>
                </a:lnTo>
                <a:lnTo>
                  <a:pt x="14289" y="3662"/>
                </a:lnTo>
                <a:lnTo>
                  <a:pt x="14281" y="3674"/>
                </a:lnTo>
                <a:lnTo>
                  <a:pt x="14281" y="3676"/>
                </a:lnTo>
                <a:lnTo>
                  <a:pt x="14286" y="3676"/>
                </a:lnTo>
                <a:lnTo>
                  <a:pt x="14289" y="3678"/>
                </a:lnTo>
                <a:lnTo>
                  <a:pt x="14289" y="3728"/>
                </a:lnTo>
                <a:lnTo>
                  <a:pt x="14076" y="3728"/>
                </a:lnTo>
                <a:lnTo>
                  <a:pt x="14090" y="3348"/>
                </a:lnTo>
                <a:lnTo>
                  <a:pt x="14092" y="2868"/>
                </a:lnTo>
                <a:lnTo>
                  <a:pt x="14095" y="2202"/>
                </a:lnTo>
                <a:lnTo>
                  <a:pt x="14052" y="1623"/>
                </a:lnTo>
                <a:lnTo>
                  <a:pt x="14043" y="1491"/>
                </a:lnTo>
                <a:lnTo>
                  <a:pt x="14019" y="1458"/>
                </a:lnTo>
                <a:lnTo>
                  <a:pt x="13759" y="1522"/>
                </a:lnTo>
                <a:lnTo>
                  <a:pt x="13759" y="1557"/>
                </a:lnTo>
                <a:lnTo>
                  <a:pt x="13722" y="1559"/>
                </a:lnTo>
                <a:lnTo>
                  <a:pt x="13722" y="1522"/>
                </a:lnTo>
                <a:lnTo>
                  <a:pt x="13577" y="1481"/>
                </a:lnTo>
                <a:lnTo>
                  <a:pt x="13570" y="1623"/>
                </a:lnTo>
                <a:lnTo>
                  <a:pt x="13542" y="2209"/>
                </a:lnTo>
                <a:lnTo>
                  <a:pt x="13549" y="2854"/>
                </a:lnTo>
                <a:lnTo>
                  <a:pt x="13552" y="3319"/>
                </a:lnTo>
                <a:lnTo>
                  <a:pt x="13552" y="3322"/>
                </a:lnTo>
                <a:lnTo>
                  <a:pt x="13533" y="3322"/>
                </a:lnTo>
                <a:lnTo>
                  <a:pt x="13533" y="3161"/>
                </a:lnTo>
                <a:lnTo>
                  <a:pt x="13495" y="3159"/>
                </a:lnTo>
                <a:lnTo>
                  <a:pt x="13495" y="3097"/>
                </a:lnTo>
                <a:lnTo>
                  <a:pt x="13457" y="3093"/>
                </a:lnTo>
                <a:lnTo>
                  <a:pt x="13457" y="3093"/>
                </a:lnTo>
                <a:lnTo>
                  <a:pt x="13457" y="2948"/>
                </a:lnTo>
                <a:lnTo>
                  <a:pt x="13455" y="2946"/>
                </a:lnTo>
                <a:lnTo>
                  <a:pt x="13452" y="2946"/>
                </a:lnTo>
                <a:lnTo>
                  <a:pt x="13445" y="2944"/>
                </a:lnTo>
                <a:lnTo>
                  <a:pt x="13436" y="2944"/>
                </a:lnTo>
                <a:lnTo>
                  <a:pt x="13426" y="2941"/>
                </a:lnTo>
                <a:lnTo>
                  <a:pt x="13417" y="2941"/>
                </a:lnTo>
                <a:lnTo>
                  <a:pt x="13405" y="2941"/>
                </a:lnTo>
                <a:lnTo>
                  <a:pt x="13396" y="2944"/>
                </a:lnTo>
                <a:lnTo>
                  <a:pt x="13386" y="2944"/>
                </a:lnTo>
                <a:lnTo>
                  <a:pt x="13381" y="2946"/>
                </a:lnTo>
                <a:lnTo>
                  <a:pt x="13377" y="2946"/>
                </a:lnTo>
                <a:lnTo>
                  <a:pt x="13374" y="2948"/>
                </a:lnTo>
                <a:lnTo>
                  <a:pt x="13374" y="2972"/>
                </a:lnTo>
                <a:lnTo>
                  <a:pt x="13261" y="2970"/>
                </a:lnTo>
                <a:lnTo>
                  <a:pt x="13259" y="2958"/>
                </a:lnTo>
                <a:lnTo>
                  <a:pt x="13138" y="2958"/>
                </a:lnTo>
                <a:lnTo>
                  <a:pt x="13138" y="2861"/>
                </a:lnTo>
                <a:lnTo>
                  <a:pt x="13126" y="2821"/>
                </a:lnTo>
                <a:lnTo>
                  <a:pt x="13119" y="2823"/>
                </a:lnTo>
                <a:lnTo>
                  <a:pt x="12900" y="2823"/>
                </a:lnTo>
                <a:lnTo>
                  <a:pt x="12890" y="2821"/>
                </a:lnTo>
                <a:lnTo>
                  <a:pt x="12890" y="2887"/>
                </a:lnTo>
                <a:lnTo>
                  <a:pt x="12890" y="2958"/>
                </a:lnTo>
                <a:lnTo>
                  <a:pt x="12758" y="2956"/>
                </a:lnTo>
                <a:lnTo>
                  <a:pt x="12758" y="2970"/>
                </a:lnTo>
                <a:lnTo>
                  <a:pt x="12659" y="2967"/>
                </a:lnTo>
                <a:lnTo>
                  <a:pt x="12659" y="2946"/>
                </a:lnTo>
                <a:lnTo>
                  <a:pt x="12659" y="2944"/>
                </a:lnTo>
                <a:lnTo>
                  <a:pt x="12656" y="2944"/>
                </a:lnTo>
                <a:lnTo>
                  <a:pt x="12649" y="2941"/>
                </a:lnTo>
                <a:lnTo>
                  <a:pt x="12642" y="2941"/>
                </a:lnTo>
                <a:lnTo>
                  <a:pt x="12633" y="2939"/>
                </a:lnTo>
                <a:lnTo>
                  <a:pt x="12621" y="2939"/>
                </a:lnTo>
                <a:lnTo>
                  <a:pt x="12611" y="2939"/>
                </a:lnTo>
                <a:lnTo>
                  <a:pt x="12600" y="2939"/>
                </a:lnTo>
                <a:lnTo>
                  <a:pt x="12590" y="2939"/>
                </a:lnTo>
                <a:lnTo>
                  <a:pt x="12583" y="2941"/>
                </a:lnTo>
                <a:lnTo>
                  <a:pt x="12578" y="2941"/>
                </a:lnTo>
                <a:lnTo>
                  <a:pt x="12576" y="2944"/>
                </a:lnTo>
                <a:lnTo>
                  <a:pt x="12576" y="3093"/>
                </a:lnTo>
                <a:lnTo>
                  <a:pt x="12552" y="3090"/>
                </a:lnTo>
                <a:lnTo>
                  <a:pt x="12522" y="3093"/>
                </a:lnTo>
                <a:lnTo>
                  <a:pt x="12522" y="3154"/>
                </a:lnTo>
                <a:lnTo>
                  <a:pt x="12489" y="3159"/>
                </a:lnTo>
                <a:lnTo>
                  <a:pt x="12489" y="3319"/>
                </a:lnTo>
                <a:lnTo>
                  <a:pt x="12479" y="3319"/>
                </a:lnTo>
                <a:lnTo>
                  <a:pt x="12451" y="3322"/>
                </a:lnTo>
                <a:lnTo>
                  <a:pt x="12451" y="3286"/>
                </a:lnTo>
                <a:lnTo>
                  <a:pt x="12451" y="1562"/>
                </a:lnTo>
                <a:lnTo>
                  <a:pt x="12418" y="1550"/>
                </a:lnTo>
                <a:lnTo>
                  <a:pt x="12411" y="1219"/>
                </a:lnTo>
                <a:lnTo>
                  <a:pt x="12231" y="1151"/>
                </a:lnTo>
                <a:lnTo>
                  <a:pt x="12118" y="1146"/>
                </a:lnTo>
                <a:lnTo>
                  <a:pt x="11907" y="1203"/>
                </a:lnTo>
                <a:lnTo>
                  <a:pt x="11900" y="1533"/>
                </a:lnTo>
                <a:lnTo>
                  <a:pt x="11834" y="1548"/>
                </a:lnTo>
                <a:lnTo>
                  <a:pt x="11832" y="2183"/>
                </a:lnTo>
                <a:lnTo>
                  <a:pt x="11553" y="2183"/>
                </a:lnTo>
                <a:lnTo>
                  <a:pt x="11548" y="92"/>
                </a:lnTo>
                <a:lnTo>
                  <a:pt x="10946" y="88"/>
                </a:lnTo>
                <a:lnTo>
                  <a:pt x="10929" y="2183"/>
                </a:lnTo>
                <a:lnTo>
                  <a:pt x="10672" y="2181"/>
                </a:lnTo>
                <a:lnTo>
                  <a:pt x="10672" y="2169"/>
                </a:lnTo>
                <a:lnTo>
                  <a:pt x="10681" y="2103"/>
                </a:lnTo>
                <a:lnTo>
                  <a:pt x="10665" y="2100"/>
                </a:lnTo>
                <a:lnTo>
                  <a:pt x="10663" y="1874"/>
                </a:lnTo>
                <a:lnTo>
                  <a:pt x="10672" y="1807"/>
                </a:lnTo>
                <a:lnTo>
                  <a:pt x="10655" y="1805"/>
                </a:lnTo>
                <a:lnTo>
                  <a:pt x="10653" y="1675"/>
                </a:lnTo>
                <a:lnTo>
                  <a:pt x="10663" y="1614"/>
                </a:lnTo>
                <a:lnTo>
                  <a:pt x="10646" y="1609"/>
                </a:lnTo>
                <a:lnTo>
                  <a:pt x="10644" y="1510"/>
                </a:lnTo>
                <a:lnTo>
                  <a:pt x="10653" y="1446"/>
                </a:lnTo>
                <a:lnTo>
                  <a:pt x="10637" y="1444"/>
                </a:lnTo>
                <a:lnTo>
                  <a:pt x="10637" y="1361"/>
                </a:lnTo>
                <a:lnTo>
                  <a:pt x="10646" y="1300"/>
                </a:lnTo>
                <a:lnTo>
                  <a:pt x="10627" y="1295"/>
                </a:lnTo>
                <a:lnTo>
                  <a:pt x="10627" y="1257"/>
                </a:lnTo>
                <a:lnTo>
                  <a:pt x="10637" y="1196"/>
                </a:lnTo>
                <a:lnTo>
                  <a:pt x="10622" y="1193"/>
                </a:lnTo>
                <a:lnTo>
                  <a:pt x="10627" y="1160"/>
                </a:lnTo>
                <a:lnTo>
                  <a:pt x="10622" y="1158"/>
                </a:lnTo>
                <a:lnTo>
                  <a:pt x="10629" y="1118"/>
                </a:lnTo>
                <a:lnTo>
                  <a:pt x="10625" y="1118"/>
                </a:lnTo>
                <a:lnTo>
                  <a:pt x="10627" y="1101"/>
                </a:lnTo>
                <a:lnTo>
                  <a:pt x="10618" y="1099"/>
                </a:lnTo>
                <a:lnTo>
                  <a:pt x="10627" y="1042"/>
                </a:lnTo>
                <a:lnTo>
                  <a:pt x="10618" y="1040"/>
                </a:lnTo>
                <a:lnTo>
                  <a:pt x="10627" y="983"/>
                </a:lnTo>
                <a:lnTo>
                  <a:pt x="10592" y="974"/>
                </a:lnTo>
                <a:lnTo>
                  <a:pt x="10596" y="938"/>
                </a:lnTo>
                <a:lnTo>
                  <a:pt x="10585" y="915"/>
                </a:lnTo>
                <a:lnTo>
                  <a:pt x="10580" y="912"/>
                </a:lnTo>
                <a:lnTo>
                  <a:pt x="10582" y="898"/>
                </a:lnTo>
                <a:lnTo>
                  <a:pt x="10573" y="896"/>
                </a:lnTo>
                <a:lnTo>
                  <a:pt x="10575" y="874"/>
                </a:lnTo>
                <a:lnTo>
                  <a:pt x="10559" y="846"/>
                </a:lnTo>
                <a:lnTo>
                  <a:pt x="10552" y="844"/>
                </a:lnTo>
                <a:lnTo>
                  <a:pt x="10554" y="834"/>
                </a:lnTo>
                <a:lnTo>
                  <a:pt x="10549" y="834"/>
                </a:lnTo>
                <a:lnTo>
                  <a:pt x="10552" y="829"/>
                </a:lnTo>
                <a:lnTo>
                  <a:pt x="10547" y="829"/>
                </a:lnTo>
                <a:lnTo>
                  <a:pt x="10549" y="825"/>
                </a:lnTo>
                <a:lnTo>
                  <a:pt x="10544" y="825"/>
                </a:lnTo>
                <a:lnTo>
                  <a:pt x="10547" y="820"/>
                </a:lnTo>
                <a:lnTo>
                  <a:pt x="10544" y="820"/>
                </a:lnTo>
                <a:lnTo>
                  <a:pt x="10544" y="811"/>
                </a:lnTo>
                <a:lnTo>
                  <a:pt x="10530" y="780"/>
                </a:lnTo>
                <a:lnTo>
                  <a:pt x="10526" y="780"/>
                </a:lnTo>
                <a:lnTo>
                  <a:pt x="10523" y="778"/>
                </a:lnTo>
                <a:lnTo>
                  <a:pt x="10526" y="770"/>
                </a:lnTo>
                <a:lnTo>
                  <a:pt x="10521" y="770"/>
                </a:lnTo>
                <a:lnTo>
                  <a:pt x="10521" y="766"/>
                </a:lnTo>
                <a:lnTo>
                  <a:pt x="10516" y="763"/>
                </a:lnTo>
                <a:lnTo>
                  <a:pt x="10516" y="754"/>
                </a:lnTo>
                <a:lnTo>
                  <a:pt x="10500" y="723"/>
                </a:lnTo>
                <a:lnTo>
                  <a:pt x="10495" y="726"/>
                </a:lnTo>
                <a:lnTo>
                  <a:pt x="10488" y="711"/>
                </a:lnTo>
                <a:lnTo>
                  <a:pt x="10488" y="711"/>
                </a:lnTo>
                <a:lnTo>
                  <a:pt x="10488" y="711"/>
                </a:lnTo>
                <a:lnTo>
                  <a:pt x="10471" y="681"/>
                </a:lnTo>
                <a:lnTo>
                  <a:pt x="10455" y="681"/>
                </a:lnTo>
                <a:lnTo>
                  <a:pt x="10452" y="671"/>
                </a:lnTo>
                <a:lnTo>
                  <a:pt x="10443" y="626"/>
                </a:lnTo>
                <a:lnTo>
                  <a:pt x="10443" y="626"/>
                </a:lnTo>
                <a:lnTo>
                  <a:pt x="10443" y="598"/>
                </a:lnTo>
                <a:lnTo>
                  <a:pt x="10438" y="598"/>
                </a:lnTo>
                <a:lnTo>
                  <a:pt x="10450" y="534"/>
                </a:lnTo>
                <a:lnTo>
                  <a:pt x="10443" y="534"/>
                </a:lnTo>
                <a:lnTo>
                  <a:pt x="10452" y="468"/>
                </a:lnTo>
                <a:lnTo>
                  <a:pt x="10415" y="480"/>
                </a:lnTo>
                <a:lnTo>
                  <a:pt x="10403" y="310"/>
                </a:lnTo>
                <a:lnTo>
                  <a:pt x="10393" y="452"/>
                </a:lnTo>
                <a:lnTo>
                  <a:pt x="10393" y="452"/>
                </a:lnTo>
                <a:lnTo>
                  <a:pt x="10386" y="470"/>
                </a:lnTo>
                <a:lnTo>
                  <a:pt x="10386" y="482"/>
                </a:lnTo>
                <a:lnTo>
                  <a:pt x="10353" y="475"/>
                </a:lnTo>
                <a:lnTo>
                  <a:pt x="10358" y="513"/>
                </a:lnTo>
                <a:lnTo>
                  <a:pt x="10355" y="511"/>
                </a:lnTo>
                <a:lnTo>
                  <a:pt x="10370" y="593"/>
                </a:lnTo>
                <a:lnTo>
                  <a:pt x="10370" y="600"/>
                </a:lnTo>
                <a:lnTo>
                  <a:pt x="10363" y="605"/>
                </a:lnTo>
                <a:lnTo>
                  <a:pt x="10363" y="607"/>
                </a:lnTo>
                <a:lnTo>
                  <a:pt x="10363" y="607"/>
                </a:lnTo>
                <a:lnTo>
                  <a:pt x="10344" y="690"/>
                </a:lnTo>
                <a:lnTo>
                  <a:pt x="10299" y="692"/>
                </a:lnTo>
                <a:lnTo>
                  <a:pt x="10306" y="740"/>
                </a:lnTo>
                <a:lnTo>
                  <a:pt x="10259" y="742"/>
                </a:lnTo>
                <a:lnTo>
                  <a:pt x="10266" y="792"/>
                </a:lnTo>
                <a:lnTo>
                  <a:pt x="10228" y="794"/>
                </a:lnTo>
                <a:lnTo>
                  <a:pt x="10235" y="846"/>
                </a:lnTo>
                <a:lnTo>
                  <a:pt x="10202" y="848"/>
                </a:lnTo>
                <a:lnTo>
                  <a:pt x="10211" y="907"/>
                </a:lnTo>
                <a:lnTo>
                  <a:pt x="10204" y="910"/>
                </a:lnTo>
                <a:lnTo>
                  <a:pt x="10176" y="926"/>
                </a:lnTo>
                <a:lnTo>
                  <a:pt x="10185" y="981"/>
                </a:lnTo>
                <a:lnTo>
                  <a:pt x="10176" y="985"/>
                </a:lnTo>
                <a:lnTo>
                  <a:pt x="10183" y="1042"/>
                </a:lnTo>
                <a:lnTo>
                  <a:pt x="10176" y="1047"/>
                </a:lnTo>
                <a:lnTo>
                  <a:pt x="10183" y="1101"/>
                </a:lnTo>
                <a:lnTo>
                  <a:pt x="10176" y="1106"/>
                </a:lnTo>
                <a:lnTo>
                  <a:pt x="10181" y="1148"/>
                </a:lnTo>
                <a:lnTo>
                  <a:pt x="10181" y="1148"/>
                </a:lnTo>
                <a:lnTo>
                  <a:pt x="10185" y="1177"/>
                </a:lnTo>
                <a:lnTo>
                  <a:pt x="10185" y="1179"/>
                </a:lnTo>
                <a:lnTo>
                  <a:pt x="10174" y="1184"/>
                </a:lnTo>
                <a:lnTo>
                  <a:pt x="10181" y="1222"/>
                </a:lnTo>
                <a:lnTo>
                  <a:pt x="10171" y="1226"/>
                </a:lnTo>
                <a:lnTo>
                  <a:pt x="10181" y="1285"/>
                </a:lnTo>
                <a:lnTo>
                  <a:pt x="10181" y="1285"/>
                </a:lnTo>
                <a:lnTo>
                  <a:pt x="10174" y="1290"/>
                </a:lnTo>
                <a:lnTo>
                  <a:pt x="10178" y="1314"/>
                </a:lnTo>
                <a:lnTo>
                  <a:pt x="10176" y="1316"/>
                </a:lnTo>
                <a:lnTo>
                  <a:pt x="10176" y="1323"/>
                </a:lnTo>
                <a:lnTo>
                  <a:pt x="10164" y="1328"/>
                </a:lnTo>
                <a:lnTo>
                  <a:pt x="10174" y="1389"/>
                </a:lnTo>
                <a:lnTo>
                  <a:pt x="10174" y="1460"/>
                </a:lnTo>
                <a:lnTo>
                  <a:pt x="10169" y="1463"/>
                </a:lnTo>
                <a:lnTo>
                  <a:pt x="10169" y="1470"/>
                </a:lnTo>
                <a:lnTo>
                  <a:pt x="10157" y="1477"/>
                </a:lnTo>
                <a:lnTo>
                  <a:pt x="10166" y="1536"/>
                </a:lnTo>
                <a:lnTo>
                  <a:pt x="10166" y="1626"/>
                </a:lnTo>
                <a:lnTo>
                  <a:pt x="10162" y="1628"/>
                </a:lnTo>
                <a:lnTo>
                  <a:pt x="10164" y="1635"/>
                </a:lnTo>
                <a:lnTo>
                  <a:pt x="10148" y="1640"/>
                </a:lnTo>
                <a:lnTo>
                  <a:pt x="10157" y="1701"/>
                </a:lnTo>
                <a:lnTo>
                  <a:pt x="10157" y="1822"/>
                </a:lnTo>
                <a:lnTo>
                  <a:pt x="10155" y="1822"/>
                </a:lnTo>
                <a:lnTo>
                  <a:pt x="10157" y="1826"/>
                </a:lnTo>
                <a:lnTo>
                  <a:pt x="10141" y="1833"/>
                </a:lnTo>
                <a:lnTo>
                  <a:pt x="10150" y="1900"/>
                </a:lnTo>
                <a:lnTo>
                  <a:pt x="10148" y="2119"/>
                </a:lnTo>
                <a:lnTo>
                  <a:pt x="10131" y="2124"/>
                </a:lnTo>
                <a:lnTo>
                  <a:pt x="10141" y="2193"/>
                </a:lnTo>
                <a:lnTo>
                  <a:pt x="10141" y="2469"/>
                </a:lnTo>
                <a:lnTo>
                  <a:pt x="10122" y="2474"/>
                </a:lnTo>
                <a:lnTo>
                  <a:pt x="10131" y="2547"/>
                </a:lnTo>
                <a:lnTo>
                  <a:pt x="10131" y="2908"/>
                </a:lnTo>
                <a:lnTo>
                  <a:pt x="10112" y="2911"/>
                </a:lnTo>
                <a:lnTo>
                  <a:pt x="10122" y="3000"/>
                </a:lnTo>
                <a:lnTo>
                  <a:pt x="10119" y="3411"/>
                </a:lnTo>
                <a:lnTo>
                  <a:pt x="10103" y="3411"/>
                </a:lnTo>
                <a:lnTo>
                  <a:pt x="10112" y="3511"/>
                </a:lnTo>
                <a:lnTo>
                  <a:pt x="10110" y="3834"/>
                </a:lnTo>
                <a:lnTo>
                  <a:pt x="10084" y="3832"/>
                </a:lnTo>
                <a:lnTo>
                  <a:pt x="10084" y="3778"/>
                </a:lnTo>
                <a:lnTo>
                  <a:pt x="10081" y="2100"/>
                </a:lnTo>
                <a:lnTo>
                  <a:pt x="10051" y="2093"/>
                </a:lnTo>
                <a:lnTo>
                  <a:pt x="10011" y="2086"/>
                </a:lnTo>
                <a:lnTo>
                  <a:pt x="9968" y="2079"/>
                </a:lnTo>
                <a:lnTo>
                  <a:pt x="9921" y="2074"/>
                </a:lnTo>
                <a:lnTo>
                  <a:pt x="9871" y="2072"/>
                </a:lnTo>
                <a:lnTo>
                  <a:pt x="9819" y="2070"/>
                </a:lnTo>
                <a:lnTo>
                  <a:pt x="9770" y="2070"/>
                </a:lnTo>
                <a:lnTo>
                  <a:pt x="9718" y="2072"/>
                </a:lnTo>
                <a:lnTo>
                  <a:pt x="9670" y="2077"/>
                </a:lnTo>
                <a:lnTo>
                  <a:pt x="9630" y="2079"/>
                </a:lnTo>
                <a:lnTo>
                  <a:pt x="9630" y="2037"/>
                </a:lnTo>
                <a:lnTo>
                  <a:pt x="9590" y="2030"/>
                </a:lnTo>
                <a:lnTo>
                  <a:pt x="9590" y="2086"/>
                </a:lnTo>
                <a:lnTo>
                  <a:pt x="9595" y="2086"/>
                </a:lnTo>
                <a:lnTo>
                  <a:pt x="9588" y="2086"/>
                </a:lnTo>
                <a:lnTo>
                  <a:pt x="9557" y="2093"/>
                </a:lnTo>
                <a:lnTo>
                  <a:pt x="9545" y="1999"/>
                </a:lnTo>
                <a:lnTo>
                  <a:pt x="9545" y="1999"/>
                </a:lnTo>
                <a:lnTo>
                  <a:pt x="9576" y="2006"/>
                </a:lnTo>
                <a:lnTo>
                  <a:pt x="9618" y="2013"/>
                </a:lnTo>
                <a:lnTo>
                  <a:pt x="9666" y="2020"/>
                </a:lnTo>
                <a:lnTo>
                  <a:pt x="9713" y="2025"/>
                </a:lnTo>
                <a:lnTo>
                  <a:pt x="9765" y="2030"/>
                </a:lnTo>
                <a:lnTo>
                  <a:pt x="9817" y="2032"/>
                </a:lnTo>
                <a:lnTo>
                  <a:pt x="9869" y="2030"/>
                </a:lnTo>
                <a:lnTo>
                  <a:pt x="9921" y="2030"/>
                </a:lnTo>
                <a:lnTo>
                  <a:pt x="9970" y="2025"/>
                </a:lnTo>
                <a:lnTo>
                  <a:pt x="10011" y="2020"/>
                </a:lnTo>
                <a:lnTo>
                  <a:pt x="10011" y="2067"/>
                </a:lnTo>
                <a:lnTo>
                  <a:pt x="10051" y="2074"/>
                </a:lnTo>
                <a:lnTo>
                  <a:pt x="10051" y="2018"/>
                </a:lnTo>
                <a:lnTo>
                  <a:pt x="10041" y="2015"/>
                </a:lnTo>
                <a:lnTo>
                  <a:pt x="10060" y="2013"/>
                </a:lnTo>
                <a:lnTo>
                  <a:pt x="10098" y="2004"/>
                </a:lnTo>
                <a:lnTo>
                  <a:pt x="10098" y="1992"/>
                </a:lnTo>
                <a:lnTo>
                  <a:pt x="10065" y="1982"/>
                </a:lnTo>
                <a:lnTo>
                  <a:pt x="10025" y="1973"/>
                </a:lnTo>
                <a:lnTo>
                  <a:pt x="9980" y="1966"/>
                </a:lnTo>
                <a:lnTo>
                  <a:pt x="9930" y="1959"/>
                </a:lnTo>
                <a:lnTo>
                  <a:pt x="9876" y="1956"/>
                </a:lnTo>
                <a:lnTo>
                  <a:pt x="9819" y="1954"/>
                </a:lnTo>
                <a:lnTo>
                  <a:pt x="9765" y="1954"/>
                </a:lnTo>
                <a:lnTo>
                  <a:pt x="9711" y="1956"/>
                </a:lnTo>
                <a:lnTo>
                  <a:pt x="9659" y="1961"/>
                </a:lnTo>
                <a:lnTo>
                  <a:pt x="9614" y="1968"/>
                </a:lnTo>
                <a:lnTo>
                  <a:pt x="9571" y="1975"/>
                </a:lnTo>
                <a:lnTo>
                  <a:pt x="9545" y="1982"/>
                </a:lnTo>
                <a:lnTo>
                  <a:pt x="9543" y="1982"/>
                </a:lnTo>
                <a:lnTo>
                  <a:pt x="9541" y="1968"/>
                </a:lnTo>
                <a:lnTo>
                  <a:pt x="9543" y="1732"/>
                </a:lnTo>
                <a:lnTo>
                  <a:pt x="9543" y="1732"/>
                </a:lnTo>
                <a:lnTo>
                  <a:pt x="9541" y="1732"/>
                </a:lnTo>
                <a:lnTo>
                  <a:pt x="9538" y="1732"/>
                </a:lnTo>
                <a:lnTo>
                  <a:pt x="9536" y="2155"/>
                </a:lnTo>
                <a:lnTo>
                  <a:pt x="9552" y="2178"/>
                </a:lnTo>
                <a:lnTo>
                  <a:pt x="9545" y="3782"/>
                </a:lnTo>
                <a:lnTo>
                  <a:pt x="9545" y="3782"/>
                </a:lnTo>
                <a:lnTo>
                  <a:pt x="9545" y="3834"/>
                </a:lnTo>
                <a:lnTo>
                  <a:pt x="9538" y="3837"/>
                </a:lnTo>
                <a:lnTo>
                  <a:pt x="9538" y="3780"/>
                </a:lnTo>
                <a:lnTo>
                  <a:pt x="9531" y="3778"/>
                </a:lnTo>
                <a:lnTo>
                  <a:pt x="9517" y="3773"/>
                </a:lnTo>
                <a:lnTo>
                  <a:pt x="9493" y="3771"/>
                </a:lnTo>
                <a:lnTo>
                  <a:pt x="9479" y="3771"/>
                </a:lnTo>
                <a:lnTo>
                  <a:pt x="9460" y="1968"/>
                </a:lnTo>
                <a:lnTo>
                  <a:pt x="9441" y="1963"/>
                </a:lnTo>
                <a:lnTo>
                  <a:pt x="9441" y="1876"/>
                </a:lnTo>
                <a:lnTo>
                  <a:pt x="9451" y="1871"/>
                </a:lnTo>
                <a:lnTo>
                  <a:pt x="9470" y="1857"/>
                </a:lnTo>
                <a:lnTo>
                  <a:pt x="9472" y="1850"/>
                </a:lnTo>
                <a:lnTo>
                  <a:pt x="9470" y="1824"/>
                </a:lnTo>
                <a:lnTo>
                  <a:pt x="9439" y="1815"/>
                </a:lnTo>
                <a:lnTo>
                  <a:pt x="9439" y="1616"/>
                </a:lnTo>
                <a:lnTo>
                  <a:pt x="9323" y="1576"/>
                </a:lnTo>
                <a:lnTo>
                  <a:pt x="9314" y="1578"/>
                </a:lnTo>
                <a:lnTo>
                  <a:pt x="9290" y="1583"/>
                </a:lnTo>
                <a:lnTo>
                  <a:pt x="9252" y="1590"/>
                </a:lnTo>
                <a:lnTo>
                  <a:pt x="9215" y="1600"/>
                </a:lnTo>
                <a:lnTo>
                  <a:pt x="9179" y="1609"/>
                </a:lnTo>
                <a:lnTo>
                  <a:pt x="9177" y="1609"/>
                </a:lnTo>
                <a:lnTo>
                  <a:pt x="9167" y="1640"/>
                </a:lnTo>
                <a:lnTo>
                  <a:pt x="9158" y="1673"/>
                </a:lnTo>
                <a:lnTo>
                  <a:pt x="9148" y="1704"/>
                </a:lnTo>
                <a:lnTo>
                  <a:pt x="9146" y="1718"/>
                </a:lnTo>
                <a:lnTo>
                  <a:pt x="9141" y="1734"/>
                </a:lnTo>
                <a:lnTo>
                  <a:pt x="9137" y="1765"/>
                </a:lnTo>
                <a:lnTo>
                  <a:pt x="9129" y="1796"/>
                </a:lnTo>
                <a:lnTo>
                  <a:pt x="9125" y="1829"/>
                </a:lnTo>
                <a:lnTo>
                  <a:pt x="9120" y="1855"/>
                </a:lnTo>
                <a:lnTo>
                  <a:pt x="9085" y="1845"/>
                </a:lnTo>
                <a:lnTo>
                  <a:pt x="9075" y="1850"/>
                </a:lnTo>
                <a:lnTo>
                  <a:pt x="9049" y="1862"/>
                </a:lnTo>
                <a:lnTo>
                  <a:pt x="9026" y="1871"/>
                </a:lnTo>
                <a:lnTo>
                  <a:pt x="9007" y="1883"/>
                </a:lnTo>
                <a:lnTo>
                  <a:pt x="8988" y="1895"/>
                </a:lnTo>
                <a:lnTo>
                  <a:pt x="8974" y="1907"/>
                </a:lnTo>
                <a:lnTo>
                  <a:pt x="8976" y="2996"/>
                </a:lnTo>
                <a:lnTo>
                  <a:pt x="8851" y="2913"/>
                </a:lnTo>
                <a:lnTo>
                  <a:pt x="8782" y="2906"/>
                </a:lnTo>
                <a:lnTo>
                  <a:pt x="8697" y="2908"/>
                </a:lnTo>
                <a:lnTo>
                  <a:pt x="8555" y="2989"/>
                </a:lnTo>
                <a:lnTo>
                  <a:pt x="8558" y="3038"/>
                </a:lnTo>
                <a:lnTo>
                  <a:pt x="8537" y="3038"/>
                </a:lnTo>
                <a:lnTo>
                  <a:pt x="8541" y="2337"/>
                </a:lnTo>
                <a:lnTo>
                  <a:pt x="8534" y="2337"/>
                </a:lnTo>
                <a:lnTo>
                  <a:pt x="8534" y="2240"/>
                </a:lnTo>
                <a:lnTo>
                  <a:pt x="8610" y="2207"/>
                </a:lnTo>
                <a:lnTo>
                  <a:pt x="8610" y="2183"/>
                </a:lnTo>
                <a:lnTo>
                  <a:pt x="8534" y="2174"/>
                </a:lnTo>
                <a:lnTo>
                  <a:pt x="8494" y="2183"/>
                </a:lnTo>
                <a:lnTo>
                  <a:pt x="8454" y="2193"/>
                </a:lnTo>
                <a:lnTo>
                  <a:pt x="8414" y="2200"/>
                </a:lnTo>
                <a:lnTo>
                  <a:pt x="8374" y="2209"/>
                </a:lnTo>
                <a:lnTo>
                  <a:pt x="8333" y="2219"/>
                </a:lnTo>
                <a:lnTo>
                  <a:pt x="8293" y="2226"/>
                </a:lnTo>
                <a:lnTo>
                  <a:pt x="8253" y="2235"/>
                </a:lnTo>
                <a:lnTo>
                  <a:pt x="8215" y="2242"/>
                </a:lnTo>
                <a:lnTo>
                  <a:pt x="8178" y="2249"/>
                </a:lnTo>
                <a:lnTo>
                  <a:pt x="8137" y="2256"/>
                </a:lnTo>
                <a:lnTo>
                  <a:pt x="8100" y="2263"/>
                </a:lnTo>
                <a:lnTo>
                  <a:pt x="8062" y="2270"/>
                </a:lnTo>
                <a:lnTo>
                  <a:pt x="7998" y="2308"/>
                </a:lnTo>
                <a:lnTo>
                  <a:pt x="7998" y="2332"/>
                </a:lnTo>
                <a:lnTo>
                  <a:pt x="8024" y="2330"/>
                </a:lnTo>
                <a:lnTo>
                  <a:pt x="8022" y="2360"/>
                </a:lnTo>
                <a:lnTo>
                  <a:pt x="7996" y="2374"/>
                </a:lnTo>
                <a:lnTo>
                  <a:pt x="7986" y="3064"/>
                </a:lnTo>
                <a:lnTo>
                  <a:pt x="7934" y="3008"/>
                </a:lnTo>
                <a:lnTo>
                  <a:pt x="7934" y="2622"/>
                </a:lnTo>
                <a:lnTo>
                  <a:pt x="7927" y="2620"/>
                </a:lnTo>
                <a:lnTo>
                  <a:pt x="7927" y="2618"/>
                </a:lnTo>
                <a:lnTo>
                  <a:pt x="7887" y="2618"/>
                </a:lnTo>
                <a:lnTo>
                  <a:pt x="7887" y="2422"/>
                </a:lnTo>
                <a:lnTo>
                  <a:pt x="7887" y="2422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2"/>
                </a:lnTo>
                <a:lnTo>
                  <a:pt x="7889" y="2412"/>
                </a:lnTo>
                <a:lnTo>
                  <a:pt x="7887" y="2412"/>
                </a:lnTo>
                <a:lnTo>
                  <a:pt x="7887" y="2410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2" y="2117"/>
                </a:lnTo>
                <a:lnTo>
                  <a:pt x="7882" y="2117"/>
                </a:lnTo>
                <a:lnTo>
                  <a:pt x="7882" y="2117"/>
                </a:lnTo>
                <a:lnTo>
                  <a:pt x="7882" y="2117"/>
                </a:lnTo>
                <a:lnTo>
                  <a:pt x="7880" y="2117"/>
                </a:lnTo>
                <a:lnTo>
                  <a:pt x="7880" y="2117"/>
                </a:lnTo>
                <a:lnTo>
                  <a:pt x="7878" y="2117"/>
                </a:lnTo>
                <a:lnTo>
                  <a:pt x="7878" y="2117"/>
                </a:lnTo>
                <a:lnTo>
                  <a:pt x="7878" y="2117"/>
                </a:lnTo>
                <a:lnTo>
                  <a:pt x="7875" y="2117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0" y="2410"/>
                </a:lnTo>
                <a:lnTo>
                  <a:pt x="7870" y="2412"/>
                </a:lnTo>
                <a:lnTo>
                  <a:pt x="7870" y="2412"/>
                </a:lnTo>
                <a:lnTo>
                  <a:pt x="7870" y="2417"/>
                </a:lnTo>
                <a:lnTo>
                  <a:pt x="7870" y="2417"/>
                </a:lnTo>
                <a:lnTo>
                  <a:pt x="7868" y="2417"/>
                </a:lnTo>
                <a:lnTo>
                  <a:pt x="7868" y="2417"/>
                </a:lnTo>
                <a:lnTo>
                  <a:pt x="7868" y="2417"/>
                </a:lnTo>
                <a:lnTo>
                  <a:pt x="7868" y="2417"/>
                </a:lnTo>
                <a:lnTo>
                  <a:pt x="7868" y="2419"/>
                </a:lnTo>
                <a:lnTo>
                  <a:pt x="7868" y="2419"/>
                </a:lnTo>
                <a:lnTo>
                  <a:pt x="7868" y="2419"/>
                </a:lnTo>
                <a:lnTo>
                  <a:pt x="7870" y="2419"/>
                </a:lnTo>
                <a:lnTo>
                  <a:pt x="7870" y="2419"/>
                </a:lnTo>
                <a:lnTo>
                  <a:pt x="7870" y="2419"/>
                </a:lnTo>
                <a:lnTo>
                  <a:pt x="7870" y="2422"/>
                </a:lnTo>
                <a:lnTo>
                  <a:pt x="7870" y="2422"/>
                </a:lnTo>
                <a:lnTo>
                  <a:pt x="7870" y="2618"/>
                </a:lnTo>
                <a:lnTo>
                  <a:pt x="7842" y="2618"/>
                </a:lnTo>
                <a:lnTo>
                  <a:pt x="7823" y="2618"/>
                </a:lnTo>
                <a:lnTo>
                  <a:pt x="7764" y="2615"/>
                </a:lnTo>
                <a:lnTo>
                  <a:pt x="7748" y="2615"/>
                </a:lnTo>
                <a:lnTo>
                  <a:pt x="7722" y="2615"/>
                </a:lnTo>
                <a:lnTo>
                  <a:pt x="7722" y="2419"/>
                </a:lnTo>
                <a:lnTo>
                  <a:pt x="7724" y="2419"/>
                </a:lnTo>
                <a:lnTo>
                  <a:pt x="7724" y="2419"/>
                </a:lnTo>
                <a:lnTo>
                  <a:pt x="7724" y="2417"/>
                </a:lnTo>
                <a:lnTo>
                  <a:pt x="7724" y="2417"/>
                </a:lnTo>
                <a:lnTo>
                  <a:pt x="7724" y="2417"/>
                </a:lnTo>
                <a:lnTo>
                  <a:pt x="7726" y="2417"/>
                </a:lnTo>
                <a:lnTo>
                  <a:pt x="7726" y="2417"/>
                </a:lnTo>
                <a:lnTo>
                  <a:pt x="7726" y="2417"/>
                </a:lnTo>
                <a:lnTo>
                  <a:pt x="7726" y="2415"/>
                </a:lnTo>
                <a:lnTo>
                  <a:pt x="7726" y="2415"/>
                </a:lnTo>
                <a:lnTo>
                  <a:pt x="7724" y="2415"/>
                </a:lnTo>
                <a:lnTo>
                  <a:pt x="7724" y="2415"/>
                </a:lnTo>
                <a:lnTo>
                  <a:pt x="7724" y="2415"/>
                </a:lnTo>
                <a:lnTo>
                  <a:pt x="7724" y="2410"/>
                </a:lnTo>
                <a:lnTo>
                  <a:pt x="7724" y="2410"/>
                </a:lnTo>
                <a:lnTo>
                  <a:pt x="7724" y="2410"/>
                </a:lnTo>
                <a:lnTo>
                  <a:pt x="7722" y="2410"/>
                </a:lnTo>
                <a:lnTo>
                  <a:pt x="7722" y="2117"/>
                </a:lnTo>
                <a:lnTo>
                  <a:pt x="7722" y="2117"/>
                </a:lnTo>
                <a:lnTo>
                  <a:pt x="7722" y="2117"/>
                </a:lnTo>
                <a:lnTo>
                  <a:pt x="7719" y="2117"/>
                </a:lnTo>
                <a:lnTo>
                  <a:pt x="7719" y="2115"/>
                </a:lnTo>
                <a:lnTo>
                  <a:pt x="7719" y="2115"/>
                </a:lnTo>
                <a:lnTo>
                  <a:pt x="7717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2" y="2115"/>
                </a:lnTo>
                <a:lnTo>
                  <a:pt x="7712" y="2115"/>
                </a:lnTo>
                <a:lnTo>
                  <a:pt x="7712" y="2115"/>
                </a:lnTo>
                <a:lnTo>
                  <a:pt x="7710" y="2117"/>
                </a:lnTo>
                <a:lnTo>
                  <a:pt x="7710" y="2117"/>
                </a:lnTo>
                <a:lnTo>
                  <a:pt x="7710" y="2117"/>
                </a:lnTo>
                <a:lnTo>
                  <a:pt x="7707" y="2408"/>
                </a:lnTo>
                <a:lnTo>
                  <a:pt x="7707" y="2408"/>
                </a:lnTo>
                <a:lnTo>
                  <a:pt x="7705" y="2410"/>
                </a:lnTo>
                <a:lnTo>
                  <a:pt x="7705" y="2410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3" y="2415"/>
                </a:lnTo>
                <a:lnTo>
                  <a:pt x="7703" y="2415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7" y="2419"/>
                </a:lnTo>
                <a:lnTo>
                  <a:pt x="7707" y="2419"/>
                </a:lnTo>
                <a:lnTo>
                  <a:pt x="7707" y="2615"/>
                </a:lnTo>
                <a:lnTo>
                  <a:pt x="7660" y="2615"/>
                </a:lnTo>
                <a:lnTo>
                  <a:pt x="7660" y="2618"/>
                </a:lnTo>
                <a:lnTo>
                  <a:pt x="7655" y="2620"/>
                </a:lnTo>
                <a:lnTo>
                  <a:pt x="7653" y="3005"/>
                </a:lnTo>
                <a:lnTo>
                  <a:pt x="7604" y="3052"/>
                </a:lnTo>
                <a:lnTo>
                  <a:pt x="7606" y="2478"/>
                </a:lnTo>
                <a:lnTo>
                  <a:pt x="7606" y="2478"/>
                </a:lnTo>
                <a:lnTo>
                  <a:pt x="7606" y="2476"/>
                </a:lnTo>
                <a:lnTo>
                  <a:pt x="7604" y="2476"/>
                </a:lnTo>
                <a:lnTo>
                  <a:pt x="7604" y="2476"/>
                </a:lnTo>
                <a:lnTo>
                  <a:pt x="7604" y="2474"/>
                </a:lnTo>
                <a:lnTo>
                  <a:pt x="7604" y="2474"/>
                </a:lnTo>
                <a:lnTo>
                  <a:pt x="7604" y="2471"/>
                </a:lnTo>
                <a:lnTo>
                  <a:pt x="7604" y="2471"/>
                </a:lnTo>
                <a:lnTo>
                  <a:pt x="7604" y="2471"/>
                </a:lnTo>
                <a:lnTo>
                  <a:pt x="7604" y="2469"/>
                </a:lnTo>
                <a:lnTo>
                  <a:pt x="7604" y="2469"/>
                </a:lnTo>
                <a:lnTo>
                  <a:pt x="7601" y="2469"/>
                </a:lnTo>
                <a:lnTo>
                  <a:pt x="7568" y="2412"/>
                </a:lnTo>
                <a:lnTo>
                  <a:pt x="7568" y="2412"/>
                </a:lnTo>
                <a:lnTo>
                  <a:pt x="7568" y="2410"/>
                </a:lnTo>
                <a:lnTo>
                  <a:pt x="7568" y="2410"/>
                </a:lnTo>
                <a:lnTo>
                  <a:pt x="7566" y="2410"/>
                </a:lnTo>
                <a:lnTo>
                  <a:pt x="7566" y="2408"/>
                </a:lnTo>
                <a:lnTo>
                  <a:pt x="7563" y="2408"/>
                </a:lnTo>
                <a:lnTo>
                  <a:pt x="7563" y="2408"/>
                </a:lnTo>
                <a:lnTo>
                  <a:pt x="7563" y="2408"/>
                </a:lnTo>
                <a:lnTo>
                  <a:pt x="7561" y="2405"/>
                </a:lnTo>
                <a:lnTo>
                  <a:pt x="7561" y="2405"/>
                </a:lnTo>
                <a:lnTo>
                  <a:pt x="7561" y="2332"/>
                </a:lnTo>
                <a:lnTo>
                  <a:pt x="7386" y="2377"/>
                </a:lnTo>
                <a:lnTo>
                  <a:pt x="7230" y="2457"/>
                </a:lnTo>
                <a:lnTo>
                  <a:pt x="7228" y="2417"/>
                </a:lnTo>
                <a:lnTo>
                  <a:pt x="7131" y="2408"/>
                </a:lnTo>
                <a:lnTo>
                  <a:pt x="7131" y="2408"/>
                </a:lnTo>
                <a:lnTo>
                  <a:pt x="7129" y="2408"/>
                </a:lnTo>
                <a:lnTo>
                  <a:pt x="7129" y="2408"/>
                </a:lnTo>
                <a:lnTo>
                  <a:pt x="7126" y="2408"/>
                </a:lnTo>
                <a:lnTo>
                  <a:pt x="7126" y="2408"/>
                </a:lnTo>
                <a:lnTo>
                  <a:pt x="7037" y="2433"/>
                </a:lnTo>
                <a:lnTo>
                  <a:pt x="7037" y="2433"/>
                </a:lnTo>
                <a:lnTo>
                  <a:pt x="7037" y="2433"/>
                </a:lnTo>
                <a:lnTo>
                  <a:pt x="7034" y="2433"/>
                </a:lnTo>
                <a:lnTo>
                  <a:pt x="7034" y="2433"/>
                </a:lnTo>
                <a:lnTo>
                  <a:pt x="7032" y="2436"/>
                </a:lnTo>
                <a:lnTo>
                  <a:pt x="7032" y="2436"/>
                </a:lnTo>
                <a:lnTo>
                  <a:pt x="7032" y="2436"/>
                </a:lnTo>
                <a:lnTo>
                  <a:pt x="6987" y="2483"/>
                </a:lnTo>
                <a:lnTo>
                  <a:pt x="6987" y="2483"/>
                </a:lnTo>
                <a:lnTo>
                  <a:pt x="6987" y="2483"/>
                </a:lnTo>
                <a:lnTo>
                  <a:pt x="6985" y="2485"/>
                </a:lnTo>
                <a:lnTo>
                  <a:pt x="6985" y="2485"/>
                </a:lnTo>
                <a:lnTo>
                  <a:pt x="6985" y="2485"/>
                </a:lnTo>
                <a:lnTo>
                  <a:pt x="6985" y="2488"/>
                </a:lnTo>
                <a:lnTo>
                  <a:pt x="6985" y="2488"/>
                </a:lnTo>
                <a:lnTo>
                  <a:pt x="6982" y="2490"/>
                </a:lnTo>
                <a:lnTo>
                  <a:pt x="6982" y="2490"/>
                </a:lnTo>
                <a:lnTo>
                  <a:pt x="6982" y="2490"/>
                </a:lnTo>
                <a:lnTo>
                  <a:pt x="6982" y="2493"/>
                </a:lnTo>
                <a:lnTo>
                  <a:pt x="6982" y="2493"/>
                </a:lnTo>
                <a:lnTo>
                  <a:pt x="6987" y="2958"/>
                </a:lnTo>
                <a:lnTo>
                  <a:pt x="6845" y="2816"/>
                </a:lnTo>
                <a:lnTo>
                  <a:pt x="6722" y="2696"/>
                </a:lnTo>
                <a:lnTo>
                  <a:pt x="6713" y="2696"/>
                </a:lnTo>
                <a:lnTo>
                  <a:pt x="6713" y="2495"/>
                </a:lnTo>
                <a:lnTo>
                  <a:pt x="6713" y="2495"/>
                </a:lnTo>
                <a:lnTo>
                  <a:pt x="6711" y="2495"/>
                </a:lnTo>
                <a:lnTo>
                  <a:pt x="6711" y="2405"/>
                </a:lnTo>
                <a:lnTo>
                  <a:pt x="6711" y="2405"/>
                </a:lnTo>
                <a:lnTo>
                  <a:pt x="6711" y="2405"/>
                </a:lnTo>
                <a:lnTo>
                  <a:pt x="6711" y="2405"/>
                </a:lnTo>
                <a:lnTo>
                  <a:pt x="6711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6" y="2405"/>
                </a:lnTo>
                <a:lnTo>
                  <a:pt x="6706" y="2405"/>
                </a:lnTo>
                <a:lnTo>
                  <a:pt x="6706" y="2405"/>
                </a:lnTo>
                <a:lnTo>
                  <a:pt x="6708" y="2495"/>
                </a:lnTo>
                <a:lnTo>
                  <a:pt x="6675" y="2497"/>
                </a:lnTo>
                <a:lnTo>
                  <a:pt x="6675" y="2408"/>
                </a:lnTo>
                <a:lnTo>
                  <a:pt x="6675" y="2408"/>
                </a:lnTo>
                <a:lnTo>
                  <a:pt x="6675" y="2408"/>
                </a:lnTo>
                <a:lnTo>
                  <a:pt x="6675" y="2408"/>
                </a:lnTo>
                <a:lnTo>
                  <a:pt x="6675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0" y="2408"/>
                </a:lnTo>
                <a:lnTo>
                  <a:pt x="6670" y="2408"/>
                </a:lnTo>
                <a:lnTo>
                  <a:pt x="6670" y="2408"/>
                </a:lnTo>
                <a:lnTo>
                  <a:pt x="6670" y="2497"/>
                </a:lnTo>
                <a:lnTo>
                  <a:pt x="6670" y="2497"/>
                </a:lnTo>
                <a:lnTo>
                  <a:pt x="6670" y="2500"/>
                </a:lnTo>
                <a:lnTo>
                  <a:pt x="6673" y="2698"/>
                </a:lnTo>
                <a:lnTo>
                  <a:pt x="6652" y="2698"/>
                </a:lnTo>
                <a:lnTo>
                  <a:pt x="6654" y="3010"/>
                </a:lnTo>
                <a:lnTo>
                  <a:pt x="6536" y="3107"/>
                </a:lnTo>
                <a:lnTo>
                  <a:pt x="6538" y="2124"/>
                </a:lnTo>
                <a:lnTo>
                  <a:pt x="6500" y="2105"/>
                </a:lnTo>
                <a:lnTo>
                  <a:pt x="6503" y="1833"/>
                </a:lnTo>
                <a:lnTo>
                  <a:pt x="6467" y="1822"/>
                </a:lnTo>
                <a:lnTo>
                  <a:pt x="6467" y="1670"/>
                </a:lnTo>
                <a:lnTo>
                  <a:pt x="6420" y="1656"/>
                </a:lnTo>
                <a:lnTo>
                  <a:pt x="6418" y="1538"/>
                </a:lnTo>
                <a:lnTo>
                  <a:pt x="6387" y="1533"/>
                </a:lnTo>
                <a:lnTo>
                  <a:pt x="6385" y="1479"/>
                </a:lnTo>
                <a:lnTo>
                  <a:pt x="6375" y="1477"/>
                </a:lnTo>
                <a:lnTo>
                  <a:pt x="6373" y="1477"/>
                </a:lnTo>
                <a:lnTo>
                  <a:pt x="6373" y="1264"/>
                </a:lnTo>
                <a:lnTo>
                  <a:pt x="6373" y="1264"/>
                </a:lnTo>
                <a:lnTo>
                  <a:pt x="6370" y="1264"/>
                </a:lnTo>
                <a:lnTo>
                  <a:pt x="6368" y="1264"/>
                </a:lnTo>
                <a:lnTo>
                  <a:pt x="6366" y="1264"/>
                </a:lnTo>
                <a:lnTo>
                  <a:pt x="6363" y="1264"/>
                </a:lnTo>
                <a:lnTo>
                  <a:pt x="6361" y="1264"/>
                </a:lnTo>
                <a:lnTo>
                  <a:pt x="6359" y="1264"/>
                </a:lnTo>
                <a:lnTo>
                  <a:pt x="6356" y="1264"/>
                </a:lnTo>
                <a:lnTo>
                  <a:pt x="6354" y="1264"/>
                </a:lnTo>
                <a:lnTo>
                  <a:pt x="6352" y="1264"/>
                </a:lnTo>
                <a:lnTo>
                  <a:pt x="6352" y="1264"/>
                </a:lnTo>
                <a:lnTo>
                  <a:pt x="6349" y="1264"/>
                </a:lnTo>
                <a:lnTo>
                  <a:pt x="6352" y="1479"/>
                </a:lnTo>
                <a:lnTo>
                  <a:pt x="6340" y="1479"/>
                </a:lnTo>
                <a:lnTo>
                  <a:pt x="6340" y="1536"/>
                </a:lnTo>
                <a:lnTo>
                  <a:pt x="6302" y="1536"/>
                </a:lnTo>
                <a:lnTo>
                  <a:pt x="6302" y="1633"/>
                </a:lnTo>
                <a:lnTo>
                  <a:pt x="6087" y="1637"/>
                </a:lnTo>
                <a:lnTo>
                  <a:pt x="5900" y="1654"/>
                </a:lnTo>
                <a:lnTo>
                  <a:pt x="5903" y="1798"/>
                </a:lnTo>
                <a:lnTo>
                  <a:pt x="5806" y="1810"/>
                </a:lnTo>
                <a:lnTo>
                  <a:pt x="5811" y="2072"/>
                </a:lnTo>
                <a:lnTo>
                  <a:pt x="5707" y="2091"/>
                </a:lnTo>
                <a:lnTo>
                  <a:pt x="5744" y="3678"/>
                </a:lnTo>
                <a:lnTo>
                  <a:pt x="5633" y="3730"/>
                </a:lnTo>
                <a:lnTo>
                  <a:pt x="5622" y="2039"/>
                </a:lnTo>
                <a:lnTo>
                  <a:pt x="5619" y="2037"/>
                </a:lnTo>
                <a:lnTo>
                  <a:pt x="5619" y="2037"/>
                </a:lnTo>
                <a:lnTo>
                  <a:pt x="5615" y="2034"/>
                </a:lnTo>
                <a:lnTo>
                  <a:pt x="5612" y="2034"/>
                </a:lnTo>
                <a:lnTo>
                  <a:pt x="5605" y="2032"/>
                </a:lnTo>
                <a:lnTo>
                  <a:pt x="5600" y="2032"/>
                </a:lnTo>
                <a:lnTo>
                  <a:pt x="5593" y="2030"/>
                </a:lnTo>
                <a:lnTo>
                  <a:pt x="5584" y="2030"/>
                </a:lnTo>
                <a:lnTo>
                  <a:pt x="5574" y="2027"/>
                </a:lnTo>
                <a:lnTo>
                  <a:pt x="5565" y="2027"/>
                </a:lnTo>
                <a:lnTo>
                  <a:pt x="5556" y="2025"/>
                </a:lnTo>
                <a:lnTo>
                  <a:pt x="5544" y="2025"/>
                </a:lnTo>
                <a:lnTo>
                  <a:pt x="5194" y="2020"/>
                </a:lnTo>
                <a:lnTo>
                  <a:pt x="5180" y="2020"/>
                </a:lnTo>
                <a:lnTo>
                  <a:pt x="5168" y="2020"/>
                </a:lnTo>
                <a:lnTo>
                  <a:pt x="5154" y="2022"/>
                </a:lnTo>
                <a:lnTo>
                  <a:pt x="5142" y="2022"/>
                </a:lnTo>
                <a:lnTo>
                  <a:pt x="5130" y="2022"/>
                </a:lnTo>
                <a:lnTo>
                  <a:pt x="5121" y="2025"/>
                </a:lnTo>
                <a:lnTo>
                  <a:pt x="5111" y="2025"/>
                </a:lnTo>
                <a:lnTo>
                  <a:pt x="5107" y="2027"/>
                </a:lnTo>
                <a:lnTo>
                  <a:pt x="5102" y="2030"/>
                </a:lnTo>
                <a:lnTo>
                  <a:pt x="5100" y="2030"/>
                </a:lnTo>
                <a:lnTo>
                  <a:pt x="5144" y="3929"/>
                </a:lnTo>
                <a:lnTo>
                  <a:pt x="5104" y="3929"/>
                </a:lnTo>
                <a:lnTo>
                  <a:pt x="5104" y="2835"/>
                </a:lnTo>
                <a:lnTo>
                  <a:pt x="5069" y="2835"/>
                </a:lnTo>
                <a:lnTo>
                  <a:pt x="5069" y="2826"/>
                </a:lnTo>
                <a:lnTo>
                  <a:pt x="5067" y="2819"/>
                </a:lnTo>
                <a:lnTo>
                  <a:pt x="5057" y="2811"/>
                </a:lnTo>
                <a:lnTo>
                  <a:pt x="5038" y="2804"/>
                </a:lnTo>
                <a:lnTo>
                  <a:pt x="5012" y="2800"/>
                </a:lnTo>
                <a:lnTo>
                  <a:pt x="4979" y="2795"/>
                </a:lnTo>
                <a:lnTo>
                  <a:pt x="4944" y="2793"/>
                </a:lnTo>
                <a:lnTo>
                  <a:pt x="4908" y="2793"/>
                </a:lnTo>
                <a:lnTo>
                  <a:pt x="4873" y="2795"/>
                </a:lnTo>
                <a:lnTo>
                  <a:pt x="4844" y="2800"/>
                </a:lnTo>
                <a:lnTo>
                  <a:pt x="4823" y="2804"/>
                </a:lnTo>
                <a:lnTo>
                  <a:pt x="4821" y="2807"/>
                </a:lnTo>
                <a:lnTo>
                  <a:pt x="4823" y="2308"/>
                </a:lnTo>
                <a:lnTo>
                  <a:pt x="4738" y="2294"/>
                </a:lnTo>
                <a:lnTo>
                  <a:pt x="4334" y="2207"/>
                </a:lnTo>
                <a:lnTo>
                  <a:pt x="4280" y="2197"/>
                </a:lnTo>
                <a:lnTo>
                  <a:pt x="4285" y="2856"/>
                </a:lnTo>
                <a:lnTo>
                  <a:pt x="4228" y="2856"/>
                </a:lnTo>
                <a:lnTo>
                  <a:pt x="4228" y="2757"/>
                </a:lnTo>
                <a:lnTo>
                  <a:pt x="4216" y="2757"/>
                </a:lnTo>
                <a:lnTo>
                  <a:pt x="4214" y="2757"/>
                </a:lnTo>
                <a:lnTo>
                  <a:pt x="4197" y="2757"/>
                </a:lnTo>
                <a:lnTo>
                  <a:pt x="4197" y="2528"/>
                </a:lnTo>
                <a:lnTo>
                  <a:pt x="4185" y="2528"/>
                </a:lnTo>
                <a:lnTo>
                  <a:pt x="4185" y="2462"/>
                </a:lnTo>
                <a:lnTo>
                  <a:pt x="4174" y="2462"/>
                </a:lnTo>
                <a:lnTo>
                  <a:pt x="4174" y="2462"/>
                </a:lnTo>
                <a:lnTo>
                  <a:pt x="4159" y="2462"/>
                </a:lnTo>
                <a:lnTo>
                  <a:pt x="4159" y="2266"/>
                </a:lnTo>
                <a:lnTo>
                  <a:pt x="4155" y="2266"/>
                </a:lnTo>
                <a:lnTo>
                  <a:pt x="4152" y="2268"/>
                </a:lnTo>
                <a:lnTo>
                  <a:pt x="4155" y="2462"/>
                </a:lnTo>
                <a:lnTo>
                  <a:pt x="4136" y="2462"/>
                </a:lnTo>
                <a:lnTo>
                  <a:pt x="4136" y="2462"/>
                </a:lnTo>
                <a:lnTo>
                  <a:pt x="4122" y="2462"/>
                </a:lnTo>
                <a:lnTo>
                  <a:pt x="4122" y="2462"/>
                </a:lnTo>
                <a:lnTo>
                  <a:pt x="4112" y="2493"/>
                </a:lnTo>
                <a:lnTo>
                  <a:pt x="4112" y="2493"/>
                </a:lnTo>
                <a:lnTo>
                  <a:pt x="4112" y="2526"/>
                </a:lnTo>
                <a:lnTo>
                  <a:pt x="4100" y="2526"/>
                </a:lnTo>
                <a:lnTo>
                  <a:pt x="4079" y="2528"/>
                </a:lnTo>
                <a:lnTo>
                  <a:pt x="4058" y="2528"/>
                </a:lnTo>
                <a:lnTo>
                  <a:pt x="4037" y="2528"/>
                </a:lnTo>
                <a:lnTo>
                  <a:pt x="4015" y="2528"/>
                </a:lnTo>
                <a:lnTo>
                  <a:pt x="3994" y="2528"/>
                </a:lnTo>
                <a:lnTo>
                  <a:pt x="3973" y="2528"/>
                </a:lnTo>
                <a:lnTo>
                  <a:pt x="3952" y="2528"/>
                </a:lnTo>
                <a:lnTo>
                  <a:pt x="3930" y="2528"/>
                </a:lnTo>
                <a:lnTo>
                  <a:pt x="3909" y="2528"/>
                </a:lnTo>
                <a:lnTo>
                  <a:pt x="3890" y="2526"/>
                </a:lnTo>
                <a:lnTo>
                  <a:pt x="3869" y="2526"/>
                </a:lnTo>
                <a:lnTo>
                  <a:pt x="3869" y="2493"/>
                </a:lnTo>
                <a:lnTo>
                  <a:pt x="3869" y="2490"/>
                </a:lnTo>
                <a:lnTo>
                  <a:pt x="3869" y="2462"/>
                </a:lnTo>
                <a:lnTo>
                  <a:pt x="3869" y="2459"/>
                </a:lnTo>
                <a:lnTo>
                  <a:pt x="3857" y="2459"/>
                </a:lnTo>
                <a:lnTo>
                  <a:pt x="3857" y="2462"/>
                </a:lnTo>
                <a:lnTo>
                  <a:pt x="3838" y="2462"/>
                </a:lnTo>
                <a:lnTo>
                  <a:pt x="3838" y="2268"/>
                </a:lnTo>
                <a:lnTo>
                  <a:pt x="3838" y="2266"/>
                </a:lnTo>
                <a:lnTo>
                  <a:pt x="3833" y="2266"/>
                </a:lnTo>
                <a:lnTo>
                  <a:pt x="3833" y="2462"/>
                </a:lnTo>
                <a:lnTo>
                  <a:pt x="3819" y="2462"/>
                </a:lnTo>
                <a:lnTo>
                  <a:pt x="3819" y="2459"/>
                </a:lnTo>
                <a:lnTo>
                  <a:pt x="3805" y="2459"/>
                </a:lnTo>
                <a:lnTo>
                  <a:pt x="3805" y="2528"/>
                </a:lnTo>
                <a:lnTo>
                  <a:pt x="3796" y="2528"/>
                </a:lnTo>
                <a:lnTo>
                  <a:pt x="3793" y="2757"/>
                </a:lnTo>
                <a:lnTo>
                  <a:pt x="3774" y="2757"/>
                </a:lnTo>
                <a:lnTo>
                  <a:pt x="3774" y="2757"/>
                </a:lnTo>
                <a:lnTo>
                  <a:pt x="3765" y="2757"/>
                </a:lnTo>
                <a:lnTo>
                  <a:pt x="3763" y="3612"/>
                </a:lnTo>
                <a:lnTo>
                  <a:pt x="3727" y="3612"/>
                </a:lnTo>
                <a:lnTo>
                  <a:pt x="3727" y="3612"/>
                </a:lnTo>
                <a:lnTo>
                  <a:pt x="3715" y="3612"/>
                </a:lnTo>
                <a:lnTo>
                  <a:pt x="3715" y="3612"/>
                </a:lnTo>
                <a:lnTo>
                  <a:pt x="3706" y="3631"/>
                </a:lnTo>
                <a:lnTo>
                  <a:pt x="3706" y="3634"/>
                </a:lnTo>
                <a:lnTo>
                  <a:pt x="3706" y="3754"/>
                </a:lnTo>
                <a:lnTo>
                  <a:pt x="3564" y="3754"/>
                </a:lnTo>
                <a:lnTo>
                  <a:pt x="3564" y="3667"/>
                </a:lnTo>
                <a:lnTo>
                  <a:pt x="3564" y="3660"/>
                </a:lnTo>
                <a:lnTo>
                  <a:pt x="3564" y="3657"/>
                </a:lnTo>
                <a:lnTo>
                  <a:pt x="3555" y="3657"/>
                </a:lnTo>
                <a:lnTo>
                  <a:pt x="2981" y="3657"/>
                </a:lnTo>
                <a:lnTo>
                  <a:pt x="2981" y="3525"/>
                </a:lnTo>
                <a:lnTo>
                  <a:pt x="3118" y="3487"/>
                </a:lnTo>
                <a:lnTo>
                  <a:pt x="3276" y="3426"/>
                </a:lnTo>
                <a:lnTo>
                  <a:pt x="3427" y="3345"/>
                </a:lnTo>
                <a:lnTo>
                  <a:pt x="3500" y="3303"/>
                </a:lnTo>
                <a:lnTo>
                  <a:pt x="3663" y="3194"/>
                </a:lnTo>
                <a:lnTo>
                  <a:pt x="3663" y="3161"/>
                </a:lnTo>
                <a:lnTo>
                  <a:pt x="3238" y="3161"/>
                </a:lnTo>
                <a:lnTo>
                  <a:pt x="3226" y="3178"/>
                </a:lnTo>
                <a:lnTo>
                  <a:pt x="1941" y="3180"/>
                </a:lnTo>
                <a:lnTo>
                  <a:pt x="1904" y="3163"/>
                </a:lnTo>
                <a:lnTo>
                  <a:pt x="1481" y="3163"/>
                </a:lnTo>
                <a:lnTo>
                  <a:pt x="1481" y="3197"/>
                </a:lnTo>
                <a:lnTo>
                  <a:pt x="1644" y="3305"/>
                </a:lnTo>
                <a:lnTo>
                  <a:pt x="1816" y="3395"/>
                </a:lnTo>
                <a:lnTo>
                  <a:pt x="1996" y="3466"/>
                </a:lnTo>
                <a:lnTo>
                  <a:pt x="2175" y="3515"/>
                </a:lnTo>
                <a:lnTo>
                  <a:pt x="2178" y="3799"/>
                </a:lnTo>
                <a:lnTo>
                  <a:pt x="1741" y="3799"/>
                </a:lnTo>
                <a:lnTo>
                  <a:pt x="1736" y="3754"/>
                </a:lnTo>
                <a:lnTo>
                  <a:pt x="1719" y="3752"/>
                </a:lnTo>
                <a:lnTo>
                  <a:pt x="1637" y="3749"/>
                </a:lnTo>
                <a:lnTo>
                  <a:pt x="1549" y="3752"/>
                </a:lnTo>
                <a:lnTo>
                  <a:pt x="1519" y="3754"/>
                </a:lnTo>
                <a:lnTo>
                  <a:pt x="1495" y="3938"/>
                </a:lnTo>
                <a:lnTo>
                  <a:pt x="1422" y="3934"/>
                </a:lnTo>
                <a:lnTo>
                  <a:pt x="1275" y="3681"/>
                </a:lnTo>
                <a:lnTo>
                  <a:pt x="1275" y="3674"/>
                </a:lnTo>
                <a:lnTo>
                  <a:pt x="1273" y="3662"/>
                </a:lnTo>
                <a:lnTo>
                  <a:pt x="1273" y="3660"/>
                </a:lnTo>
                <a:lnTo>
                  <a:pt x="1268" y="3650"/>
                </a:lnTo>
                <a:lnTo>
                  <a:pt x="1268" y="3650"/>
                </a:lnTo>
                <a:lnTo>
                  <a:pt x="1261" y="3641"/>
                </a:lnTo>
                <a:lnTo>
                  <a:pt x="1252" y="3634"/>
                </a:lnTo>
                <a:lnTo>
                  <a:pt x="1245" y="3629"/>
                </a:lnTo>
                <a:lnTo>
                  <a:pt x="1136" y="3440"/>
                </a:lnTo>
                <a:lnTo>
                  <a:pt x="1145" y="3433"/>
                </a:lnTo>
                <a:lnTo>
                  <a:pt x="1185" y="3378"/>
                </a:lnTo>
                <a:lnTo>
                  <a:pt x="1200" y="3348"/>
                </a:lnTo>
                <a:lnTo>
                  <a:pt x="1211" y="3317"/>
                </a:lnTo>
                <a:lnTo>
                  <a:pt x="1221" y="3251"/>
                </a:lnTo>
                <a:lnTo>
                  <a:pt x="1219" y="3251"/>
                </a:lnTo>
                <a:lnTo>
                  <a:pt x="1211" y="3185"/>
                </a:lnTo>
                <a:lnTo>
                  <a:pt x="1197" y="3154"/>
                </a:lnTo>
                <a:lnTo>
                  <a:pt x="1185" y="3123"/>
                </a:lnTo>
                <a:lnTo>
                  <a:pt x="1145" y="3071"/>
                </a:lnTo>
                <a:lnTo>
                  <a:pt x="1093" y="3029"/>
                </a:lnTo>
                <a:lnTo>
                  <a:pt x="1089" y="3029"/>
                </a:lnTo>
                <a:lnTo>
                  <a:pt x="1067" y="3019"/>
                </a:lnTo>
                <a:lnTo>
                  <a:pt x="1067" y="1807"/>
                </a:lnTo>
                <a:lnTo>
                  <a:pt x="1074" y="1803"/>
                </a:lnTo>
                <a:lnTo>
                  <a:pt x="1122" y="1767"/>
                </a:lnTo>
                <a:lnTo>
                  <a:pt x="1159" y="1722"/>
                </a:lnTo>
                <a:lnTo>
                  <a:pt x="1171" y="1694"/>
                </a:lnTo>
                <a:lnTo>
                  <a:pt x="1181" y="1668"/>
                </a:lnTo>
                <a:lnTo>
                  <a:pt x="1190" y="1609"/>
                </a:lnTo>
                <a:lnTo>
                  <a:pt x="1190" y="1604"/>
                </a:lnTo>
                <a:lnTo>
                  <a:pt x="1190" y="1600"/>
                </a:lnTo>
                <a:lnTo>
                  <a:pt x="1181" y="1541"/>
                </a:lnTo>
                <a:lnTo>
                  <a:pt x="1159" y="1486"/>
                </a:lnTo>
                <a:lnTo>
                  <a:pt x="1122" y="1441"/>
                </a:lnTo>
                <a:lnTo>
                  <a:pt x="1112" y="1432"/>
                </a:lnTo>
                <a:lnTo>
                  <a:pt x="1067" y="1401"/>
                </a:lnTo>
                <a:lnTo>
                  <a:pt x="1053" y="1394"/>
                </a:lnTo>
                <a:lnTo>
                  <a:pt x="1027" y="1387"/>
                </a:lnTo>
                <a:lnTo>
                  <a:pt x="1015" y="1288"/>
                </a:lnTo>
                <a:lnTo>
                  <a:pt x="1025" y="1285"/>
                </a:lnTo>
                <a:lnTo>
                  <a:pt x="1034" y="1283"/>
                </a:lnTo>
                <a:lnTo>
                  <a:pt x="1037" y="1278"/>
                </a:lnTo>
                <a:lnTo>
                  <a:pt x="1037" y="1267"/>
                </a:lnTo>
                <a:lnTo>
                  <a:pt x="1034" y="1262"/>
                </a:lnTo>
                <a:lnTo>
                  <a:pt x="1030" y="1259"/>
                </a:lnTo>
                <a:lnTo>
                  <a:pt x="1018" y="1255"/>
                </a:lnTo>
                <a:lnTo>
                  <a:pt x="1015" y="1255"/>
                </a:lnTo>
                <a:lnTo>
                  <a:pt x="1015" y="1047"/>
                </a:lnTo>
                <a:lnTo>
                  <a:pt x="1020" y="1044"/>
                </a:lnTo>
                <a:lnTo>
                  <a:pt x="1032" y="1030"/>
                </a:lnTo>
                <a:lnTo>
                  <a:pt x="1039" y="1011"/>
                </a:lnTo>
                <a:lnTo>
                  <a:pt x="1041" y="1007"/>
                </a:lnTo>
                <a:lnTo>
                  <a:pt x="1044" y="997"/>
                </a:lnTo>
                <a:lnTo>
                  <a:pt x="1044" y="990"/>
                </a:lnTo>
                <a:lnTo>
                  <a:pt x="1044" y="988"/>
                </a:lnTo>
                <a:lnTo>
                  <a:pt x="1044" y="988"/>
                </a:lnTo>
                <a:lnTo>
                  <a:pt x="1044" y="988"/>
                </a:lnTo>
                <a:lnTo>
                  <a:pt x="1044" y="985"/>
                </a:lnTo>
                <a:lnTo>
                  <a:pt x="1044" y="978"/>
                </a:lnTo>
                <a:lnTo>
                  <a:pt x="1041" y="969"/>
                </a:lnTo>
                <a:lnTo>
                  <a:pt x="1039" y="964"/>
                </a:lnTo>
                <a:lnTo>
                  <a:pt x="1032" y="945"/>
                </a:lnTo>
                <a:lnTo>
                  <a:pt x="1022" y="933"/>
                </a:lnTo>
                <a:lnTo>
                  <a:pt x="1027" y="931"/>
                </a:lnTo>
                <a:lnTo>
                  <a:pt x="1034" y="926"/>
                </a:lnTo>
                <a:lnTo>
                  <a:pt x="1037" y="922"/>
                </a:lnTo>
                <a:lnTo>
                  <a:pt x="1037" y="912"/>
                </a:lnTo>
                <a:lnTo>
                  <a:pt x="1034" y="907"/>
                </a:lnTo>
                <a:lnTo>
                  <a:pt x="1027" y="903"/>
                </a:lnTo>
                <a:lnTo>
                  <a:pt x="1015" y="898"/>
                </a:lnTo>
                <a:lnTo>
                  <a:pt x="1001" y="896"/>
                </a:lnTo>
                <a:lnTo>
                  <a:pt x="999" y="896"/>
                </a:lnTo>
                <a:lnTo>
                  <a:pt x="999" y="690"/>
                </a:lnTo>
                <a:lnTo>
                  <a:pt x="1015" y="688"/>
                </a:lnTo>
                <a:lnTo>
                  <a:pt x="1015" y="678"/>
                </a:lnTo>
                <a:lnTo>
                  <a:pt x="985" y="657"/>
                </a:lnTo>
                <a:lnTo>
                  <a:pt x="985" y="444"/>
                </a:lnTo>
                <a:lnTo>
                  <a:pt x="987" y="444"/>
                </a:lnTo>
                <a:lnTo>
                  <a:pt x="994" y="442"/>
                </a:lnTo>
                <a:lnTo>
                  <a:pt x="996" y="440"/>
                </a:lnTo>
                <a:lnTo>
                  <a:pt x="999" y="437"/>
                </a:lnTo>
                <a:lnTo>
                  <a:pt x="999" y="435"/>
                </a:lnTo>
                <a:lnTo>
                  <a:pt x="999" y="430"/>
                </a:lnTo>
                <a:lnTo>
                  <a:pt x="999" y="428"/>
                </a:lnTo>
                <a:lnTo>
                  <a:pt x="994" y="426"/>
                </a:lnTo>
                <a:lnTo>
                  <a:pt x="992" y="423"/>
                </a:lnTo>
                <a:lnTo>
                  <a:pt x="985" y="421"/>
                </a:lnTo>
                <a:lnTo>
                  <a:pt x="980" y="421"/>
                </a:lnTo>
                <a:lnTo>
                  <a:pt x="982" y="5"/>
                </a:lnTo>
                <a:lnTo>
                  <a:pt x="980" y="5"/>
                </a:lnTo>
                <a:lnTo>
                  <a:pt x="980" y="3"/>
                </a:lnTo>
                <a:lnTo>
                  <a:pt x="978" y="3"/>
                </a:lnTo>
                <a:lnTo>
                  <a:pt x="973" y="0"/>
                </a:lnTo>
                <a:lnTo>
                  <a:pt x="971" y="0"/>
                </a:lnTo>
                <a:lnTo>
                  <a:pt x="968" y="0"/>
                </a:lnTo>
                <a:lnTo>
                  <a:pt x="963" y="0"/>
                </a:lnTo>
                <a:lnTo>
                  <a:pt x="961" y="0"/>
                </a:lnTo>
                <a:lnTo>
                  <a:pt x="959" y="3"/>
                </a:lnTo>
                <a:lnTo>
                  <a:pt x="956" y="3"/>
                </a:lnTo>
                <a:lnTo>
                  <a:pt x="956" y="5"/>
                </a:lnTo>
                <a:lnTo>
                  <a:pt x="954" y="5"/>
                </a:lnTo>
                <a:lnTo>
                  <a:pt x="954" y="421"/>
                </a:lnTo>
                <a:lnTo>
                  <a:pt x="954" y="421"/>
                </a:lnTo>
                <a:lnTo>
                  <a:pt x="947" y="423"/>
                </a:lnTo>
                <a:lnTo>
                  <a:pt x="942" y="423"/>
                </a:lnTo>
                <a:lnTo>
                  <a:pt x="937" y="426"/>
                </a:lnTo>
                <a:lnTo>
                  <a:pt x="937" y="428"/>
                </a:lnTo>
                <a:lnTo>
                  <a:pt x="937" y="433"/>
                </a:lnTo>
                <a:lnTo>
                  <a:pt x="937" y="435"/>
                </a:lnTo>
                <a:lnTo>
                  <a:pt x="937" y="440"/>
                </a:lnTo>
                <a:lnTo>
                  <a:pt x="940" y="442"/>
                </a:lnTo>
                <a:lnTo>
                  <a:pt x="945" y="444"/>
                </a:lnTo>
                <a:lnTo>
                  <a:pt x="952" y="444"/>
                </a:lnTo>
                <a:lnTo>
                  <a:pt x="952" y="444"/>
                </a:lnTo>
                <a:lnTo>
                  <a:pt x="952" y="662"/>
                </a:lnTo>
                <a:lnTo>
                  <a:pt x="919" y="667"/>
                </a:lnTo>
                <a:lnTo>
                  <a:pt x="919" y="678"/>
                </a:lnTo>
                <a:lnTo>
                  <a:pt x="935" y="688"/>
                </a:lnTo>
                <a:lnTo>
                  <a:pt x="935" y="896"/>
                </a:lnTo>
                <a:lnTo>
                  <a:pt x="930" y="896"/>
                </a:lnTo>
                <a:lnTo>
                  <a:pt x="916" y="898"/>
                </a:lnTo>
                <a:lnTo>
                  <a:pt x="907" y="903"/>
                </a:lnTo>
                <a:lnTo>
                  <a:pt x="900" y="907"/>
                </a:lnTo>
                <a:lnTo>
                  <a:pt x="897" y="912"/>
                </a:lnTo>
                <a:lnTo>
                  <a:pt x="897" y="922"/>
                </a:lnTo>
                <a:lnTo>
                  <a:pt x="900" y="926"/>
                </a:lnTo>
                <a:lnTo>
                  <a:pt x="907" y="931"/>
                </a:lnTo>
                <a:lnTo>
                  <a:pt x="911" y="933"/>
                </a:lnTo>
                <a:lnTo>
                  <a:pt x="902" y="943"/>
                </a:lnTo>
                <a:lnTo>
                  <a:pt x="900" y="948"/>
                </a:lnTo>
                <a:lnTo>
                  <a:pt x="890" y="967"/>
                </a:lnTo>
                <a:lnTo>
                  <a:pt x="890" y="976"/>
                </a:lnTo>
                <a:lnTo>
                  <a:pt x="888" y="985"/>
                </a:lnTo>
                <a:lnTo>
                  <a:pt x="888" y="988"/>
                </a:lnTo>
                <a:lnTo>
                  <a:pt x="888" y="988"/>
                </a:lnTo>
                <a:lnTo>
                  <a:pt x="890" y="997"/>
                </a:lnTo>
                <a:lnTo>
                  <a:pt x="890" y="1007"/>
                </a:lnTo>
                <a:lnTo>
                  <a:pt x="900" y="1026"/>
                </a:lnTo>
                <a:lnTo>
                  <a:pt x="902" y="1030"/>
                </a:lnTo>
                <a:lnTo>
                  <a:pt x="914" y="1044"/>
                </a:lnTo>
                <a:lnTo>
                  <a:pt x="916" y="1047"/>
                </a:lnTo>
                <a:lnTo>
                  <a:pt x="916" y="1255"/>
                </a:lnTo>
                <a:lnTo>
                  <a:pt x="907" y="1257"/>
                </a:lnTo>
                <a:lnTo>
                  <a:pt x="897" y="1262"/>
                </a:lnTo>
                <a:lnTo>
                  <a:pt x="895" y="1267"/>
                </a:lnTo>
                <a:lnTo>
                  <a:pt x="895" y="1276"/>
                </a:lnTo>
                <a:lnTo>
                  <a:pt x="897" y="1281"/>
                </a:lnTo>
                <a:lnTo>
                  <a:pt x="904" y="1285"/>
                </a:lnTo>
                <a:lnTo>
                  <a:pt x="914" y="1288"/>
                </a:lnTo>
                <a:lnTo>
                  <a:pt x="916" y="1288"/>
                </a:lnTo>
                <a:lnTo>
                  <a:pt x="904" y="1382"/>
                </a:lnTo>
                <a:lnTo>
                  <a:pt x="869" y="1394"/>
                </a:lnTo>
                <a:lnTo>
                  <a:pt x="855" y="1399"/>
                </a:lnTo>
                <a:lnTo>
                  <a:pt x="810" y="1432"/>
                </a:lnTo>
                <a:lnTo>
                  <a:pt x="800" y="1441"/>
                </a:lnTo>
                <a:lnTo>
                  <a:pt x="763" y="1486"/>
                </a:lnTo>
                <a:lnTo>
                  <a:pt x="741" y="1541"/>
                </a:lnTo>
                <a:lnTo>
                  <a:pt x="732" y="1600"/>
                </a:lnTo>
                <a:lnTo>
                  <a:pt x="732" y="1600"/>
                </a:lnTo>
                <a:lnTo>
                  <a:pt x="739" y="1659"/>
                </a:lnTo>
                <a:lnTo>
                  <a:pt x="744" y="1668"/>
                </a:lnTo>
                <a:lnTo>
                  <a:pt x="753" y="1696"/>
                </a:lnTo>
                <a:lnTo>
                  <a:pt x="765" y="1722"/>
                </a:lnTo>
                <a:lnTo>
                  <a:pt x="800" y="1770"/>
                </a:lnTo>
                <a:lnTo>
                  <a:pt x="819" y="1784"/>
                </a:lnTo>
                <a:lnTo>
                  <a:pt x="817" y="3045"/>
                </a:lnTo>
                <a:lnTo>
                  <a:pt x="784" y="3069"/>
                </a:lnTo>
                <a:lnTo>
                  <a:pt x="744" y="3123"/>
                </a:lnTo>
                <a:lnTo>
                  <a:pt x="730" y="3154"/>
                </a:lnTo>
                <a:lnTo>
                  <a:pt x="718" y="3185"/>
                </a:lnTo>
                <a:lnTo>
                  <a:pt x="708" y="3251"/>
                </a:lnTo>
                <a:lnTo>
                  <a:pt x="708" y="3251"/>
                </a:lnTo>
                <a:lnTo>
                  <a:pt x="718" y="3317"/>
                </a:lnTo>
                <a:lnTo>
                  <a:pt x="730" y="3348"/>
                </a:lnTo>
                <a:lnTo>
                  <a:pt x="744" y="3378"/>
                </a:lnTo>
                <a:lnTo>
                  <a:pt x="784" y="3433"/>
                </a:lnTo>
                <a:lnTo>
                  <a:pt x="815" y="3456"/>
                </a:lnTo>
                <a:lnTo>
                  <a:pt x="815" y="3596"/>
                </a:lnTo>
                <a:lnTo>
                  <a:pt x="805" y="3629"/>
                </a:lnTo>
                <a:lnTo>
                  <a:pt x="800" y="3631"/>
                </a:lnTo>
                <a:lnTo>
                  <a:pt x="793" y="3638"/>
                </a:lnTo>
                <a:lnTo>
                  <a:pt x="791" y="3648"/>
                </a:lnTo>
                <a:lnTo>
                  <a:pt x="789" y="3648"/>
                </a:lnTo>
                <a:lnTo>
                  <a:pt x="786" y="3652"/>
                </a:lnTo>
                <a:lnTo>
                  <a:pt x="786" y="3664"/>
                </a:lnTo>
                <a:lnTo>
                  <a:pt x="786" y="3669"/>
                </a:lnTo>
                <a:lnTo>
                  <a:pt x="789" y="3681"/>
                </a:lnTo>
                <a:lnTo>
                  <a:pt x="789" y="3681"/>
                </a:lnTo>
                <a:lnTo>
                  <a:pt x="789" y="3685"/>
                </a:lnTo>
                <a:lnTo>
                  <a:pt x="789" y="3685"/>
                </a:lnTo>
                <a:lnTo>
                  <a:pt x="732" y="3886"/>
                </a:lnTo>
                <a:lnTo>
                  <a:pt x="720" y="3886"/>
                </a:lnTo>
                <a:lnTo>
                  <a:pt x="692" y="3886"/>
                </a:lnTo>
                <a:lnTo>
                  <a:pt x="666" y="3889"/>
                </a:lnTo>
                <a:lnTo>
                  <a:pt x="637" y="3889"/>
                </a:lnTo>
                <a:lnTo>
                  <a:pt x="614" y="3889"/>
                </a:lnTo>
                <a:lnTo>
                  <a:pt x="588" y="3891"/>
                </a:lnTo>
                <a:lnTo>
                  <a:pt x="564" y="3891"/>
                </a:lnTo>
                <a:lnTo>
                  <a:pt x="543" y="3893"/>
                </a:lnTo>
                <a:lnTo>
                  <a:pt x="543" y="3908"/>
                </a:lnTo>
                <a:lnTo>
                  <a:pt x="533" y="3908"/>
                </a:lnTo>
                <a:lnTo>
                  <a:pt x="510" y="3910"/>
                </a:lnTo>
                <a:lnTo>
                  <a:pt x="510" y="3919"/>
                </a:lnTo>
                <a:lnTo>
                  <a:pt x="550" y="3922"/>
                </a:lnTo>
                <a:lnTo>
                  <a:pt x="574" y="3919"/>
                </a:lnTo>
                <a:lnTo>
                  <a:pt x="597" y="3919"/>
                </a:lnTo>
                <a:lnTo>
                  <a:pt x="623" y="3917"/>
                </a:lnTo>
                <a:lnTo>
                  <a:pt x="647" y="3917"/>
                </a:lnTo>
                <a:lnTo>
                  <a:pt x="656" y="3917"/>
                </a:lnTo>
                <a:lnTo>
                  <a:pt x="708" y="3917"/>
                </a:lnTo>
                <a:lnTo>
                  <a:pt x="708" y="3952"/>
                </a:lnTo>
                <a:lnTo>
                  <a:pt x="588" y="3952"/>
                </a:lnTo>
                <a:lnTo>
                  <a:pt x="590" y="3950"/>
                </a:lnTo>
                <a:lnTo>
                  <a:pt x="600" y="3948"/>
                </a:lnTo>
                <a:lnTo>
                  <a:pt x="609" y="3945"/>
                </a:lnTo>
                <a:lnTo>
                  <a:pt x="621" y="3943"/>
                </a:lnTo>
                <a:lnTo>
                  <a:pt x="619" y="3941"/>
                </a:lnTo>
                <a:lnTo>
                  <a:pt x="611" y="3941"/>
                </a:lnTo>
                <a:lnTo>
                  <a:pt x="590" y="3938"/>
                </a:lnTo>
                <a:lnTo>
                  <a:pt x="571" y="3938"/>
                </a:lnTo>
                <a:lnTo>
                  <a:pt x="552" y="3936"/>
                </a:lnTo>
                <a:lnTo>
                  <a:pt x="538" y="3936"/>
                </a:lnTo>
                <a:lnTo>
                  <a:pt x="522" y="3934"/>
                </a:lnTo>
                <a:lnTo>
                  <a:pt x="508" y="3934"/>
                </a:lnTo>
                <a:lnTo>
                  <a:pt x="496" y="3931"/>
                </a:lnTo>
                <a:lnTo>
                  <a:pt x="486" y="3929"/>
                </a:lnTo>
                <a:lnTo>
                  <a:pt x="477" y="3929"/>
                </a:lnTo>
                <a:lnTo>
                  <a:pt x="470" y="3926"/>
                </a:lnTo>
                <a:lnTo>
                  <a:pt x="467" y="3926"/>
                </a:lnTo>
                <a:lnTo>
                  <a:pt x="453" y="3929"/>
                </a:lnTo>
                <a:lnTo>
                  <a:pt x="439" y="3931"/>
                </a:lnTo>
                <a:lnTo>
                  <a:pt x="425" y="3934"/>
                </a:lnTo>
                <a:lnTo>
                  <a:pt x="411" y="3936"/>
                </a:lnTo>
                <a:lnTo>
                  <a:pt x="396" y="3941"/>
                </a:lnTo>
                <a:lnTo>
                  <a:pt x="382" y="3945"/>
                </a:lnTo>
                <a:lnTo>
                  <a:pt x="368" y="3950"/>
                </a:lnTo>
                <a:lnTo>
                  <a:pt x="363" y="3952"/>
                </a:lnTo>
                <a:lnTo>
                  <a:pt x="19" y="3952"/>
                </a:lnTo>
                <a:lnTo>
                  <a:pt x="19" y="3986"/>
                </a:lnTo>
                <a:lnTo>
                  <a:pt x="2" y="3986"/>
                </a:lnTo>
                <a:lnTo>
                  <a:pt x="0" y="4309"/>
                </a:lnTo>
                <a:lnTo>
                  <a:pt x="7" y="4314"/>
                </a:lnTo>
                <a:lnTo>
                  <a:pt x="19" y="4319"/>
                </a:lnTo>
                <a:lnTo>
                  <a:pt x="19" y="4654"/>
                </a:lnTo>
                <a:lnTo>
                  <a:pt x="16792" y="4654"/>
                </a:lnTo>
                <a:lnTo>
                  <a:pt x="16792" y="3952"/>
                </a:lnTo>
                <a:lnTo>
                  <a:pt x="16629" y="3952"/>
                </a:lnTo>
                <a:lnTo>
                  <a:pt x="16360" y="3823"/>
                </a:lnTo>
                <a:close/>
                <a:moveTo>
                  <a:pt x="13556" y="3440"/>
                </a:moveTo>
                <a:lnTo>
                  <a:pt x="13556" y="3440"/>
                </a:lnTo>
                <a:lnTo>
                  <a:pt x="13556" y="3426"/>
                </a:lnTo>
                <a:lnTo>
                  <a:pt x="13556" y="3440"/>
                </a:lnTo>
                <a:close/>
                <a:moveTo>
                  <a:pt x="11461" y="192"/>
                </a:moveTo>
                <a:lnTo>
                  <a:pt x="11452" y="241"/>
                </a:lnTo>
                <a:lnTo>
                  <a:pt x="11449" y="258"/>
                </a:lnTo>
                <a:lnTo>
                  <a:pt x="11430" y="359"/>
                </a:lnTo>
                <a:lnTo>
                  <a:pt x="11416" y="440"/>
                </a:lnTo>
                <a:lnTo>
                  <a:pt x="11411" y="470"/>
                </a:lnTo>
                <a:lnTo>
                  <a:pt x="11083" y="468"/>
                </a:lnTo>
                <a:lnTo>
                  <a:pt x="11078" y="437"/>
                </a:lnTo>
                <a:lnTo>
                  <a:pt x="11064" y="357"/>
                </a:lnTo>
                <a:lnTo>
                  <a:pt x="11045" y="255"/>
                </a:lnTo>
                <a:lnTo>
                  <a:pt x="11043" y="239"/>
                </a:lnTo>
                <a:lnTo>
                  <a:pt x="11033" y="189"/>
                </a:lnTo>
                <a:lnTo>
                  <a:pt x="11461" y="192"/>
                </a:lnTo>
                <a:close/>
                <a:moveTo>
                  <a:pt x="6675" y="2511"/>
                </a:moveTo>
                <a:lnTo>
                  <a:pt x="6689" y="2552"/>
                </a:lnTo>
                <a:lnTo>
                  <a:pt x="6678" y="2592"/>
                </a:lnTo>
                <a:lnTo>
                  <a:pt x="6675" y="2511"/>
                </a:lnTo>
                <a:close/>
                <a:moveTo>
                  <a:pt x="6678" y="2698"/>
                </a:moveTo>
                <a:lnTo>
                  <a:pt x="6678" y="2698"/>
                </a:lnTo>
                <a:lnTo>
                  <a:pt x="6678" y="2618"/>
                </a:lnTo>
                <a:lnTo>
                  <a:pt x="6689" y="2658"/>
                </a:lnTo>
                <a:lnTo>
                  <a:pt x="6678" y="2698"/>
                </a:lnTo>
                <a:close/>
                <a:moveTo>
                  <a:pt x="6692" y="2663"/>
                </a:moveTo>
                <a:lnTo>
                  <a:pt x="6704" y="2696"/>
                </a:lnTo>
                <a:lnTo>
                  <a:pt x="6680" y="2698"/>
                </a:lnTo>
                <a:lnTo>
                  <a:pt x="6692" y="2663"/>
                </a:lnTo>
                <a:close/>
                <a:moveTo>
                  <a:pt x="6708" y="2615"/>
                </a:moveTo>
                <a:lnTo>
                  <a:pt x="6708" y="2696"/>
                </a:lnTo>
                <a:lnTo>
                  <a:pt x="6708" y="2696"/>
                </a:lnTo>
                <a:lnTo>
                  <a:pt x="6694" y="2658"/>
                </a:lnTo>
                <a:lnTo>
                  <a:pt x="6708" y="2615"/>
                </a:lnTo>
                <a:close/>
                <a:moveTo>
                  <a:pt x="6708" y="2606"/>
                </a:moveTo>
                <a:lnTo>
                  <a:pt x="6692" y="2653"/>
                </a:lnTo>
                <a:lnTo>
                  <a:pt x="6678" y="2608"/>
                </a:lnTo>
                <a:lnTo>
                  <a:pt x="6678" y="2606"/>
                </a:lnTo>
                <a:lnTo>
                  <a:pt x="6708" y="2606"/>
                </a:lnTo>
                <a:lnTo>
                  <a:pt x="6708" y="2606"/>
                </a:lnTo>
                <a:close/>
                <a:moveTo>
                  <a:pt x="6708" y="2601"/>
                </a:moveTo>
                <a:lnTo>
                  <a:pt x="6708" y="2601"/>
                </a:lnTo>
                <a:lnTo>
                  <a:pt x="6678" y="2604"/>
                </a:lnTo>
                <a:lnTo>
                  <a:pt x="6678" y="2604"/>
                </a:lnTo>
                <a:lnTo>
                  <a:pt x="6692" y="2556"/>
                </a:lnTo>
                <a:lnTo>
                  <a:pt x="6708" y="2601"/>
                </a:lnTo>
                <a:close/>
                <a:moveTo>
                  <a:pt x="6708" y="2589"/>
                </a:moveTo>
                <a:lnTo>
                  <a:pt x="6694" y="2552"/>
                </a:lnTo>
                <a:lnTo>
                  <a:pt x="6706" y="2509"/>
                </a:lnTo>
                <a:lnTo>
                  <a:pt x="6708" y="2589"/>
                </a:lnTo>
                <a:close/>
                <a:moveTo>
                  <a:pt x="6706" y="2497"/>
                </a:moveTo>
                <a:lnTo>
                  <a:pt x="6706" y="2497"/>
                </a:lnTo>
                <a:lnTo>
                  <a:pt x="6692" y="2545"/>
                </a:lnTo>
                <a:lnTo>
                  <a:pt x="6675" y="2500"/>
                </a:lnTo>
                <a:lnTo>
                  <a:pt x="6675" y="2500"/>
                </a:lnTo>
                <a:lnTo>
                  <a:pt x="6706" y="2497"/>
                </a:lnTo>
                <a:close/>
                <a:moveTo>
                  <a:pt x="1067" y="3482"/>
                </a:moveTo>
                <a:lnTo>
                  <a:pt x="1074" y="3480"/>
                </a:lnTo>
                <a:lnTo>
                  <a:pt x="1183" y="3664"/>
                </a:lnTo>
                <a:lnTo>
                  <a:pt x="1181" y="3671"/>
                </a:lnTo>
                <a:lnTo>
                  <a:pt x="1067" y="3851"/>
                </a:lnTo>
                <a:lnTo>
                  <a:pt x="1067" y="3482"/>
                </a:lnTo>
                <a:close/>
                <a:moveTo>
                  <a:pt x="971" y="2868"/>
                </a:moveTo>
                <a:lnTo>
                  <a:pt x="971" y="2868"/>
                </a:lnTo>
                <a:lnTo>
                  <a:pt x="968" y="2868"/>
                </a:lnTo>
                <a:lnTo>
                  <a:pt x="963" y="2868"/>
                </a:lnTo>
                <a:lnTo>
                  <a:pt x="971" y="2868"/>
                </a:lnTo>
                <a:close/>
                <a:moveTo>
                  <a:pt x="911" y="1829"/>
                </a:moveTo>
                <a:lnTo>
                  <a:pt x="916" y="1829"/>
                </a:lnTo>
                <a:lnTo>
                  <a:pt x="926" y="1831"/>
                </a:lnTo>
                <a:lnTo>
                  <a:pt x="940" y="1833"/>
                </a:lnTo>
                <a:lnTo>
                  <a:pt x="956" y="1833"/>
                </a:lnTo>
                <a:lnTo>
                  <a:pt x="961" y="1833"/>
                </a:lnTo>
                <a:lnTo>
                  <a:pt x="961" y="1937"/>
                </a:lnTo>
                <a:lnTo>
                  <a:pt x="961" y="1937"/>
                </a:lnTo>
                <a:lnTo>
                  <a:pt x="959" y="1937"/>
                </a:lnTo>
                <a:lnTo>
                  <a:pt x="956" y="1937"/>
                </a:lnTo>
                <a:lnTo>
                  <a:pt x="954" y="1937"/>
                </a:lnTo>
                <a:lnTo>
                  <a:pt x="945" y="1940"/>
                </a:lnTo>
                <a:lnTo>
                  <a:pt x="942" y="1940"/>
                </a:lnTo>
                <a:lnTo>
                  <a:pt x="933" y="1947"/>
                </a:lnTo>
                <a:lnTo>
                  <a:pt x="930" y="1947"/>
                </a:lnTo>
                <a:lnTo>
                  <a:pt x="923" y="1954"/>
                </a:lnTo>
                <a:lnTo>
                  <a:pt x="919" y="1963"/>
                </a:lnTo>
                <a:lnTo>
                  <a:pt x="916" y="1968"/>
                </a:lnTo>
                <a:lnTo>
                  <a:pt x="916" y="1968"/>
                </a:lnTo>
                <a:lnTo>
                  <a:pt x="911" y="1968"/>
                </a:lnTo>
                <a:lnTo>
                  <a:pt x="911" y="1829"/>
                </a:lnTo>
                <a:close/>
                <a:moveTo>
                  <a:pt x="911" y="2015"/>
                </a:moveTo>
                <a:lnTo>
                  <a:pt x="916" y="2015"/>
                </a:lnTo>
                <a:lnTo>
                  <a:pt x="919" y="2020"/>
                </a:lnTo>
                <a:lnTo>
                  <a:pt x="923" y="2030"/>
                </a:lnTo>
                <a:lnTo>
                  <a:pt x="930" y="2037"/>
                </a:lnTo>
                <a:lnTo>
                  <a:pt x="930" y="2039"/>
                </a:lnTo>
                <a:lnTo>
                  <a:pt x="940" y="2044"/>
                </a:lnTo>
                <a:lnTo>
                  <a:pt x="945" y="2044"/>
                </a:lnTo>
                <a:lnTo>
                  <a:pt x="954" y="2048"/>
                </a:lnTo>
                <a:lnTo>
                  <a:pt x="956" y="2048"/>
                </a:lnTo>
                <a:lnTo>
                  <a:pt x="959" y="2048"/>
                </a:lnTo>
                <a:lnTo>
                  <a:pt x="961" y="2048"/>
                </a:lnTo>
                <a:lnTo>
                  <a:pt x="961" y="2048"/>
                </a:lnTo>
                <a:lnTo>
                  <a:pt x="961" y="2124"/>
                </a:lnTo>
                <a:lnTo>
                  <a:pt x="959" y="2124"/>
                </a:lnTo>
                <a:lnTo>
                  <a:pt x="956" y="2124"/>
                </a:lnTo>
                <a:lnTo>
                  <a:pt x="954" y="2124"/>
                </a:lnTo>
                <a:lnTo>
                  <a:pt x="945" y="2126"/>
                </a:lnTo>
                <a:lnTo>
                  <a:pt x="942" y="2126"/>
                </a:lnTo>
                <a:lnTo>
                  <a:pt x="933" y="2133"/>
                </a:lnTo>
                <a:lnTo>
                  <a:pt x="930" y="2133"/>
                </a:lnTo>
                <a:lnTo>
                  <a:pt x="923" y="2141"/>
                </a:lnTo>
                <a:lnTo>
                  <a:pt x="919" y="2150"/>
                </a:lnTo>
                <a:lnTo>
                  <a:pt x="916" y="2155"/>
                </a:lnTo>
                <a:lnTo>
                  <a:pt x="916" y="2155"/>
                </a:lnTo>
                <a:lnTo>
                  <a:pt x="911" y="2155"/>
                </a:lnTo>
                <a:lnTo>
                  <a:pt x="911" y="2015"/>
                </a:lnTo>
                <a:close/>
                <a:moveTo>
                  <a:pt x="911" y="2202"/>
                </a:moveTo>
                <a:lnTo>
                  <a:pt x="916" y="2202"/>
                </a:lnTo>
                <a:lnTo>
                  <a:pt x="919" y="2207"/>
                </a:lnTo>
                <a:lnTo>
                  <a:pt x="923" y="2216"/>
                </a:lnTo>
                <a:lnTo>
                  <a:pt x="930" y="2223"/>
                </a:lnTo>
                <a:lnTo>
                  <a:pt x="933" y="2226"/>
                </a:lnTo>
                <a:lnTo>
                  <a:pt x="942" y="2230"/>
                </a:lnTo>
                <a:lnTo>
                  <a:pt x="952" y="2233"/>
                </a:lnTo>
                <a:lnTo>
                  <a:pt x="954" y="2235"/>
                </a:lnTo>
                <a:lnTo>
                  <a:pt x="956" y="2235"/>
                </a:lnTo>
                <a:lnTo>
                  <a:pt x="959" y="2235"/>
                </a:lnTo>
                <a:lnTo>
                  <a:pt x="961" y="2235"/>
                </a:lnTo>
                <a:lnTo>
                  <a:pt x="961" y="2325"/>
                </a:lnTo>
                <a:lnTo>
                  <a:pt x="961" y="2325"/>
                </a:lnTo>
                <a:lnTo>
                  <a:pt x="956" y="2325"/>
                </a:lnTo>
                <a:lnTo>
                  <a:pt x="954" y="2327"/>
                </a:lnTo>
                <a:lnTo>
                  <a:pt x="952" y="2327"/>
                </a:lnTo>
                <a:lnTo>
                  <a:pt x="952" y="2327"/>
                </a:lnTo>
                <a:lnTo>
                  <a:pt x="940" y="2330"/>
                </a:lnTo>
                <a:lnTo>
                  <a:pt x="930" y="2334"/>
                </a:lnTo>
                <a:lnTo>
                  <a:pt x="928" y="2337"/>
                </a:lnTo>
                <a:lnTo>
                  <a:pt x="921" y="2344"/>
                </a:lnTo>
                <a:lnTo>
                  <a:pt x="916" y="2353"/>
                </a:lnTo>
                <a:lnTo>
                  <a:pt x="916" y="2360"/>
                </a:lnTo>
                <a:lnTo>
                  <a:pt x="914" y="2360"/>
                </a:lnTo>
                <a:lnTo>
                  <a:pt x="911" y="2358"/>
                </a:lnTo>
                <a:lnTo>
                  <a:pt x="911" y="2202"/>
                </a:lnTo>
                <a:close/>
                <a:moveTo>
                  <a:pt x="911" y="2405"/>
                </a:moveTo>
                <a:lnTo>
                  <a:pt x="916" y="2405"/>
                </a:lnTo>
                <a:lnTo>
                  <a:pt x="916" y="2410"/>
                </a:lnTo>
                <a:lnTo>
                  <a:pt x="921" y="2419"/>
                </a:lnTo>
                <a:lnTo>
                  <a:pt x="928" y="2426"/>
                </a:lnTo>
                <a:lnTo>
                  <a:pt x="930" y="2429"/>
                </a:lnTo>
                <a:lnTo>
                  <a:pt x="940" y="2433"/>
                </a:lnTo>
                <a:lnTo>
                  <a:pt x="952" y="2436"/>
                </a:lnTo>
                <a:lnTo>
                  <a:pt x="952" y="2436"/>
                </a:lnTo>
                <a:lnTo>
                  <a:pt x="954" y="2438"/>
                </a:lnTo>
                <a:lnTo>
                  <a:pt x="956" y="2438"/>
                </a:lnTo>
                <a:lnTo>
                  <a:pt x="959" y="2438"/>
                </a:lnTo>
                <a:lnTo>
                  <a:pt x="961" y="2438"/>
                </a:lnTo>
                <a:lnTo>
                  <a:pt x="961" y="2526"/>
                </a:lnTo>
                <a:lnTo>
                  <a:pt x="963" y="2526"/>
                </a:lnTo>
                <a:lnTo>
                  <a:pt x="963" y="2526"/>
                </a:lnTo>
                <a:lnTo>
                  <a:pt x="961" y="2526"/>
                </a:lnTo>
                <a:lnTo>
                  <a:pt x="959" y="2526"/>
                </a:lnTo>
                <a:lnTo>
                  <a:pt x="956" y="2526"/>
                </a:lnTo>
                <a:lnTo>
                  <a:pt x="954" y="2528"/>
                </a:lnTo>
                <a:lnTo>
                  <a:pt x="952" y="2528"/>
                </a:lnTo>
                <a:lnTo>
                  <a:pt x="942" y="2530"/>
                </a:lnTo>
                <a:lnTo>
                  <a:pt x="940" y="2530"/>
                </a:lnTo>
                <a:lnTo>
                  <a:pt x="930" y="2537"/>
                </a:lnTo>
                <a:lnTo>
                  <a:pt x="923" y="2545"/>
                </a:lnTo>
                <a:lnTo>
                  <a:pt x="919" y="2554"/>
                </a:lnTo>
                <a:lnTo>
                  <a:pt x="916" y="2561"/>
                </a:lnTo>
                <a:lnTo>
                  <a:pt x="916" y="2561"/>
                </a:lnTo>
                <a:lnTo>
                  <a:pt x="911" y="2561"/>
                </a:lnTo>
                <a:lnTo>
                  <a:pt x="911" y="2405"/>
                </a:lnTo>
                <a:close/>
                <a:moveTo>
                  <a:pt x="911" y="2604"/>
                </a:moveTo>
                <a:lnTo>
                  <a:pt x="916" y="2604"/>
                </a:lnTo>
                <a:lnTo>
                  <a:pt x="919" y="2611"/>
                </a:lnTo>
                <a:lnTo>
                  <a:pt x="923" y="2620"/>
                </a:lnTo>
                <a:lnTo>
                  <a:pt x="930" y="2627"/>
                </a:lnTo>
                <a:lnTo>
                  <a:pt x="940" y="2634"/>
                </a:lnTo>
                <a:lnTo>
                  <a:pt x="942" y="2634"/>
                </a:lnTo>
                <a:lnTo>
                  <a:pt x="952" y="2637"/>
                </a:lnTo>
                <a:lnTo>
                  <a:pt x="954" y="2637"/>
                </a:lnTo>
                <a:lnTo>
                  <a:pt x="956" y="2637"/>
                </a:lnTo>
                <a:lnTo>
                  <a:pt x="959" y="2639"/>
                </a:lnTo>
                <a:lnTo>
                  <a:pt x="959" y="2639"/>
                </a:lnTo>
                <a:lnTo>
                  <a:pt x="963" y="2639"/>
                </a:lnTo>
                <a:lnTo>
                  <a:pt x="963" y="2639"/>
                </a:lnTo>
                <a:lnTo>
                  <a:pt x="961" y="2639"/>
                </a:lnTo>
                <a:lnTo>
                  <a:pt x="961" y="2755"/>
                </a:lnTo>
                <a:lnTo>
                  <a:pt x="954" y="2757"/>
                </a:lnTo>
                <a:lnTo>
                  <a:pt x="952" y="2757"/>
                </a:lnTo>
                <a:lnTo>
                  <a:pt x="949" y="2757"/>
                </a:lnTo>
                <a:lnTo>
                  <a:pt x="940" y="2759"/>
                </a:lnTo>
                <a:lnTo>
                  <a:pt x="937" y="2759"/>
                </a:lnTo>
                <a:lnTo>
                  <a:pt x="928" y="2767"/>
                </a:lnTo>
                <a:lnTo>
                  <a:pt x="921" y="2774"/>
                </a:lnTo>
                <a:lnTo>
                  <a:pt x="916" y="2783"/>
                </a:lnTo>
                <a:lnTo>
                  <a:pt x="914" y="2790"/>
                </a:lnTo>
                <a:lnTo>
                  <a:pt x="914" y="2790"/>
                </a:lnTo>
                <a:lnTo>
                  <a:pt x="911" y="2790"/>
                </a:lnTo>
                <a:lnTo>
                  <a:pt x="911" y="2604"/>
                </a:lnTo>
                <a:close/>
                <a:moveTo>
                  <a:pt x="911" y="2833"/>
                </a:moveTo>
                <a:lnTo>
                  <a:pt x="914" y="2833"/>
                </a:lnTo>
                <a:lnTo>
                  <a:pt x="916" y="2840"/>
                </a:lnTo>
                <a:lnTo>
                  <a:pt x="921" y="2849"/>
                </a:lnTo>
                <a:lnTo>
                  <a:pt x="928" y="2856"/>
                </a:lnTo>
                <a:lnTo>
                  <a:pt x="937" y="2863"/>
                </a:lnTo>
                <a:lnTo>
                  <a:pt x="940" y="2863"/>
                </a:lnTo>
                <a:lnTo>
                  <a:pt x="949" y="2868"/>
                </a:lnTo>
                <a:lnTo>
                  <a:pt x="952" y="2868"/>
                </a:lnTo>
                <a:lnTo>
                  <a:pt x="961" y="2868"/>
                </a:lnTo>
                <a:lnTo>
                  <a:pt x="961" y="2868"/>
                </a:lnTo>
                <a:lnTo>
                  <a:pt x="961" y="2951"/>
                </a:lnTo>
                <a:lnTo>
                  <a:pt x="914" y="2953"/>
                </a:lnTo>
                <a:lnTo>
                  <a:pt x="911" y="2953"/>
                </a:lnTo>
                <a:lnTo>
                  <a:pt x="911" y="2833"/>
                </a:lnTo>
                <a:close/>
                <a:moveTo>
                  <a:pt x="909" y="3558"/>
                </a:moveTo>
                <a:lnTo>
                  <a:pt x="923" y="3501"/>
                </a:lnTo>
                <a:lnTo>
                  <a:pt x="959" y="3506"/>
                </a:lnTo>
                <a:lnTo>
                  <a:pt x="959" y="3674"/>
                </a:lnTo>
                <a:lnTo>
                  <a:pt x="909" y="3674"/>
                </a:lnTo>
                <a:lnTo>
                  <a:pt x="909" y="3558"/>
                </a:lnTo>
                <a:close/>
                <a:moveTo>
                  <a:pt x="909" y="3733"/>
                </a:moveTo>
                <a:lnTo>
                  <a:pt x="959" y="3735"/>
                </a:lnTo>
                <a:lnTo>
                  <a:pt x="959" y="3943"/>
                </a:lnTo>
                <a:lnTo>
                  <a:pt x="956" y="3943"/>
                </a:lnTo>
                <a:lnTo>
                  <a:pt x="909" y="3789"/>
                </a:lnTo>
                <a:lnTo>
                  <a:pt x="909" y="3733"/>
                </a:lnTo>
                <a:close/>
                <a:moveTo>
                  <a:pt x="1169" y="3948"/>
                </a:moveTo>
                <a:lnTo>
                  <a:pt x="1117" y="3945"/>
                </a:lnTo>
                <a:lnTo>
                  <a:pt x="1067" y="3943"/>
                </a:lnTo>
                <a:lnTo>
                  <a:pt x="1067" y="3938"/>
                </a:lnTo>
                <a:lnTo>
                  <a:pt x="1211" y="3716"/>
                </a:lnTo>
                <a:lnTo>
                  <a:pt x="1211" y="3716"/>
                </a:lnTo>
                <a:lnTo>
                  <a:pt x="1334" y="3926"/>
                </a:lnTo>
                <a:lnTo>
                  <a:pt x="1237" y="3917"/>
                </a:lnTo>
                <a:lnTo>
                  <a:pt x="1237" y="3952"/>
                </a:lnTo>
                <a:lnTo>
                  <a:pt x="1207" y="3952"/>
                </a:lnTo>
                <a:lnTo>
                  <a:pt x="1169" y="3948"/>
                </a:lnTo>
                <a:close/>
              </a:path>
            </a:pathLst>
          </a:custGeom>
          <a:gradFill>
            <a:gsLst>
              <a:gs pos="60200">
                <a:srgbClr val="BDC8DD">
                  <a:alpha val="28000"/>
                </a:srgbClr>
              </a:gs>
              <a:gs pos="100000">
                <a:srgbClr val="91A3C7">
                  <a:alpha val="34000"/>
                </a:srgbClr>
              </a:gs>
              <a:gs pos="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D2745C86-44A4-DAEA-CBB1-4F28FE8CA1E7}"/>
              </a:ext>
            </a:extLst>
          </p:cNvPr>
          <p:cNvSpPr/>
          <p:nvPr/>
        </p:nvSpPr>
        <p:spPr>
          <a:xfrm>
            <a:off x="0" y="1999877"/>
            <a:ext cx="12192000" cy="2858245"/>
          </a:xfrm>
          <a:custGeom>
            <a:avLst/>
            <a:gdLst>
              <a:gd name="connsiteX0" fmla="*/ 12192000 w 12192000"/>
              <a:gd name="connsiteY0" fmla="*/ 0 h 2858245"/>
              <a:gd name="connsiteX1" fmla="*/ 12192000 w 12192000"/>
              <a:gd name="connsiteY1" fmla="*/ 2192169 h 2858245"/>
              <a:gd name="connsiteX2" fmla="*/ 12162373 w 12192000"/>
              <a:gd name="connsiteY2" fmla="*/ 2188391 h 2858245"/>
              <a:gd name="connsiteX3" fmla="*/ 9274629 w 12192000"/>
              <a:gd name="connsiteY3" fmla="*/ 2856417 h 2858245"/>
              <a:gd name="connsiteX4" fmla="*/ 5776686 w 12192000"/>
              <a:gd name="connsiteY4" fmla="*/ 1927502 h 2858245"/>
              <a:gd name="connsiteX5" fmla="*/ 2206171 w 12192000"/>
              <a:gd name="connsiteY5" fmla="*/ 2667731 h 2858245"/>
              <a:gd name="connsiteX6" fmla="*/ 219564 w 12192000"/>
              <a:gd name="connsiteY6" fmla="*/ 2197930 h 2858245"/>
              <a:gd name="connsiteX7" fmla="*/ 0 w 12192000"/>
              <a:gd name="connsiteY7" fmla="*/ 2105996 h 2858245"/>
              <a:gd name="connsiteX8" fmla="*/ 0 w 12192000"/>
              <a:gd name="connsiteY8" fmla="*/ 587068 h 2858245"/>
              <a:gd name="connsiteX9" fmla="*/ 9001 w 12192000"/>
              <a:gd name="connsiteY9" fmla="*/ 590218 h 2858245"/>
              <a:gd name="connsiteX10" fmla="*/ 2525486 w 12192000"/>
              <a:gd name="connsiteY10" fmla="*/ 1259845 h 2858245"/>
              <a:gd name="connsiteX11" fmla="*/ 5617029 w 12192000"/>
              <a:gd name="connsiteY11" fmla="*/ 432531 h 2858245"/>
              <a:gd name="connsiteX12" fmla="*/ 8824686 w 12192000"/>
              <a:gd name="connsiteY12" fmla="*/ 1288874 h 2858245"/>
              <a:gd name="connsiteX13" fmla="*/ 12023498 w 12192000"/>
              <a:gd name="connsiteY13" fmla="*/ 89865 h 2858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2858245">
                <a:moveTo>
                  <a:pt x="12192000" y="0"/>
                </a:moveTo>
                <a:lnTo>
                  <a:pt x="12192000" y="2192169"/>
                </a:lnTo>
                <a:lnTo>
                  <a:pt x="12162373" y="2188391"/>
                </a:lnTo>
                <a:cubicBezTo>
                  <a:pt x="11536250" y="2166563"/>
                  <a:pt x="10290629" y="2899507"/>
                  <a:pt x="9274629" y="2856417"/>
                </a:cubicBezTo>
                <a:cubicBezTo>
                  <a:pt x="8190896" y="2810455"/>
                  <a:pt x="6954762" y="1958950"/>
                  <a:pt x="5776686" y="1927502"/>
                </a:cubicBezTo>
                <a:cubicBezTo>
                  <a:pt x="4598610" y="1896054"/>
                  <a:pt x="3321352" y="2706436"/>
                  <a:pt x="2206171" y="2667731"/>
                </a:cubicBezTo>
                <a:cubicBezTo>
                  <a:pt x="1509183" y="2643541"/>
                  <a:pt x="856135" y="2452096"/>
                  <a:pt x="219564" y="2197930"/>
                </a:cubicBezTo>
                <a:lnTo>
                  <a:pt x="0" y="2105996"/>
                </a:lnTo>
                <a:lnTo>
                  <a:pt x="0" y="587068"/>
                </a:lnTo>
                <a:lnTo>
                  <a:pt x="9001" y="590218"/>
                </a:lnTo>
                <a:cubicBezTo>
                  <a:pt x="583444" y="798147"/>
                  <a:pt x="1676703" y="1272545"/>
                  <a:pt x="2525486" y="1259845"/>
                </a:cubicBezTo>
                <a:cubicBezTo>
                  <a:pt x="3495524" y="1245331"/>
                  <a:pt x="4567162" y="427693"/>
                  <a:pt x="5617029" y="432531"/>
                </a:cubicBezTo>
                <a:cubicBezTo>
                  <a:pt x="6666896" y="437369"/>
                  <a:pt x="7678058" y="1388055"/>
                  <a:pt x="8824686" y="1288874"/>
                </a:cubicBezTo>
                <a:cubicBezTo>
                  <a:pt x="9827986" y="1202091"/>
                  <a:pt x="10920186" y="673586"/>
                  <a:pt x="12023498" y="89865"/>
                </a:cubicBezTo>
                <a:close/>
              </a:path>
            </a:pathLst>
          </a:custGeom>
          <a:solidFill>
            <a:srgbClr val="1D4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83D2A4A2-8300-4494-0762-E0898089C319}"/>
              </a:ext>
            </a:extLst>
          </p:cNvPr>
          <p:cNvSpPr txBox="1"/>
          <p:nvPr/>
        </p:nvSpPr>
        <p:spPr>
          <a:xfrm>
            <a:off x="561185" y="218614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latin typeface="江城斜黑体 900W" panose="020B0A00000000000000" pitchFamily="34" charset="-122"/>
                <a:ea typeface="江城斜黑体 900W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C87AEC2F-389F-224A-5F29-5C464E8A443F}"/>
              </a:ext>
            </a:extLst>
          </p:cNvPr>
          <p:cNvSpPr txBox="1"/>
          <p:nvPr/>
        </p:nvSpPr>
        <p:spPr>
          <a:xfrm>
            <a:off x="561185" y="899162"/>
            <a:ext cx="2062922" cy="461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ea typeface="MiSans Heavy" panose="00000A00000000000000" pitchFamily="2" charset="-122"/>
                <a:cs typeface="+mn-ea"/>
                <a:sym typeface="+mn-lt"/>
              </a:rPr>
              <a:t>CONTENTS</a:t>
            </a:r>
            <a:endParaRPr lang="zh-CN" altLang="en-US" dirty="0">
              <a:solidFill>
                <a:schemeClr val="bg1">
                  <a:lumMod val="65000"/>
                </a:schemeClr>
              </a:solidFill>
              <a:ea typeface="MiSans Heavy" panose="00000A00000000000000" pitchFamily="2" charset="-122"/>
              <a:cs typeface="+mn-ea"/>
              <a:sym typeface="+mn-lt"/>
            </a:endParaRPr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13A2A4EC-2063-2F27-540A-1E767EB3A5E3}"/>
              </a:ext>
            </a:extLst>
          </p:cNvPr>
          <p:cNvSpPr/>
          <p:nvPr/>
        </p:nvSpPr>
        <p:spPr>
          <a:xfrm>
            <a:off x="-348343" y="416719"/>
            <a:ext cx="967468" cy="881062"/>
          </a:xfrm>
          <a:prstGeom prst="parallelogram">
            <a:avLst>
              <a:gd name="adj" fmla="val 18514"/>
            </a:avLst>
          </a:prstGeom>
          <a:solidFill>
            <a:srgbClr val="1D418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solidFill>
                <a:schemeClr val="tx1"/>
              </a:solidFill>
              <a:cs typeface="+mn-ea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52E36D6C-7EAF-7915-0DF3-52255787A68E}"/>
              </a:ext>
            </a:extLst>
          </p:cNvPr>
          <p:cNvSpPr/>
          <p:nvPr/>
        </p:nvSpPr>
        <p:spPr>
          <a:xfrm>
            <a:off x="-246743" y="2927368"/>
            <a:ext cx="12700000" cy="1133470"/>
          </a:xfrm>
          <a:custGeom>
            <a:avLst/>
            <a:gdLst>
              <a:gd name="connsiteX0" fmla="*/ 0 w 12700000"/>
              <a:gd name="connsiteY0" fmla="*/ 362857 h 1133470"/>
              <a:gd name="connsiteX1" fmla="*/ 2685143 w 12700000"/>
              <a:gd name="connsiteY1" fmla="*/ 1016000 h 1133470"/>
              <a:gd name="connsiteX2" fmla="*/ 5747657 w 12700000"/>
              <a:gd name="connsiteY2" fmla="*/ 246743 h 1133470"/>
              <a:gd name="connsiteX3" fmla="*/ 9332686 w 12700000"/>
              <a:gd name="connsiteY3" fmla="*/ 1132114 h 1133470"/>
              <a:gd name="connsiteX4" fmla="*/ 12700000 w 12700000"/>
              <a:gd name="connsiteY4" fmla="*/ 0 h 1133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0000" h="1133470">
                <a:moveTo>
                  <a:pt x="0" y="362857"/>
                </a:moveTo>
                <a:cubicBezTo>
                  <a:pt x="863600" y="699104"/>
                  <a:pt x="1727200" y="1035352"/>
                  <a:pt x="2685143" y="1016000"/>
                </a:cubicBezTo>
                <a:cubicBezTo>
                  <a:pt x="3643086" y="996648"/>
                  <a:pt x="4639733" y="227391"/>
                  <a:pt x="5747657" y="246743"/>
                </a:cubicBezTo>
                <a:cubicBezTo>
                  <a:pt x="6855581" y="266095"/>
                  <a:pt x="8173962" y="1173238"/>
                  <a:pt x="9332686" y="1132114"/>
                </a:cubicBezTo>
                <a:cubicBezTo>
                  <a:pt x="10491410" y="1090990"/>
                  <a:pt x="11595705" y="545495"/>
                  <a:pt x="12700000" y="0"/>
                </a:cubicBezTo>
              </a:path>
            </a:pathLst>
          </a:custGeom>
          <a:noFill/>
          <a:ln w="25400">
            <a:gradFill flip="none" rotWithShape="1"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0">
                  <a:schemeClr val="bg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D94E733-DAD6-D24C-9FBF-51267D1853B1}"/>
              </a:ext>
            </a:extLst>
          </p:cNvPr>
          <p:cNvSpPr txBox="1"/>
          <p:nvPr/>
        </p:nvSpPr>
        <p:spPr>
          <a:xfrm>
            <a:off x="1940960" y="3301006"/>
            <a:ext cx="745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i="1" dirty="0">
                <a:solidFill>
                  <a:schemeClr val="bg1"/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01</a:t>
            </a:r>
            <a:endParaRPr lang="zh-CN" altLang="en-US" sz="3600" i="1" dirty="0">
              <a:solidFill>
                <a:schemeClr val="bg1"/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ADA9C6C-7D1C-DBCB-9992-4D1CCA67AA69}"/>
              </a:ext>
            </a:extLst>
          </p:cNvPr>
          <p:cNvSpPr txBox="1"/>
          <p:nvPr/>
        </p:nvSpPr>
        <p:spPr>
          <a:xfrm>
            <a:off x="4254780" y="3422760"/>
            <a:ext cx="798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i="1" dirty="0">
                <a:solidFill>
                  <a:schemeClr val="bg1"/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02</a:t>
            </a:r>
            <a:endParaRPr lang="zh-CN" altLang="en-US" sz="3600" i="1" dirty="0">
              <a:solidFill>
                <a:schemeClr val="bg1"/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4C45016-87BD-8068-CE72-E74BAA6AA9F6}"/>
              </a:ext>
            </a:extLst>
          </p:cNvPr>
          <p:cNvSpPr txBox="1"/>
          <p:nvPr/>
        </p:nvSpPr>
        <p:spPr>
          <a:xfrm>
            <a:off x="6844931" y="2977841"/>
            <a:ext cx="798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i="1" dirty="0">
                <a:solidFill>
                  <a:schemeClr val="bg1"/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03</a:t>
            </a:r>
            <a:endParaRPr lang="zh-CN" altLang="en-US" sz="3600" i="1" dirty="0">
              <a:solidFill>
                <a:schemeClr val="bg1"/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89229FA-F893-B300-DA54-1760F2C1CF70}"/>
              </a:ext>
            </a:extLst>
          </p:cNvPr>
          <p:cNvSpPr txBox="1"/>
          <p:nvPr/>
        </p:nvSpPr>
        <p:spPr>
          <a:xfrm>
            <a:off x="9789280" y="4003320"/>
            <a:ext cx="809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i="1" dirty="0">
                <a:solidFill>
                  <a:schemeClr val="bg1"/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04</a:t>
            </a:r>
            <a:endParaRPr lang="zh-CN" altLang="en-US" sz="3600" i="1" dirty="0">
              <a:solidFill>
                <a:schemeClr val="bg1"/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794E5BC7-4CBB-4795-D030-B8EDA28DBC8C}"/>
              </a:ext>
            </a:extLst>
          </p:cNvPr>
          <p:cNvSpPr/>
          <p:nvPr/>
        </p:nvSpPr>
        <p:spPr>
          <a:xfrm>
            <a:off x="2261812" y="1899853"/>
            <a:ext cx="1943097" cy="5205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江城斜黑体 900W" panose="020B0A00000000000000" pitchFamily="34" charset="-122"/>
                <a:ea typeface="江城斜黑体 900W" panose="020B0A00000000000000" pitchFamily="34" charset="-122"/>
                <a:cs typeface="+mn-ea"/>
                <a:sym typeface="+mn-lt"/>
              </a:rPr>
              <a:t>电子技术行业分析</a:t>
            </a:r>
            <a:endParaRPr lang="en-US" sz="1600" dirty="0">
              <a:latin typeface="江城斜黑体 900W" panose="020B0A00000000000000" pitchFamily="34" charset="-122"/>
              <a:ea typeface="江城斜黑体 900W" panose="020B0A00000000000000" pitchFamily="34" charset="-122"/>
              <a:cs typeface="+mn-ea"/>
              <a:sym typeface="+mn-lt"/>
            </a:endParaRPr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10E41C5F-EBE3-EB01-E3E3-A4B0A98E2262}"/>
              </a:ext>
            </a:extLst>
          </p:cNvPr>
          <p:cNvSpPr/>
          <p:nvPr/>
        </p:nvSpPr>
        <p:spPr>
          <a:xfrm>
            <a:off x="2838798" y="4713984"/>
            <a:ext cx="2101499" cy="11334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600" b="1" dirty="0" err="1">
                <a:solidFill>
                  <a:srgbClr val="000000"/>
                </a:solidFill>
                <a:latin typeface="江城斜黑体 900W" panose="020B0A00000000000000" pitchFamily="34" charset="-122"/>
                <a:ea typeface="江城斜黑体 900W" panose="020B0A00000000000000" pitchFamily="34" charset="-122"/>
                <a:cs typeface="+mn-ea"/>
                <a:sym typeface="+mn-lt"/>
              </a:rPr>
              <a:t>自我</a:t>
            </a:r>
            <a:r>
              <a:rPr lang="zh-CN" altLang="en-US" sz="1600" b="1" dirty="0">
                <a:solidFill>
                  <a:srgbClr val="000000"/>
                </a:solidFill>
                <a:latin typeface="江城斜黑体 900W" panose="020B0A00000000000000" pitchFamily="34" charset="-122"/>
                <a:ea typeface="江城斜黑体 900W" panose="020B0A00000000000000" pitchFamily="34" charset="-122"/>
                <a:cs typeface="+mn-ea"/>
                <a:sym typeface="+mn-lt"/>
              </a:rPr>
              <a:t>分析</a:t>
            </a:r>
            <a:endParaRPr lang="en-US" sz="1600" dirty="0">
              <a:latin typeface="江城斜黑体 900W" panose="020B0A00000000000000" pitchFamily="34" charset="-122"/>
              <a:ea typeface="江城斜黑体 900W" panose="020B0A00000000000000" pitchFamily="34" charset="-122"/>
              <a:cs typeface="+mn-ea"/>
              <a:sym typeface="+mn-lt"/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6BCB0011-70D2-5225-F2F2-EA6739EA8761}"/>
              </a:ext>
            </a:extLst>
          </p:cNvPr>
          <p:cNvSpPr/>
          <p:nvPr/>
        </p:nvSpPr>
        <p:spPr>
          <a:xfrm>
            <a:off x="7271960" y="1496076"/>
            <a:ext cx="2291140" cy="6603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600" b="1" dirty="0" err="1">
                <a:solidFill>
                  <a:srgbClr val="000000"/>
                </a:solidFill>
                <a:latin typeface="江城斜黑体 900W" panose="020B0A00000000000000" pitchFamily="34" charset="-122"/>
                <a:ea typeface="江城斜黑体 900W" panose="020B0A00000000000000" pitchFamily="34" charset="-122"/>
                <a:cs typeface="+mn-ea"/>
                <a:sym typeface="+mn-lt"/>
              </a:rPr>
              <a:t>目标设定与路径规划</a:t>
            </a:r>
            <a:endParaRPr lang="en-US" sz="1600" dirty="0">
              <a:latin typeface="江城斜黑体 900W" panose="020B0A00000000000000" pitchFamily="34" charset="-122"/>
              <a:ea typeface="江城斜黑体 900W" panose="020B0A00000000000000" pitchFamily="34" charset="-122"/>
              <a:cs typeface="+mn-ea"/>
              <a:sym typeface="+mn-lt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B808E1E5-AE10-DE10-5B1D-234C3EA05DB7}"/>
              </a:ext>
            </a:extLst>
          </p:cNvPr>
          <p:cNvSpPr/>
          <p:nvPr/>
        </p:nvSpPr>
        <p:spPr>
          <a:xfrm>
            <a:off x="8455626" y="5224799"/>
            <a:ext cx="1984544" cy="13563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江城斜黑体 900W" panose="020B0A00000000000000" pitchFamily="34" charset="-122"/>
                <a:ea typeface="江城斜黑体 900W" panose="020B0A00000000000000" pitchFamily="34" charset="-122"/>
                <a:cs typeface="+mn-ea"/>
                <a:sym typeface="+mn-lt"/>
              </a:rPr>
              <a:t>发展策略和行动计划</a:t>
            </a:r>
            <a:endParaRPr lang="en-US" sz="1600" dirty="0">
              <a:latin typeface="江城斜黑体 900W" panose="020B0A00000000000000" pitchFamily="34" charset="-122"/>
              <a:ea typeface="江城斜黑体 900W" panose="020B0A00000000000000" pitchFamily="34" charset="-122"/>
              <a:cs typeface="+mn-ea"/>
              <a:sym typeface="+mn-lt"/>
            </a:endParaRPr>
          </a:p>
        </p:txBody>
      </p:sp>
      <p:sp>
        <p:nvSpPr>
          <p:cNvPr id="44" name="等腰三角形 43">
            <a:extLst>
              <a:ext uri="{FF2B5EF4-FFF2-40B4-BE49-F238E27FC236}">
                <a16:creationId xmlns:a16="http://schemas.microsoft.com/office/drawing/2014/main" id="{AA3B27F6-8043-10F5-52B9-09E3AB617F51}"/>
              </a:ext>
            </a:extLst>
          </p:cNvPr>
          <p:cNvSpPr/>
          <p:nvPr/>
        </p:nvSpPr>
        <p:spPr>
          <a:xfrm rot="10800000">
            <a:off x="2277555" y="2537182"/>
            <a:ext cx="246737" cy="355168"/>
          </a:xfrm>
          <a:prstGeom prst="triangle">
            <a:avLst/>
          </a:prstGeom>
          <a:noFill/>
          <a:ln w="25400">
            <a:solidFill>
              <a:srgbClr val="1D4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等腰三角形 44" descr="D:\51PPT模板网\51pptmoban.com\图片.jpg">
            <a:extLst>
              <a:ext uri="{FF2B5EF4-FFF2-40B4-BE49-F238E27FC236}">
                <a16:creationId xmlns:a16="http://schemas.microsoft.com/office/drawing/2014/main" id="{F80E0446-E846-45BD-9BAB-475FB8E3100D}"/>
              </a:ext>
            </a:extLst>
          </p:cNvPr>
          <p:cNvSpPr/>
          <p:nvPr/>
        </p:nvSpPr>
        <p:spPr>
          <a:xfrm rot="10800000">
            <a:off x="7271960" y="2186736"/>
            <a:ext cx="246737" cy="355168"/>
          </a:xfrm>
          <a:prstGeom prst="triangle">
            <a:avLst/>
          </a:prstGeom>
          <a:noFill/>
          <a:ln w="25400">
            <a:solidFill>
              <a:srgbClr val="1D4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等腰三角形 45">
            <a:extLst>
              <a:ext uri="{FF2B5EF4-FFF2-40B4-BE49-F238E27FC236}">
                <a16:creationId xmlns:a16="http://schemas.microsoft.com/office/drawing/2014/main" id="{E1025F17-C097-1B47-729C-DFE101226398}"/>
              </a:ext>
            </a:extLst>
          </p:cNvPr>
          <p:cNvSpPr/>
          <p:nvPr/>
        </p:nvSpPr>
        <p:spPr>
          <a:xfrm>
            <a:off x="4486893" y="4502954"/>
            <a:ext cx="246737" cy="355168"/>
          </a:xfrm>
          <a:prstGeom prst="triangle">
            <a:avLst/>
          </a:prstGeom>
          <a:noFill/>
          <a:ln w="25400">
            <a:solidFill>
              <a:srgbClr val="1D4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等腰三角形 46">
            <a:extLst>
              <a:ext uri="{FF2B5EF4-FFF2-40B4-BE49-F238E27FC236}">
                <a16:creationId xmlns:a16="http://schemas.microsoft.com/office/drawing/2014/main" id="{00D2968B-F1C0-31F3-2E81-B6716979FD45}"/>
              </a:ext>
            </a:extLst>
          </p:cNvPr>
          <p:cNvSpPr/>
          <p:nvPr/>
        </p:nvSpPr>
        <p:spPr>
          <a:xfrm>
            <a:off x="10194198" y="5142068"/>
            <a:ext cx="246737" cy="355168"/>
          </a:xfrm>
          <a:prstGeom prst="triangle">
            <a:avLst/>
          </a:prstGeom>
          <a:noFill/>
          <a:ln w="25400">
            <a:solidFill>
              <a:srgbClr val="1D4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78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AE5C531-5531-7DAF-E9D5-6C4F4B8CCFFE}"/>
              </a:ext>
            </a:extLst>
          </p:cNvPr>
          <p:cNvSpPr/>
          <p:nvPr/>
        </p:nvSpPr>
        <p:spPr>
          <a:xfrm>
            <a:off x="2795256" y="2967335"/>
            <a:ext cx="66014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01.</a:t>
            </a:r>
            <a:r>
              <a:rPr lang="zh-CN" alt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电子技术行业分析</a:t>
            </a:r>
          </a:p>
        </p:txBody>
      </p:sp>
    </p:spTree>
    <p:extLst>
      <p:ext uri="{BB962C8B-B14F-4D97-AF65-F5344CB8AC3E}">
        <p14:creationId xmlns:p14="http://schemas.microsoft.com/office/powerpoint/2010/main" val="1803670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DC3F9-E74D-DD90-31FC-CCCF917D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9073196-E746-E7C0-B346-9F3B15B8FEDC}"/>
              </a:ext>
            </a:extLst>
          </p:cNvPr>
          <p:cNvSpPr/>
          <p:nvPr/>
        </p:nvSpPr>
        <p:spPr>
          <a:xfrm>
            <a:off x="4877663" y="3110408"/>
            <a:ext cx="2294995" cy="395514"/>
          </a:xfrm>
          <a:prstGeom prst="roundRect">
            <a:avLst>
              <a:gd name="adj" fmla="val 0"/>
            </a:avLst>
          </a:prstGeom>
          <a:solidFill>
            <a:srgbClr val="1D4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02C2638-55F0-EBB8-2678-0BD76486989B}"/>
              </a:ext>
            </a:extLst>
          </p:cNvPr>
          <p:cNvSpPr/>
          <p:nvPr/>
        </p:nvSpPr>
        <p:spPr>
          <a:xfrm>
            <a:off x="6464036" y="871928"/>
            <a:ext cx="2294995" cy="395514"/>
          </a:xfrm>
          <a:prstGeom prst="roundRect">
            <a:avLst>
              <a:gd name="adj" fmla="val 0"/>
            </a:avLst>
          </a:prstGeom>
          <a:solidFill>
            <a:srgbClr val="1D4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FD18A1A-8C62-CDE6-26C5-CB7C18446BB0}"/>
              </a:ext>
            </a:extLst>
          </p:cNvPr>
          <p:cNvSpPr/>
          <p:nvPr/>
        </p:nvSpPr>
        <p:spPr>
          <a:xfrm>
            <a:off x="436915" y="1471498"/>
            <a:ext cx="5393668" cy="151251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电子技术行业是当今全球经济发展中最具活力和创新性的领域之一。随着信息技术、通信技术、人工智能、物联网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n-ea"/>
              </a:rPr>
              <a:t>电子技术行业是当今全球经济发展中最具活力和创新性的领域之一。随着信息技术、通信技术、人工智能、物联网等新兴技术的蓬勃发展，电子技术作为这些技术的基础支撑，其应用范围不断扩大，涵盖了消费电子、通信设备、汽车电子、工业控制、医疗电子等众多行业。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658BF7E-83AC-3E0B-F615-4DD445765909}"/>
              </a:ext>
            </a:extLst>
          </p:cNvPr>
          <p:cNvSpPr/>
          <p:nvPr/>
        </p:nvSpPr>
        <p:spPr>
          <a:xfrm>
            <a:off x="904526" y="763618"/>
            <a:ext cx="2294995" cy="395514"/>
          </a:xfrm>
          <a:prstGeom prst="roundRect">
            <a:avLst>
              <a:gd name="adj" fmla="val 0"/>
            </a:avLst>
          </a:prstGeom>
          <a:solidFill>
            <a:srgbClr val="DCD0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cs typeface="+mn-ea"/>
              </a:rPr>
              <a:t>行业风向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5E0039-D3B2-6869-EE6A-751A0E0FF483}"/>
              </a:ext>
            </a:extLst>
          </p:cNvPr>
          <p:cNvSpPr txBox="1"/>
          <p:nvPr/>
        </p:nvSpPr>
        <p:spPr>
          <a:xfrm>
            <a:off x="815623" y="218614"/>
            <a:ext cx="2236510" cy="3744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2000" dirty="0">
                <a:latin typeface="+mn-ea"/>
                <a:cs typeface="+mn-ea"/>
                <a:sym typeface="+mn-lt"/>
              </a:rPr>
              <a:t>电子技术行业分析</a:t>
            </a:r>
            <a:endParaRPr lang="en-US" altLang="zh-CN" sz="2000" dirty="0">
              <a:latin typeface="+mn-ea"/>
              <a:cs typeface="+mn-ea"/>
              <a:sym typeface="+mn-lt"/>
            </a:endParaRPr>
          </a:p>
        </p:txBody>
      </p:sp>
      <p:sp>
        <p:nvSpPr>
          <p:cNvPr id="7" name="Text 3"/>
          <p:cNvSpPr/>
          <p:nvPr/>
        </p:nvSpPr>
        <p:spPr>
          <a:xfrm>
            <a:off x="1860097" y="2270276"/>
            <a:ext cx="1122463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2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1273833" y="2726267"/>
            <a:ext cx="4183061" cy="558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endParaRPr lang="en-US" sz="1400" dirty="0">
              <a:cs typeface="+mn-ea"/>
              <a:sym typeface="+mn-lt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88364" y="3182258"/>
            <a:ext cx="1473592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200"/>
              </a:lnSpc>
            </a:pPr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人才需求</a:t>
            </a:r>
            <a:endParaRPr 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26652" y="3862431"/>
            <a:ext cx="9260483" cy="12333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indent="304800" algn="l">
              <a:lnSpc>
                <a:spcPct val="20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仿宋_GB2312"/>
            </a:endParaRPr>
          </a:p>
          <a:p>
            <a:pPr indent="306070" algn="just">
              <a:lnSpc>
                <a:spcPct val="200000"/>
              </a:lnSpc>
            </a:pP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嵌入式系统开发人才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：在智能化、物联网化的发展趋势下，嵌入式系统作为实现设备智能化控制的核心技术，其开发人才需求持续增长。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仿宋_GB2312"/>
            </a:endParaRPr>
          </a:p>
          <a:p>
            <a:pPr indent="306070" algn="just">
              <a:lnSpc>
                <a:spcPct val="200000"/>
              </a:lnSpc>
            </a:pP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电子测试与可靠性工程人才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：为确保电子产品的质量和可靠性，具备专业电子测试技术和可靠性分析能力的人才也是行业所急需的。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仿宋_GB231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934020" y="900421"/>
            <a:ext cx="1355025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200"/>
              </a:lnSpc>
            </a:pP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时代机遇</a:t>
            </a:r>
            <a:endParaRPr 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Text 8"/>
          <p:cNvSpPr/>
          <p:nvPr/>
        </p:nvSpPr>
        <p:spPr>
          <a:xfrm>
            <a:off x="6025162" y="1700287"/>
            <a:ext cx="5893680" cy="11399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目前，我国电子技术行业已经取得了长足的发展，在全球电子产业链中占据重要地位。在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5G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通信技术、半导体芯片制造等领域也不断取得突破。然而，与国际先进水平相比，我国电子技术行业在一些高端核心技术方面仍存在一定的差距，这给电子技术人员带来了巨大的机遇与挑战。 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仿宋_GB2312"/>
            </a:endParaRPr>
          </a:p>
          <a:p>
            <a:pPr>
              <a:lnSpc>
                <a:spcPts val="2200"/>
              </a:lnSpc>
            </a:pPr>
            <a:endParaRPr 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3546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6FFAC-3CF0-873C-ADF9-62CA7F470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97C9538-1ABF-8294-0377-B90BB55CA8AB}"/>
              </a:ext>
            </a:extLst>
          </p:cNvPr>
          <p:cNvSpPr/>
          <p:nvPr/>
        </p:nvSpPr>
        <p:spPr>
          <a:xfrm>
            <a:off x="4180249" y="2967335"/>
            <a:ext cx="38314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02.</a:t>
            </a:r>
            <a:r>
              <a:rPr lang="zh-CN" alt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自我</a:t>
            </a:r>
            <a:r>
              <a:rPr lang="zh-CN" alt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分析</a:t>
            </a:r>
          </a:p>
        </p:txBody>
      </p:sp>
    </p:spTree>
    <p:extLst>
      <p:ext uri="{BB962C8B-B14F-4D97-AF65-F5344CB8AC3E}">
        <p14:creationId xmlns:p14="http://schemas.microsoft.com/office/powerpoint/2010/main" val="3409513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7C861-77FA-9184-CE44-C858AD0DA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2A92438-2C88-06F7-0254-62C1CF163F2F}"/>
              </a:ext>
            </a:extLst>
          </p:cNvPr>
          <p:cNvSpPr txBox="1"/>
          <p:nvPr/>
        </p:nvSpPr>
        <p:spPr>
          <a:xfrm>
            <a:off x="815623" y="218614"/>
            <a:ext cx="1210588" cy="3744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lnSpc>
                <a:spcPts val="2200"/>
              </a:lnSpc>
              <a:defRPr sz="2000" b="1">
                <a:solidFill>
                  <a:srgbClr val="000000"/>
                </a:solidFill>
                <a:latin typeface="+mn-ea"/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自</a:t>
            </a:r>
            <a:r>
              <a:rPr lang="zh-CN" altLang="en-US" dirty="0">
                <a:sym typeface="+mn-lt"/>
              </a:rPr>
              <a:t>我分析</a:t>
            </a:r>
            <a:endParaRPr lang="en-US" altLang="zh-CN" dirty="0">
              <a:sym typeface="+mn-lt"/>
            </a:endParaRPr>
          </a:p>
        </p:txBody>
      </p:sp>
      <p:sp>
        <p:nvSpPr>
          <p:cNvPr id="5" name="Text 1"/>
          <p:cNvSpPr/>
          <p:nvPr/>
        </p:nvSpPr>
        <p:spPr>
          <a:xfrm>
            <a:off x="922338" y="933653"/>
            <a:ext cx="106680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b="1" dirty="0">
                <a:solidFill>
                  <a:srgbClr val="1D418C"/>
                </a:solidFill>
                <a:cs typeface="+mn-ea"/>
                <a:sym typeface="+mn-lt"/>
              </a:rPr>
              <a:t>自我评估：性格、价值观与技能</a:t>
            </a:r>
            <a:endParaRPr lang="en-US" sz="3000" dirty="0">
              <a:solidFill>
                <a:srgbClr val="1D418C"/>
              </a:solidFill>
              <a:cs typeface="+mn-ea"/>
              <a:sym typeface="+mn-lt"/>
            </a:endParaRPr>
          </a:p>
        </p:txBody>
      </p:sp>
      <p:sp>
        <p:nvSpPr>
          <p:cNvPr id="19" name="Text 3"/>
          <p:cNvSpPr/>
          <p:nvPr/>
        </p:nvSpPr>
        <p:spPr>
          <a:xfrm>
            <a:off x="5187199" y="1816100"/>
            <a:ext cx="3217333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600" b="1" dirty="0">
                <a:solidFill>
                  <a:srgbClr val="000000"/>
                </a:solidFill>
                <a:cs typeface="+mn-ea"/>
                <a:sym typeface="+mn-lt"/>
              </a:rPr>
              <a:t>性格洞察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2" name="Text 5"/>
          <p:cNvSpPr/>
          <p:nvPr/>
        </p:nvSpPr>
        <p:spPr>
          <a:xfrm>
            <a:off x="5187198" y="3098802"/>
            <a:ext cx="3217333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600" b="1" dirty="0">
                <a:solidFill>
                  <a:srgbClr val="000000"/>
                </a:solidFill>
                <a:cs typeface="+mn-ea"/>
                <a:sym typeface="+mn-lt"/>
              </a:rPr>
              <a:t>价值取向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3" name="Text 6"/>
          <p:cNvSpPr/>
          <p:nvPr/>
        </p:nvSpPr>
        <p:spPr>
          <a:xfrm>
            <a:off x="5105309" y="3429002"/>
            <a:ext cx="6289367" cy="704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ym typeface="+mn-lt"/>
              </a:rPr>
              <a:t>我喜欢</a:t>
            </a:r>
            <a:r>
              <a:rPr lang="en-US" sz="1400" dirty="0" err="1">
                <a:sym typeface="+mn-lt"/>
              </a:rPr>
              <a:t>追求创新</a:t>
            </a:r>
            <a:r>
              <a:rPr lang="zh-CN" altLang="en-US" sz="1400" dirty="0">
                <a:sym typeface="+mn-lt"/>
              </a:rPr>
              <a:t>，</a:t>
            </a:r>
            <a:r>
              <a:rPr lang="en-US" sz="1400" dirty="0" err="1">
                <a:sym typeface="+mn-lt"/>
              </a:rPr>
              <a:t>这将引导</a:t>
            </a:r>
            <a:r>
              <a:rPr lang="zh-CN" altLang="en-US" sz="1400" dirty="0">
                <a:sym typeface="+mn-lt"/>
              </a:rPr>
              <a:t>我</a:t>
            </a:r>
            <a:r>
              <a:rPr lang="en-US" sz="1400" dirty="0" err="1">
                <a:sym typeface="+mn-lt"/>
              </a:rPr>
              <a:t>选择</a:t>
            </a:r>
            <a:r>
              <a:rPr lang="zh-CN" altLang="en-US" sz="1400" dirty="0">
                <a:sym typeface="+mn-lt"/>
              </a:rPr>
              <a:t>电子技术这一行业</a:t>
            </a:r>
            <a:r>
              <a:rPr lang="en-US" sz="1400" dirty="0">
                <a:sym typeface="+mn-lt"/>
              </a:rPr>
              <a:t>，</a:t>
            </a:r>
            <a:r>
              <a:rPr lang="zh-CN" altLang="en-US" sz="1400" dirty="0">
                <a:sym typeface="+mn-lt"/>
              </a:rPr>
              <a:t>它与我专业对口而且充满发展前景和创新潜力。</a:t>
            </a:r>
            <a:endParaRPr lang="en-US" sz="1400" dirty="0">
              <a:sym typeface="+mn-lt"/>
            </a:endParaRPr>
          </a:p>
        </p:txBody>
      </p:sp>
      <p:sp>
        <p:nvSpPr>
          <p:cNvPr id="25" name="Text 7"/>
          <p:cNvSpPr/>
          <p:nvPr/>
        </p:nvSpPr>
        <p:spPr>
          <a:xfrm>
            <a:off x="5185259" y="4435375"/>
            <a:ext cx="3217333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600" b="1" dirty="0">
                <a:solidFill>
                  <a:srgbClr val="000000"/>
                </a:solidFill>
                <a:cs typeface="+mn-ea"/>
                <a:sym typeface="+mn-lt"/>
              </a:rPr>
              <a:t>技能盘点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26" name="Text 8"/>
          <p:cNvSpPr/>
          <p:nvPr/>
        </p:nvSpPr>
        <p:spPr>
          <a:xfrm>
            <a:off x="5078014" y="4765575"/>
            <a:ext cx="6218943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ym typeface="+mn-lt"/>
              </a:rPr>
              <a:t>我对目前一年半学习的专业知识掌握很扎实，如电路原理，模拟电子技术，</a:t>
            </a:r>
            <a:r>
              <a:rPr lang="en-US" altLang="zh-CN" sz="1400" dirty="0">
                <a:sym typeface="+mn-lt"/>
              </a:rPr>
              <a:t>C</a:t>
            </a:r>
            <a:r>
              <a:rPr lang="zh-CN" altLang="en-US" sz="1400" dirty="0">
                <a:sym typeface="+mn-lt"/>
              </a:rPr>
              <a:t>语言，</a:t>
            </a:r>
            <a:r>
              <a:rPr lang="en-US" altLang="zh-CN" sz="1400" dirty="0">
                <a:sym typeface="+mn-lt"/>
              </a:rPr>
              <a:t>C++</a:t>
            </a:r>
            <a:r>
              <a:rPr lang="zh-CN" altLang="en-US" sz="1400" dirty="0">
                <a:sym typeface="+mn-lt"/>
              </a:rPr>
              <a:t>等。并且在进一步的探索本行业的相关知识。</a:t>
            </a:r>
            <a:endParaRPr lang="en-US" altLang="zh-CN" sz="1400" dirty="0"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ym typeface="+mn-lt"/>
              </a:rPr>
              <a:t>我有良好的</a:t>
            </a:r>
            <a:r>
              <a:rPr lang="en-US" sz="1400" dirty="0" err="1">
                <a:sym typeface="+mn-lt"/>
              </a:rPr>
              <a:t>沟通</a:t>
            </a:r>
            <a:r>
              <a:rPr lang="zh-CN" altLang="en-US" sz="1400" dirty="0">
                <a:sym typeface="+mn-lt"/>
              </a:rPr>
              <a:t>和</a:t>
            </a:r>
            <a:r>
              <a:rPr lang="en-US" sz="1400" dirty="0" err="1">
                <a:sym typeface="+mn-lt"/>
              </a:rPr>
              <a:t>团队合作</a:t>
            </a:r>
            <a:r>
              <a:rPr lang="zh-CN" altLang="en-US" sz="1400" dirty="0">
                <a:sym typeface="+mn-lt"/>
              </a:rPr>
              <a:t>能力</a:t>
            </a:r>
            <a:r>
              <a:rPr lang="en-US" sz="1400" dirty="0">
                <a:sym typeface="+mn-lt"/>
              </a:rPr>
              <a:t>，并</a:t>
            </a:r>
            <a:r>
              <a:rPr lang="zh-CN" altLang="en-US" sz="1400" dirty="0">
                <a:sym typeface="+mn-lt"/>
              </a:rPr>
              <a:t>能</a:t>
            </a:r>
            <a:r>
              <a:rPr lang="en-US" sz="1400" dirty="0" err="1">
                <a:sym typeface="+mn-lt"/>
              </a:rPr>
              <a:t>识别需要提升的技能，制定学习计划</a:t>
            </a:r>
            <a:r>
              <a:rPr lang="zh-CN" altLang="en-US" sz="1400" dirty="0">
                <a:sym typeface="+mn-lt"/>
              </a:rPr>
              <a:t>并能严格执行。</a:t>
            </a:r>
            <a:endParaRPr lang="en-US" sz="1400" dirty="0"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B7BEEBC-2353-68BF-83EE-A6DA84B2F749}"/>
              </a:ext>
            </a:extLst>
          </p:cNvPr>
          <p:cNvSpPr txBox="1"/>
          <p:nvPr/>
        </p:nvSpPr>
        <p:spPr>
          <a:xfrm>
            <a:off x="5105310" y="2143228"/>
            <a:ext cx="6359820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通过MBTI性格测试，我测试自己为</a:t>
            </a:r>
            <a:r>
              <a:rPr lang="en-US" altLang="zh-CN" sz="1400" dirty="0"/>
              <a:t>INTJ</a:t>
            </a:r>
            <a:r>
              <a:rPr lang="zh-CN" altLang="en-US" sz="1400" dirty="0"/>
              <a:t>型，我做事喜欢计划性，有条不紊，严格谨慎。这对研究复杂电路的技术人员是很好的一项优点</a:t>
            </a:r>
          </a:p>
        </p:txBody>
      </p:sp>
      <p:sp>
        <p:nvSpPr>
          <p:cNvPr id="29" name="矩形: 圆角 28" descr="D:\51PPT模板网\51pptmoban.com\图片.jpg">
            <a:extLst>
              <a:ext uri="{FF2B5EF4-FFF2-40B4-BE49-F238E27FC236}">
                <a16:creationId xmlns:a16="http://schemas.microsoft.com/office/drawing/2014/main" id="{DAA5D31E-94C9-9326-1B8A-99A46646C344}"/>
              </a:ext>
            </a:extLst>
          </p:cNvPr>
          <p:cNvSpPr/>
          <p:nvPr/>
        </p:nvSpPr>
        <p:spPr>
          <a:xfrm>
            <a:off x="947738" y="1816100"/>
            <a:ext cx="3299809" cy="3822700"/>
          </a:xfrm>
          <a:prstGeom prst="roundRect">
            <a:avLst>
              <a:gd name="adj" fmla="val 0"/>
            </a:avLst>
          </a:prstGeom>
          <a:blipFill dpi="0"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组合 48" descr="D:\51PPT模板网\51pptmoban.com\图片.jpg">
            <a:extLst>
              <a:ext uri="{FF2B5EF4-FFF2-40B4-BE49-F238E27FC236}">
                <a16:creationId xmlns:a16="http://schemas.microsoft.com/office/drawing/2014/main" id="{1754887C-93AD-5F1A-F65A-ADED405C6216}"/>
              </a:ext>
            </a:extLst>
          </p:cNvPr>
          <p:cNvGrpSpPr/>
          <p:nvPr/>
        </p:nvGrpSpPr>
        <p:grpSpPr>
          <a:xfrm>
            <a:off x="4621340" y="3094467"/>
            <a:ext cx="373790" cy="373790"/>
            <a:chOff x="4621340" y="3094467"/>
            <a:chExt cx="373790" cy="373790"/>
          </a:xfrm>
          <a:solidFill>
            <a:srgbClr val="DCD0B0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FF2BFB7B-C45B-73DD-0741-DE0F222BEC98}"/>
                </a:ext>
              </a:extLst>
            </p:cNvPr>
            <p:cNvSpPr/>
            <p:nvPr/>
          </p:nvSpPr>
          <p:spPr>
            <a:xfrm>
              <a:off x="4753350" y="3094467"/>
              <a:ext cx="241780" cy="241307"/>
            </a:xfrm>
            <a:custGeom>
              <a:avLst/>
              <a:gdLst>
                <a:gd name="connsiteX0" fmla="*/ 199197 w 241780"/>
                <a:gd name="connsiteY0" fmla="*/ 42584 h 241307"/>
                <a:gd name="connsiteX1" fmla="*/ 194466 w 241780"/>
                <a:gd name="connsiteY1" fmla="*/ 0 h 241307"/>
                <a:gd name="connsiteX2" fmla="*/ 142419 w 241780"/>
                <a:gd name="connsiteY2" fmla="*/ 52047 h 241307"/>
                <a:gd name="connsiteX3" fmla="*/ 145258 w 241780"/>
                <a:gd name="connsiteY3" fmla="*/ 76651 h 241307"/>
                <a:gd name="connsiteX4" fmla="*/ 69553 w 241780"/>
                <a:gd name="connsiteY4" fmla="*/ 152355 h 241307"/>
                <a:gd name="connsiteX5" fmla="*/ 47315 w 241780"/>
                <a:gd name="connsiteY5" fmla="*/ 146677 h 241307"/>
                <a:gd name="connsiteX6" fmla="*/ 0 w 241780"/>
                <a:gd name="connsiteY6" fmla="*/ 193992 h 241307"/>
                <a:gd name="connsiteX7" fmla="*/ 47315 w 241780"/>
                <a:gd name="connsiteY7" fmla="*/ 241308 h 241307"/>
                <a:gd name="connsiteX8" fmla="*/ 94630 w 241780"/>
                <a:gd name="connsiteY8" fmla="*/ 193992 h 241307"/>
                <a:gd name="connsiteX9" fmla="*/ 89426 w 241780"/>
                <a:gd name="connsiteY9" fmla="*/ 172227 h 241307"/>
                <a:gd name="connsiteX10" fmla="*/ 165130 w 241780"/>
                <a:gd name="connsiteY10" fmla="*/ 96523 h 241307"/>
                <a:gd name="connsiteX11" fmla="*/ 189734 w 241780"/>
                <a:gd name="connsiteY11" fmla="*/ 99362 h 241307"/>
                <a:gd name="connsiteX12" fmla="*/ 241781 w 241780"/>
                <a:gd name="connsiteY12" fmla="*/ 47315 h 241307"/>
                <a:gd name="connsiteX13" fmla="*/ 199197 w 241780"/>
                <a:gd name="connsiteY13" fmla="*/ 42584 h 24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1780" h="241307">
                  <a:moveTo>
                    <a:pt x="199197" y="42584"/>
                  </a:moveTo>
                  <a:lnTo>
                    <a:pt x="194466" y="0"/>
                  </a:lnTo>
                  <a:lnTo>
                    <a:pt x="142419" y="52047"/>
                  </a:lnTo>
                  <a:lnTo>
                    <a:pt x="145258" y="76651"/>
                  </a:lnTo>
                  <a:lnTo>
                    <a:pt x="69553" y="152355"/>
                  </a:lnTo>
                  <a:cubicBezTo>
                    <a:pt x="62929" y="149043"/>
                    <a:pt x="55359" y="146677"/>
                    <a:pt x="47315" y="146677"/>
                  </a:cubicBezTo>
                  <a:cubicBezTo>
                    <a:pt x="21292" y="146677"/>
                    <a:pt x="0" y="167969"/>
                    <a:pt x="0" y="193992"/>
                  </a:cubicBezTo>
                  <a:cubicBezTo>
                    <a:pt x="0" y="220016"/>
                    <a:pt x="21292" y="241308"/>
                    <a:pt x="47315" y="241308"/>
                  </a:cubicBezTo>
                  <a:cubicBezTo>
                    <a:pt x="73339" y="241308"/>
                    <a:pt x="94630" y="220016"/>
                    <a:pt x="94630" y="193992"/>
                  </a:cubicBezTo>
                  <a:cubicBezTo>
                    <a:pt x="94630" y="185949"/>
                    <a:pt x="92738" y="178851"/>
                    <a:pt x="89426" y="172227"/>
                  </a:cubicBezTo>
                  <a:lnTo>
                    <a:pt x="165130" y="96523"/>
                  </a:lnTo>
                  <a:lnTo>
                    <a:pt x="189734" y="99362"/>
                  </a:lnTo>
                  <a:lnTo>
                    <a:pt x="241781" y="47315"/>
                  </a:lnTo>
                  <a:lnTo>
                    <a:pt x="199197" y="42584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D9DF5F82-5010-8B92-4491-6ECE91A18D56}"/>
                </a:ext>
              </a:extLst>
            </p:cNvPr>
            <p:cNvSpPr/>
            <p:nvPr/>
          </p:nvSpPr>
          <p:spPr>
            <a:xfrm>
              <a:off x="4621340" y="3108662"/>
              <a:ext cx="359595" cy="359595"/>
            </a:xfrm>
            <a:custGeom>
              <a:avLst/>
              <a:gdLst>
                <a:gd name="connsiteX0" fmla="*/ 334992 w 359595"/>
                <a:gd name="connsiteY0" fmla="*/ 98416 h 359595"/>
                <a:gd name="connsiteX1" fmla="*/ 328841 w 359595"/>
                <a:gd name="connsiteY1" fmla="*/ 105040 h 359595"/>
                <a:gd name="connsiteX2" fmla="*/ 319851 w 359595"/>
                <a:gd name="connsiteY2" fmla="*/ 104093 h 359595"/>
                <a:gd name="connsiteX3" fmla="*/ 309915 w 359595"/>
                <a:gd name="connsiteY3" fmla="*/ 102674 h 359595"/>
                <a:gd name="connsiteX4" fmla="*/ 331206 w 359595"/>
                <a:gd name="connsiteY4" fmla="*/ 179798 h 359595"/>
                <a:gd name="connsiteX5" fmla="*/ 179798 w 359595"/>
                <a:gd name="connsiteY5" fmla="*/ 331206 h 359595"/>
                <a:gd name="connsiteX6" fmla="*/ 28389 w 359595"/>
                <a:gd name="connsiteY6" fmla="*/ 179798 h 359595"/>
                <a:gd name="connsiteX7" fmla="*/ 179798 w 359595"/>
                <a:gd name="connsiteY7" fmla="*/ 28389 h 359595"/>
                <a:gd name="connsiteX8" fmla="*/ 256922 w 359595"/>
                <a:gd name="connsiteY8" fmla="*/ 49681 h 359595"/>
                <a:gd name="connsiteX9" fmla="*/ 255975 w 359595"/>
                <a:gd name="connsiteY9" fmla="*/ 40218 h 359595"/>
                <a:gd name="connsiteX10" fmla="*/ 254556 w 359595"/>
                <a:gd name="connsiteY10" fmla="*/ 30755 h 359595"/>
                <a:gd name="connsiteX11" fmla="*/ 261180 w 359595"/>
                <a:gd name="connsiteY11" fmla="*/ 24131 h 359595"/>
                <a:gd name="connsiteX12" fmla="*/ 264492 w 359595"/>
                <a:gd name="connsiteY12" fmla="*/ 20819 h 359595"/>
                <a:gd name="connsiteX13" fmla="*/ 179798 w 359595"/>
                <a:gd name="connsiteY13" fmla="*/ 0 h 359595"/>
                <a:gd name="connsiteX14" fmla="*/ 0 w 359595"/>
                <a:gd name="connsiteY14" fmla="*/ 179798 h 359595"/>
                <a:gd name="connsiteX15" fmla="*/ 179798 w 359595"/>
                <a:gd name="connsiteY15" fmla="*/ 359596 h 359595"/>
                <a:gd name="connsiteX16" fmla="*/ 359596 w 359595"/>
                <a:gd name="connsiteY16" fmla="*/ 179798 h 359595"/>
                <a:gd name="connsiteX17" fmla="*/ 338304 w 359595"/>
                <a:gd name="connsiteY17" fmla="*/ 95577 h 359595"/>
                <a:gd name="connsiteX18" fmla="*/ 334992 w 359595"/>
                <a:gd name="connsiteY18" fmla="*/ 98416 h 35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59595" h="359595">
                  <a:moveTo>
                    <a:pt x="334992" y="98416"/>
                  </a:moveTo>
                  <a:lnTo>
                    <a:pt x="328841" y="105040"/>
                  </a:lnTo>
                  <a:lnTo>
                    <a:pt x="319851" y="104093"/>
                  </a:lnTo>
                  <a:lnTo>
                    <a:pt x="309915" y="102674"/>
                  </a:lnTo>
                  <a:cubicBezTo>
                    <a:pt x="323163" y="125385"/>
                    <a:pt x="331206" y="151409"/>
                    <a:pt x="331206" y="179798"/>
                  </a:cubicBezTo>
                  <a:cubicBezTo>
                    <a:pt x="331206" y="263073"/>
                    <a:pt x="263073" y="331206"/>
                    <a:pt x="179798" y="331206"/>
                  </a:cubicBezTo>
                  <a:cubicBezTo>
                    <a:pt x="96523" y="331206"/>
                    <a:pt x="28389" y="263073"/>
                    <a:pt x="28389" y="179798"/>
                  </a:cubicBezTo>
                  <a:cubicBezTo>
                    <a:pt x="28389" y="96523"/>
                    <a:pt x="96523" y="28389"/>
                    <a:pt x="179798" y="28389"/>
                  </a:cubicBezTo>
                  <a:cubicBezTo>
                    <a:pt x="207714" y="28389"/>
                    <a:pt x="234210" y="35960"/>
                    <a:pt x="256922" y="49681"/>
                  </a:cubicBezTo>
                  <a:lnTo>
                    <a:pt x="255975" y="40218"/>
                  </a:lnTo>
                  <a:lnTo>
                    <a:pt x="254556" y="30755"/>
                  </a:lnTo>
                  <a:lnTo>
                    <a:pt x="261180" y="24131"/>
                  </a:lnTo>
                  <a:lnTo>
                    <a:pt x="264492" y="20819"/>
                  </a:lnTo>
                  <a:cubicBezTo>
                    <a:pt x="238942" y="7570"/>
                    <a:pt x="210553" y="0"/>
                    <a:pt x="179798" y="0"/>
                  </a:cubicBezTo>
                  <a:cubicBezTo>
                    <a:pt x="80436" y="0"/>
                    <a:pt x="0" y="80436"/>
                    <a:pt x="0" y="179798"/>
                  </a:cubicBezTo>
                  <a:cubicBezTo>
                    <a:pt x="0" y="279160"/>
                    <a:pt x="80436" y="359596"/>
                    <a:pt x="179798" y="359596"/>
                  </a:cubicBezTo>
                  <a:cubicBezTo>
                    <a:pt x="279160" y="359596"/>
                    <a:pt x="359596" y="279160"/>
                    <a:pt x="359596" y="179798"/>
                  </a:cubicBezTo>
                  <a:cubicBezTo>
                    <a:pt x="359596" y="149043"/>
                    <a:pt x="352025" y="120654"/>
                    <a:pt x="338304" y="95577"/>
                  </a:cubicBezTo>
                  <a:lnTo>
                    <a:pt x="334992" y="98416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F86ACF62-EF83-52CF-2A18-B6415312CE36}"/>
                </a:ext>
              </a:extLst>
            </p:cNvPr>
            <p:cNvSpPr/>
            <p:nvPr/>
          </p:nvSpPr>
          <p:spPr>
            <a:xfrm>
              <a:off x="4687582" y="3174903"/>
              <a:ext cx="227113" cy="227113"/>
            </a:xfrm>
            <a:custGeom>
              <a:avLst/>
              <a:gdLst>
                <a:gd name="connsiteX0" fmla="*/ 192573 w 227113"/>
                <a:gd name="connsiteY0" fmla="*/ 81382 h 227113"/>
                <a:gd name="connsiteX1" fmla="*/ 198724 w 227113"/>
                <a:gd name="connsiteY1" fmla="*/ 113557 h 227113"/>
                <a:gd name="connsiteX2" fmla="*/ 113557 w 227113"/>
                <a:gd name="connsiteY2" fmla="*/ 198724 h 227113"/>
                <a:gd name="connsiteX3" fmla="*/ 28389 w 227113"/>
                <a:gd name="connsiteY3" fmla="*/ 113557 h 227113"/>
                <a:gd name="connsiteX4" fmla="*/ 113557 w 227113"/>
                <a:gd name="connsiteY4" fmla="*/ 28389 h 227113"/>
                <a:gd name="connsiteX5" fmla="*/ 145731 w 227113"/>
                <a:gd name="connsiteY5" fmla="*/ 34540 h 227113"/>
                <a:gd name="connsiteX6" fmla="*/ 167023 w 227113"/>
                <a:gd name="connsiteY6" fmla="*/ 13248 h 227113"/>
                <a:gd name="connsiteX7" fmla="*/ 113557 w 227113"/>
                <a:gd name="connsiteY7" fmla="*/ 0 h 227113"/>
                <a:gd name="connsiteX8" fmla="*/ 0 w 227113"/>
                <a:gd name="connsiteY8" fmla="*/ 113557 h 227113"/>
                <a:gd name="connsiteX9" fmla="*/ 113557 w 227113"/>
                <a:gd name="connsiteY9" fmla="*/ 227113 h 227113"/>
                <a:gd name="connsiteX10" fmla="*/ 227113 w 227113"/>
                <a:gd name="connsiteY10" fmla="*/ 113557 h 227113"/>
                <a:gd name="connsiteX11" fmla="*/ 213865 w 227113"/>
                <a:gd name="connsiteY11" fmla="*/ 60090 h 227113"/>
                <a:gd name="connsiteX12" fmla="*/ 192573 w 227113"/>
                <a:gd name="connsiteY12" fmla="*/ 81382 h 227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113" h="227113">
                  <a:moveTo>
                    <a:pt x="192573" y="81382"/>
                  </a:moveTo>
                  <a:cubicBezTo>
                    <a:pt x="196831" y="91318"/>
                    <a:pt x="198724" y="102201"/>
                    <a:pt x="198724" y="113557"/>
                  </a:cubicBezTo>
                  <a:cubicBezTo>
                    <a:pt x="198724" y="160399"/>
                    <a:pt x="160399" y="198724"/>
                    <a:pt x="113557" y="198724"/>
                  </a:cubicBezTo>
                  <a:cubicBezTo>
                    <a:pt x="66714" y="198724"/>
                    <a:pt x="28389" y="160399"/>
                    <a:pt x="28389" y="113557"/>
                  </a:cubicBezTo>
                  <a:cubicBezTo>
                    <a:pt x="28389" y="66714"/>
                    <a:pt x="66714" y="28389"/>
                    <a:pt x="113557" y="28389"/>
                  </a:cubicBezTo>
                  <a:cubicBezTo>
                    <a:pt x="124912" y="28389"/>
                    <a:pt x="135795" y="30755"/>
                    <a:pt x="145731" y="34540"/>
                  </a:cubicBezTo>
                  <a:lnTo>
                    <a:pt x="167023" y="13248"/>
                  </a:lnTo>
                  <a:cubicBezTo>
                    <a:pt x="150936" y="4732"/>
                    <a:pt x="132956" y="0"/>
                    <a:pt x="113557" y="0"/>
                  </a:cubicBezTo>
                  <a:cubicBezTo>
                    <a:pt x="51100" y="0"/>
                    <a:pt x="0" y="51100"/>
                    <a:pt x="0" y="113557"/>
                  </a:cubicBezTo>
                  <a:cubicBezTo>
                    <a:pt x="0" y="176013"/>
                    <a:pt x="51100" y="227113"/>
                    <a:pt x="113557" y="227113"/>
                  </a:cubicBezTo>
                  <a:cubicBezTo>
                    <a:pt x="176013" y="227113"/>
                    <a:pt x="227113" y="176013"/>
                    <a:pt x="227113" y="113557"/>
                  </a:cubicBezTo>
                  <a:cubicBezTo>
                    <a:pt x="227113" y="94157"/>
                    <a:pt x="222381" y="76177"/>
                    <a:pt x="213865" y="60090"/>
                  </a:cubicBezTo>
                  <a:lnTo>
                    <a:pt x="192573" y="81382"/>
                  </a:ln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917DD42-AFD2-9EBA-C6DF-BDB3B1605C30}"/>
              </a:ext>
            </a:extLst>
          </p:cNvPr>
          <p:cNvGrpSpPr/>
          <p:nvPr/>
        </p:nvGrpSpPr>
        <p:grpSpPr>
          <a:xfrm>
            <a:off x="4628438" y="4487421"/>
            <a:ext cx="359595" cy="354864"/>
            <a:chOff x="4628438" y="4487421"/>
            <a:chExt cx="359595" cy="354864"/>
          </a:xfrm>
          <a:solidFill>
            <a:srgbClr val="1D418C"/>
          </a:solidFill>
        </p:grpSpPr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id="{87F02DDD-1FE9-D32D-5F07-22C09B75E10A}"/>
                </a:ext>
              </a:extLst>
            </p:cNvPr>
            <p:cNvSpPr/>
            <p:nvPr/>
          </p:nvSpPr>
          <p:spPr>
            <a:xfrm>
              <a:off x="4819638" y="4629367"/>
              <a:ext cx="54838" cy="38609"/>
            </a:xfrm>
            <a:custGeom>
              <a:avLst/>
              <a:gdLst>
                <a:gd name="connsiteX0" fmla="*/ 0 w 54838"/>
                <a:gd name="connsiteY0" fmla="*/ 0 h 38609"/>
                <a:gd name="connsiteX1" fmla="*/ 38609 w 54838"/>
                <a:gd name="connsiteY1" fmla="*/ 38609 h 38609"/>
                <a:gd name="connsiteX2" fmla="*/ 54838 w 54838"/>
                <a:gd name="connsiteY2" fmla="*/ 0 h 38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38" h="38609">
                  <a:moveTo>
                    <a:pt x="0" y="0"/>
                  </a:moveTo>
                  <a:lnTo>
                    <a:pt x="38609" y="38609"/>
                  </a:lnTo>
                  <a:cubicBezTo>
                    <a:pt x="48082" y="27852"/>
                    <a:pt x="53780" y="14294"/>
                    <a:pt x="54838" y="0"/>
                  </a:cubicBez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id="{B6D32321-0A00-DBA5-6EB0-A2BA894412CB}"/>
                </a:ext>
              </a:extLst>
            </p:cNvPr>
            <p:cNvSpPr/>
            <p:nvPr/>
          </p:nvSpPr>
          <p:spPr>
            <a:xfrm>
              <a:off x="4741804" y="4558631"/>
              <a:ext cx="109772" cy="132329"/>
            </a:xfrm>
            <a:custGeom>
              <a:avLst/>
              <a:gdLst>
                <a:gd name="connsiteX0" fmla="*/ 61700 w 109772"/>
                <a:gd name="connsiteY0" fmla="*/ 67945 h 132329"/>
                <a:gd name="connsiteX1" fmla="*/ 61700 w 109772"/>
                <a:gd name="connsiteY1" fmla="*/ 0 h 132329"/>
                <a:gd name="connsiteX2" fmla="*/ 159 w 109772"/>
                <a:gd name="connsiteY2" fmla="*/ 70629 h 132329"/>
                <a:gd name="connsiteX3" fmla="*/ 70788 w 109772"/>
                <a:gd name="connsiteY3" fmla="*/ 132171 h 132329"/>
                <a:gd name="connsiteX4" fmla="*/ 109772 w 109772"/>
                <a:gd name="connsiteY4" fmla="*/ 116017 h 132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772" h="132329">
                  <a:moveTo>
                    <a:pt x="61700" y="67945"/>
                  </a:moveTo>
                  <a:lnTo>
                    <a:pt x="61700" y="0"/>
                  </a:lnTo>
                  <a:cubicBezTo>
                    <a:pt x="25202" y="2509"/>
                    <a:pt x="-2351" y="34131"/>
                    <a:pt x="159" y="70629"/>
                  </a:cubicBezTo>
                  <a:cubicBezTo>
                    <a:pt x="2668" y="107127"/>
                    <a:pt x="34290" y="134680"/>
                    <a:pt x="70788" y="132171"/>
                  </a:cubicBezTo>
                  <a:cubicBezTo>
                    <a:pt x="85196" y="131180"/>
                    <a:pt x="98886" y="125507"/>
                    <a:pt x="109772" y="116017"/>
                  </a:cubicBez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689CE153-D4B6-F5B6-64CA-BA552636A88C}"/>
                </a:ext>
              </a:extLst>
            </p:cNvPr>
            <p:cNvSpPr/>
            <p:nvPr/>
          </p:nvSpPr>
          <p:spPr>
            <a:xfrm>
              <a:off x="4812967" y="4558631"/>
              <a:ext cx="61509" cy="61273"/>
            </a:xfrm>
            <a:custGeom>
              <a:avLst/>
              <a:gdLst>
                <a:gd name="connsiteX0" fmla="*/ 0 w 61509"/>
                <a:gd name="connsiteY0" fmla="*/ 61273 h 61273"/>
                <a:gd name="connsiteX1" fmla="*/ 61510 w 61509"/>
                <a:gd name="connsiteY1" fmla="*/ 61273 h 61273"/>
                <a:gd name="connsiteX2" fmla="*/ 0 w 61509"/>
                <a:gd name="connsiteY2" fmla="*/ 0 h 61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509" h="61273">
                  <a:moveTo>
                    <a:pt x="0" y="61273"/>
                  </a:moveTo>
                  <a:lnTo>
                    <a:pt x="61510" y="61273"/>
                  </a:lnTo>
                  <a:cubicBezTo>
                    <a:pt x="59115" y="28386"/>
                    <a:pt x="32896" y="2268"/>
                    <a:pt x="0" y="0"/>
                  </a:cubicBez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id="{C01F3A8F-D153-4F7E-D258-AEE217BF4C1B}"/>
                </a:ext>
              </a:extLst>
            </p:cNvPr>
            <p:cNvSpPr/>
            <p:nvPr/>
          </p:nvSpPr>
          <p:spPr>
            <a:xfrm>
              <a:off x="4628438" y="4487421"/>
              <a:ext cx="359595" cy="354864"/>
            </a:xfrm>
            <a:custGeom>
              <a:avLst/>
              <a:gdLst>
                <a:gd name="connsiteX0" fmla="*/ 312280 w 359595"/>
                <a:gd name="connsiteY0" fmla="*/ 52047 h 354864"/>
                <a:gd name="connsiteX1" fmla="*/ 312280 w 359595"/>
                <a:gd name="connsiteY1" fmla="*/ 222381 h 354864"/>
                <a:gd name="connsiteX2" fmla="*/ 47315 w 359595"/>
                <a:gd name="connsiteY2" fmla="*/ 222381 h 354864"/>
                <a:gd name="connsiteX3" fmla="*/ 47315 w 359595"/>
                <a:gd name="connsiteY3" fmla="*/ 52047 h 354864"/>
                <a:gd name="connsiteX4" fmla="*/ 350133 w 359595"/>
                <a:gd name="connsiteY4" fmla="*/ 231845 h 354864"/>
                <a:gd name="connsiteX5" fmla="*/ 340670 w 359595"/>
                <a:gd name="connsiteY5" fmla="*/ 231845 h 354864"/>
                <a:gd name="connsiteX6" fmla="*/ 340670 w 359595"/>
                <a:gd name="connsiteY6" fmla="*/ 37852 h 354864"/>
                <a:gd name="connsiteX7" fmla="*/ 350133 w 359595"/>
                <a:gd name="connsiteY7" fmla="*/ 37852 h 354864"/>
                <a:gd name="connsiteX8" fmla="*/ 359596 w 359595"/>
                <a:gd name="connsiteY8" fmla="*/ 28389 h 354864"/>
                <a:gd name="connsiteX9" fmla="*/ 350133 w 359595"/>
                <a:gd name="connsiteY9" fmla="*/ 18926 h 354864"/>
                <a:gd name="connsiteX10" fmla="*/ 189261 w 359595"/>
                <a:gd name="connsiteY10" fmla="*/ 18926 h 354864"/>
                <a:gd name="connsiteX11" fmla="*/ 189261 w 359595"/>
                <a:gd name="connsiteY11" fmla="*/ 9463 h 354864"/>
                <a:gd name="connsiteX12" fmla="*/ 179798 w 359595"/>
                <a:gd name="connsiteY12" fmla="*/ 0 h 354864"/>
                <a:gd name="connsiteX13" fmla="*/ 170335 w 359595"/>
                <a:gd name="connsiteY13" fmla="*/ 9463 h 354864"/>
                <a:gd name="connsiteX14" fmla="*/ 170335 w 359595"/>
                <a:gd name="connsiteY14" fmla="*/ 18926 h 354864"/>
                <a:gd name="connsiteX15" fmla="*/ 9463 w 359595"/>
                <a:gd name="connsiteY15" fmla="*/ 18926 h 354864"/>
                <a:gd name="connsiteX16" fmla="*/ 0 w 359595"/>
                <a:gd name="connsiteY16" fmla="*/ 28389 h 354864"/>
                <a:gd name="connsiteX17" fmla="*/ 9463 w 359595"/>
                <a:gd name="connsiteY17" fmla="*/ 37852 h 354864"/>
                <a:gd name="connsiteX18" fmla="*/ 18926 w 359595"/>
                <a:gd name="connsiteY18" fmla="*/ 37852 h 354864"/>
                <a:gd name="connsiteX19" fmla="*/ 18926 w 359595"/>
                <a:gd name="connsiteY19" fmla="*/ 231845 h 354864"/>
                <a:gd name="connsiteX20" fmla="*/ 9463 w 359595"/>
                <a:gd name="connsiteY20" fmla="*/ 231845 h 354864"/>
                <a:gd name="connsiteX21" fmla="*/ 0 w 359595"/>
                <a:gd name="connsiteY21" fmla="*/ 241308 h 354864"/>
                <a:gd name="connsiteX22" fmla="*/ 9463 w 359595"/>
                <a:gd name="connsiteY22" fmla="*/ 250771 h 354864"/>
                <a:gd name="connsiteX23" fmla="*/ 153964 w 359595"/>
                <a:gd name="connsiteY23" fmla="*/ 250771 h 354864"/>
                <a:gd name="connsiteX24" fmla="*/ 81098 w 359595"/>
                <a:gd name="connsiteY24" fmla="*/ 323636 h 354864"/>
                <a:gd name="connsiteX25" fmla="*/ 81169 w 359595"/>
                <a:gd name="connsiteY25" fmla="*/ 337097 h 354864"/>
                <a:gd name="connsiteX26" fmla="*/ 94630 w 359595"/>
                <a:gd name="connsiteY26" fmla="*/ 337026 h 354864"/>
                <a:gd name="connsiteX27" fmla="*/ 170335 w 359595"/>
                <a:gd name="connsiteY27" fmla="*/ 261322 h 354864"/>
                <a:gd name="connsiteX28" fmla="*/ 170335 w 359595"/>
                <a:gd name="connsiteY28" fmla="*/ 345401 h 354864"/>
                <a:gd name="connsiteX29" fmla="*/ 179798 w 359595"/>
                <a:gd name="connsiteY29" fmla="*/ 354864 h 354864"/>
                <a:gd name="connsiteX30" fmla="*/ 189261 w 359595"/>
                <a:gd name="connsiteY30" fmla="*/ 345401 h 354864"/>
                <a:gd name="connsiteX31" fmla="*/ 189261 w 359595"/>
                <a:gd name="connsiteY31" fmla="*/ 261180 h 354864"/>
                <a:gd name="connsiteX32" fmla="*/ 264965 w 359595"/>
                <a:gd name="connsiteY32" fmla="*/ 336884 h 354864"/>
                <a:gd name="connsiteX33" fmla="*/ 278355 w 359595"/>
                <a:gd name="connsiteY33" fmla="*/ 336884 h 354864"/>
                <a:gd name="connsiteX34" fmla="*/ 278355 w 359595"/>
                <a:gd name="connsiteY34" fmla="*/ 323494 h 354864"/>
                <a:gd name="connsiteX35" fmla="*/ 205632 w 359595"/>
                <a:gd name="connsiteY35" fmla="*/ 250771 h 354864"/>
                <a:gd name="connsiteX36" fmla="*/ 350133 w 359595"/>
                <a:gd name="connsiteY36" fmla="*/ 250771 h 354864"/>
                <a:gd name="connsiteX37" fmla="*/ 359596 w 359595"/>
                <a:gd name="connsiteY37" fmla="*/ 241308 h 354864"/>
                <a:gd name="connsiteX38" fmla="*/ 350133 w 359595"/>
                <a:gd name="connsiteY38" fmla="*/ 231845 h 35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9595" h="354864">
                  <a:moveTo>
                    <a:pt x="312280" y="52047"/>
                  </a:moveTo>
                  <a:lnTo>
                    <a:pt x="312280" y="222381"/>
                  </a:lnTo>
                  <a:lnTo>
                    <a:pt x="47315" y="222381"/>
                  </a:lnTo>
                  <a:lnTo>
                    <a:pt x="47315" y="52047"/>
                  </a:lnTo>
                  <a:close/>
                  <a:moveTo>
                    <a:pt x="350133" y="231845"/>
                  </a:moveTo>
                  <a:lnTo>
                    <a:pt x="340670" y="231845"/>
                  </a:lnTo>
                  <a:lnTo>
                    <a:pt x="340670" y="37852"/>
                  </a:lnTo>
                  <a:lnTo>
                    <a:pt x="350133" y="37852"/>
                  </a:lnTo>
                  <a:cubicBezTo>
                    <a:pt x="355359" y="37852"/>
                    <a:pt x="359596" y="33616"/>
                    <a:pt x="359596" y="28389"/>
                  </a:cubicBezTo>
                  <a:cubicBezTo>
                    <a:pt x="359596" y="23163"/>
                    <a:pt x="355359" y="18926"/>
                    <a:pt x="350133" y="18926"/>
                  </a:cubicBezTo>
                  <a:lnTo>
                    <a:pt x="189261" y="18926"/>
                  </a:lnTo>
                  <a:lnTo>
                    <a:pt x="189261" y="9463"/>
                  </a:lnTo>
                  <a:cubicBezTo>
                    <a:pt x="189261" y="4237"/>
                    <a:pt x="185024" y="0"/>
                    <a:pt x="179798" y="0"/>
                  </a:cubicBezTo>
                  <a:cubicBezTo>
                    <a:pt x="174571" y="0"/>
                    <a:pt x="170335" y="4237"/>
                    <a:pt x="170335" y="9463"/>
                  </a:cubicBezTo>
                  <a:lnTo>
                    <a:pt x="170335" y="18926"/>
                  </a:lnTo>
                  <a:lnTo>
                    <a:pt x="9463" y="18926"/>
                  </a:lnTo>
                  <a:cubicBezTo>
                    <a:pt x="4237" y="18926"/>
                    <a:pt x="0" y="23163"/>
                    <a:pt x="0" y="28389"/>
                  </a:cubicBezTo>
                  <a:cubicBezTo>
                    <a:pt x="0" y="33616"/>
                    <a:pt x="4237" y="37852"/>
                    <a:pt x="9463" y="37852"/>
                  </a:cubicBezTo>
                  <a:lnTo>
                    <a:pt x="18926" y="37852"/>
                  </a:lnTo>
                  <a:lnTo>
                    <a:pt x="18926" y="231845"/>
                  </a:lnTo>
                  <a:lnTo>
                    <a:pt x="9463" y="231845"/>
                  </a:lnTo>
                  <a:cubicBezTo>
                    <a:pt x="4237" y="231845"/>
                    <a:pt x="0" y="236081"/>
                    <a:pt x="0" y="241308"/>
                  </a:cubicBezTo>
                  <a:cubicBezTo>
                    <a:pt x="0" y="246534"/>
                    <a:pt x="4237" y="250771"/>
                    <a:pt x="9463" y="250771"/>
                  </a:cubicBezTo>
                  <a:lnTo>
                    <a:pt x="153964" y="250771"/>
                  </a:lnTo>
                  <a:lnTo>
                    <a:pt x="81098" y="323636"/>
                  </a:lnTo>
                  <a:cubicBezTo>
                    <a:pt x="77401" y="327373"/>
                    <a:pt x="77432" y="333400"/>
                    <a:pt x="81169" y="337097"/>
                  </a:cubicBezTo>
                  <a:cubicBezTo>
                    <a:pt x="84906" y="340795"/>
                    <a:pt x="90933" y="340763"/>
                    <a:pt x="94630" y="337026"/>
                  </a:cubicBezTo>
                  <a:lnTo>
                    <a:pt x="170335" y="261322"/>
                  </a:lnTo>
                  <a:lnTo>
                    <a:pt x="170335" y="345401"/>
                  </a:lnTo>
                  <a:cubicBezTo>
                    <a:pt x="170335" y="350627"/>
                    <a:pt x="174571" y="354864"/>
                    <a:pt x="179798" y="354864"/>
                  </a:cubicBezTo>
                  <a:cubicBezTo>
                    <a:pt x="185024" y="354864"/>
                    <a:pt x="189261" y="350627"/>
                    <a:pt x="189261" y="345401"/>
                  </a:cubicBezTo>
                  <a:lnTo>
                    <a:pt x="189261" y="261180"/>
                  </a:lnTo>
                  <a:lnTo>
                    <a:pt x="264965" y="336884"/>
                  </a:lnTo>
                  <a:cubicBezTo>
                    <a:pt x="268663" y="340582"/>
                    <a:pt x="274658" y="340582"/>
                    <a:pt x="278355" y="336884"/>
                  </a:cubicBezTo>
                  <a:cubicBezTo>
                    <a:pt x="282053" y="333187"/>
                    <a:pt x="282053" y="327192"/>
                    <a:pt x="278355" y="323494"/>
                  </a:cubicBezTo>
                  <a:lnTo>
                    <a:pt x="205632" y="250771"/>
                  </a:lnTo>
                  <a:lnTo>
                    <a:pt x="350133" y="250771"/>
                  </a:lnTo>
                  <a:cubicBezTo>
                    <a:pt x="355359" y="250771"/>
                    <a:pt x="359596" y="246534"/>
                    <a:pt x="359596" y="241308"/>
                  </a:cubicBezTo>
                  <a:cubicBezTo>
                    <a:pt x="359596" y="236081"/>
                    <a:pt x="355359" y="231845"/>
                    <a:pt x="350133" y="231845"/>
                  </a:cubicBezTo>
                  <a:close/>
                </a:path>
              </a:pathLst>
            </a:custGeom>
            <a:grpFill/>
            <a:ln w="4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C06802C-168B-06BA-2631-87A21348F470}"/>
              </a:ext>
            </a:extLst>
          </p:cNvPr>
          <p:cNvGrpSpPr/>
          <p:nvPr/>
        </p:nvGrpSpPr>
        <p:grpSpPr>
          <a:xfrm>
            <a:off x="4550210" y="1860056"/>
            <a:ext cx="432791" cy="310374"/>
            <a:chOff x="4550210" y="1860056"/>
            <a:chExt cx="432791" cy="310374"/>
          </a:xfrm>
          <a:solidFill>
            <a:srgbClr val="1D418C"/>
          </a:solidFill>
        </p:grpSpPr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B1E580B6-1AC3-BB14-16E2-851012AA75ED}"/>
                </a:ext>
              </a:extLst>
            </p:cNvPr>
            <p:cNvSpPr/>
            <p:nvPr/>
          </p:nvSpPr>
          <p:spPr>
            <a:xfrm>
              <a:off x="4673865" y="2083668"/>
              <a:ext cx="185482" cy="65433"/>
            </a:xfrm>
            <a:custGeom>
              <a:avLst/>
              <a:gdLst>
                <a:gd name="connsiteX0" fmla="*/ 176723 w 185482"/>
                <a:gd name="connsiteY0" fmla="*/ 40188 h 65433"/>
                <a:gd name="connsiteX1" fmla="*/ 164358 w 185482"/>
                <a:gd name="connsiteY1" fmla="*/ 10820 h 65433"/>
                <a:gd name="connsiteX2" fmla="*/ 161266 w 185482"/>
                <a:gd name="connsiteY2" fmla="*/ 7728 h 65433"/>
                <a:gd name="connsiteX3" fmla="*/ 10820 w 185482"/>
                <a:gd name="connsiteY3" fmla="*/ 0 h 65433"/>
                <a:gd name="connsiteX4" fmla="*/ 9274 w 185482"/>
                <a:gd name="connsiteY4" fmla="*/ 1030 h 65433"/>
                <a:gd name="connsiteX5" fmla="*/ 0 w 185482"/>
                <a:gd name="connsiteY5" fmla="*/ 19063 h 65433"/>
                <a:gd name="connsiteX6" fmla="*/ 0 w 185482"/>
                <a:gd name="connsiteY6" fmla="*/ 65434 h 65433"/>
                <a:gd name="connsiteX7" fmla="*/ 185482 w 185482"/>
                <a:gd name="connsiteY7" fmla="*/ 65434 h 65433"/>
                <a:gd name="connsiteX8" fmla="*/ 185482 w 185482"/>
                <a:gd name="connsiteY8" fmla="*/ 48947 h 65433"/>
                <a:gd name="connsiteX9" fmla="*/ 176723 w 185482"/>
                <a:gd name="connsiteY9" fmla="*/ 40188 h 65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482" h="65433">
                  <a:moveTo>
                    <a:pt x="176723" y="40188"/>
                  </a:moveTo>
                  <a:cubicBezTo>
                    <a:pt x="168995" y="32459"/>
                    <a:pt x="164358" y="21640"/>
                    <a:pt x="164358" y="10820"/>
                  </a:cubicBezTo>
                  <a:lnTo>
                    <a:pt x="161266" y="7728"/>
                  </a:lnTo>
                  <a:cubicBezTo>
                    <a:pt x="114381" y="36581"/>
                    <a:pt x="54614" y="33490"/>
                    <a:pt x="10820" y="0"/>
                  </a:cubicBezTo>
                  <a:lnTo>
                    <a:pt x="9274" y="1030"/>
                  </a:lnTo>
                  <a:cubicBezTo>
                    <a:pt x="3607" y="5152"/>
                    <a:pt x="0" y="11850"/>
                    <a:pt x="0" y="19063"/>
                  </a:cubicBezTo>
                  <a:lnTo>
                    <a:pt x="0" y="65434"/>
                  </a:lnTo>
                  <a:lnTo>
                    <a:pt x="185482" y="65434"/>
                  </a:lnTo>
                  <a:lnTo>
                    <a:pt x="185482" y="48947"/>
                  </a:lnTo>
                  <a:lnTo>
                    <a:pt x="176723" y="40188"/>
                  </a:lnTo>
                  <a:close/>
                </a:path>
              </a:pathLst>
            </a:custGeom>
            <a:grpFill/>
            <a:ln w="50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D01DFF46-CEC0-B391-9CE4-5B7A01CEB55A}"/>
                </a:ext>
              </a:extLst>
            </p:cNvPr>
            <p:cNvSpPr/>
            <p:nvPr/>
          </p:nvSpPr>
          <p:spPr>
            <a:xfrm>
              <a:off x="4862954" y="1879022"/>
              <a:ext cx="73778" cy="92326"/>
            </a:xfrm>
            <a:custGeom>
              <a:avLst/>
              <a:gdLst>
                <a:gd name="connsiteX0" fmla="*/ 35036 w 73778"/>
                <a:gd name="connsiteY0" fmla="*/ 92326 h 92326"/>
                <a:gd name="connsiteX1" fmla="*/ 73162 w 73778"/>
                <a:gd name="connsiteY1" fmla="*/ 38743 h 92326"/>
                <a:gd name="connsiteX2" fmla="*/ 19579 w 73778"/>
                <a:gd name="connsiteY2" fmla="*/ 616 h 92326"/>
                <a:gd name="connsiteX3" fmla="*/ 0 w 73778"/>
                <a:gd name="connsiteY3" fmla="*/ 8859 h 92326"/>
                <a:gd name="connsiteX4" fmla="*/ 35036 w 73778"/>
                <a:gd name="connsiteY4" fmla="*/ 92326 h 92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78" h="92326">
                  <a:moveTo>
                    <a:pt x="35036" y="92326"/>
                  </a:moveTo>
                  <a:cubicBezTo>
                    <a:pt x="60282" y="88205"/>
                    <a:pt x="77284" y="63989"/>
                    <a:pt x="73162" y="38743"/>
                  </a:cubicBezTo>
                  <a:cubicBezTo>
                    <a:pt x="69041" y="13496"/>
                    <a:pt x="44825" y="-3506"/>
                    <a:pt x="19579" y="616"/>
                  </a:cubicBezTo>
                  <a:cubicBezTo>
                    <a:pt x="12365" y="1646"/>
                    <a:pt x="5668" y="4738"/>
                    <a:pt x="0" y="8859"/>
                  </a:cubicBezTo>
                  <a:cubicBezTo>
                    <a:pt x="21124" y="31529"/>
                    <a:pt x="33490" y="60897"/>
                    <a:pt x="35036" y="92326"/>
                  </a:cubicBezTo>
                  <a:close/>
                </a:path>
              </a:pathLst>
            </a:custGeom>
            <a:grpFill/>
            <a:ln w="50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074C3BB0-96CA-AF27-A6BA-B539F5E7A861}"/>
                </a:ext>
              </a:extLst>
            </p:cNvPr>
            <p:cNvSpPr/>
            <p:nvPr/>
          </p:nvSpPr>
          <p:spPr>
            <a:xfrm>
              <a:off x="4878410" y="1984745"/>
              <a:ext cx="104591" cy="92225"/>
            </a:xfrm>
            <a:custGeom>
              <a:avLst/>
              <a:gdLst>
                <a:gd name="connsiteX0" fmla="*/ 95317 w 104591"/>
                <a:gd name="connsiteY0" fmla="*/ 27307 h 92225"/>
                <a:gd name="connsiteX1" fmla="*/ 49977 w 104591"/>
                <a:gd name="connsiteY1" fmla="*/ 5668 h 92225"/>
                <a:gd name="connsiteX2" fmla="*/ 19579 w 104591"/>
                <a:gd name="connsiteY2" fmla="*/ 0 h 92225"/>
                <a:gd name="connsiteX3" fmla="*/ 0 w 104591"/>
                <a:gd name="connsiteY3" fmla="*/ 62858 h 92225"/>
                <a:gd name="connsiteX4" fmla="*/ 3091 w 104591"/>
                <a:gd name="connsiteY4" fmla="*/ 65949 h 92225"/>
                <a:gd name="connsiteX5" fmla="*/ 32459 w 104591"/>
                <a:gd name="connsiteY5" fmla="*/ 78315 h 92225"/>
                <a:gd name="connsiteX6" fmla="*/ 46371 w 104591"/>
                <a:gd name="connsiteY6" fmla="*/ 92226 h 92225"/>
                <a:gd name="connsiteX7" fmla="*/ 104591 w 104591"/>
                <a:gd name="connsiteY7" fmla="*/ 92226 h 92225"/>
                <a:gd name="connsiteX8" fmla="*/ 104591 w 104591"/>
                <a:gd name="connsiteY8" fmla="*/ 45855 h 92225"/>
                <a:gd name="connsiteX9" fmla="*/ 95317 w 104591"/>
                <a:gd name="connsiteY9" fmla="*/ 27307 h 9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591" h="92225">
                  <a:moveTo>
                    <a:pt x="95317" y="27307"/>
                  </a:moveTo>
                  <a:cubicBezTo>
                    <a:pt x="81921" y="17003"/>
                    <a:pt x="66464" y="9274"/>
                    <a:pt x="49977" y="5668"/>
                  </a:cubicBezTo>
                  <a:cubicBezTo>
                    <a:pt x="40188" y="2576"/>
                    <a:pt x="29883" y="1030"/>
                    <a:pt x="19579" y="0"/>
                  </a:cubicBezTo>
                  <a:cubicBezTo>
                    <a:pt x="18548" y="22155"/>
                    <a:pt x="11850" y="43794"/>
                    <a:pt x="0" y="62858"/>
                  </a:cubicBezTo>
                  <a:lnTo>
                    <a:pt x="3091" y="65949"/>
                  </a:lnTo>
                  <a:cubicBezTo>
                    <a:pt x="13911" y="65949"/>
                    <a:pt x="24731" y="70586"/>
                    <a:pt x="32459" y="78315"/>
                  </a:cubicBezTo>
                  <a:lnTo>
                    <a:pt x="46371" y="92226"/>
                  </a:lnTo>
                  <a:lnTo>
                    <a:pt x="104591" y="92226"/>
                  </a:lnTo>
                  <a:lnTo>
                    <a:pt x="104591" y="45855"/>
                  </a:lnTo>
                  <a:cubicBezTo>
                    <a:pt x="104591" y="38642"/>
                    <a:pt x="101500" y="31429"/>
                    <a:pt x="95317" y="27307"/>
                  </a:cubicBezTo>
                  <a:close/>
                </a:path>
              </a:pathLst>
            </a:custGeom>
            <a:grpFill/>
            <a:ln w="50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34C25666-6E44-1CBA-50CF-04652062588A}"/>
                </a:ext>
              </a:extLst>
            </p:cNvPr>
            <p:cNvSpPr/>
            <p:nvPr/>
          </p:nvSpPr>
          <p:spPr>
            <a:xfrm>
              <a:off x="4647588" y="1860056"/>
              <a:ext cx="310371" cy="310374"/>
            </a:xfrm>
            <a:custGeom>
              <a:avLst/>
              <a:gdLst>
                <a:gd name="connsiteX0" fmla="*/ 301408 w 310371"/>
                <a:gd name="connsiteY0" fmla="*/ 262770 h 310374"/>
                <a:gd name="connsiteX1" fmla="*/ 252977 w 310371"/>
                <a:gd name="connsiteY1" fmla="*/ 213823 h 310374"/>
                <a:gd name="connsiteX2" fmla="*/ 228246 w 310371"/>
                <a:gd name="connsiteY2" fmla="*/ 206610 h 310374"/>
                <a:gd name="connsiteX3" fmla="*/ 210728 w 310371"/>
                <a:gd name="connsiteY3" fmla="*/ 189608 h 310374"/>
                <a:gd name="connsiteX4" fmla="*/ 234944 w 310371"/>
                <a:gd name="connsiteY4" fmla="*/ 118506 h 310374"/>
                <a:gd name="connsiteX5" fmla="*/ 117472 w 310371"/>
                <a:gd name="connsiteY5" fmla="*/ 4 h 310374"/>
                <a:gd name="connsiteX6" fmla="*/ 0 w 310371"/>
                <a:gd name="connsiteY6" fmla="*/ 116961 h 310374"/>
                <a:gd name="connsiteX7" fmla="*/ 117472 w 310371"/>
                <a:gd name="connsiteY7" fmla="*/ 235463 h 310374"/>
                <a:gd name="connsiteX8" fmla="*/ 189604 w 310371"/>
                <a:gd name="connsiteY8" fmla="*/ 211247 h 310374"/>
                <a:gd name="connsiteX9" fmla="*/ 207122 w 310371"/>
                <a:gd name="connsiteY9" fmla="*/ 228250 h 310374"/>
                <a:gd name="connsiteX10" fmla="*/ 214335 w 310371"/>
                <a:gd name="connsiteY10" fmla="*/ 252981 h 310374"/>
                <a:gd name="connsiteX11" fmla="*/ 263282 w 310371"/>
                <a:gd name="connsiteY11" fmla="*/ 301927 h 310374"/>
                <a:gd name="connsiteX12" fmla="*/ 301924 w 310371"/>
                <a:gd name="connsiteY12" fmla="*/ 302958 h 310374"/>
                <a:gd name="connsiteX13" fmla="*/ 302954 w 310371"/>
                <a:gd name="connsiteY13" fmla="*/ 264316 h 310374"/>
                <a:gd name="connsiteX14" fmla="*/ 301408 w 310371"/>
                <a:gd name="connsiteY14" fmla="*/ 262770 h 310374"/>
                <a:gd name="connsiteX15" fmla="*/ 301408 w 310371"/>
                <a:gd name="connsiteY15" fmla="*/ 262770 h 310374"/>
                <a:gd name="connsiteX16" fmla="*/ 117987 w 310371"/>
                <a:gd name="connsiteY16" fmla="*/ 24219 h 310374"/>
                <a:gd name="connsiteX17" fmla="*/ 211759 w 310371"/>
                <a:gd name="connsiteY17" fmla="*/ 117991 h 310374"/>
                <a:gd name="connsiteX18" fmla="*/ 189604 w 310371"/>
                <a:gd name="connsiteY18" fmla="*/ 178273 h 310374"/>
                <a:gd name="connsiteX19" fmla="*/ 159721 w 310371"/>
                <a:gd name="connsiteY19" fmla="*/ 167453 h 310374"/>
                <a:gd name="connsiteX20" fmla="*/ 116957 w 310371"/>
                <a:gd name="connsiteY20" fmla="*/ 160755 h 310374"/>
                <a:gd name="connsiteX21" fmla="*/ 74193 w 310371"/>
                <a:gd name="connsiteY21" fmla="*/ 167453 h 310374"/>
                <a:gd name="connsiteX22" fmla="*/ 46371 w 310371"/>
                <a:gd name="connsiteY22" fmla="*/ 178788 h 310374"/>
                <a:gd name="connsiteX23" fmla="*/ 56675 w 310371"/>
                <a:gd name="connsiteY23" fmla="*/ 46890 h 310374"/>
                <a:gd name="connsiteX24" fmla="*/ 117987 w 310371"/>
                <a:gd name="connsiteY24" fmla="*/ 24219 h 310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10371" h="310374">
                  <a:moveTo>
                    <a:pt x="301408" y="262770"/>
                  </a:moveTo>
                  <a:lnTo>
                    <a:pt x="252977" y="213823"/>
                  </a:lnTo>
                  <a:cubicBezTo>
                    <a:pt x="246279" y="207641"/>
                    <a:pt x="237520" y="204549"/>
                    <a:pt x="228246" y="206610"/>
                  </a:cubicBezTo>
                  <a:lnTo>
                    <a:pt x="210728" y="189608"/>
                  </a:lnTo>
                  <a:cubicBezTo>
                    <a:pt x="226700" y="168999"/>
                    <a:pt x="234944" y="144268"/>
                    <a:pt x="234944" y="118506"/>
                  </a:cubicBezTo>
                  <a:cubicBezTo>
                    <a:pt x="235459" y="53587"/>
                    <a:pt x="182906" y="519"/>
                    <a:pt x="117472" y="4"/>
                  </a:cubicBezTo>
                  <a:cubicBezTo>
                    <a:pt x="52038" y="-511"/>
                    <a:pt x="0" y="52042"/>
                    <a:pt x="0" y="116961"/>
                  </a:cubicBezTo>
                  <a:cubicBezTo>
                    <a:pt x="0" y="181879"/>
                    <a:pt x="52038" y="234948"/>
                    <a:pt x="117472" y="235463"/>
                  </a:cubicBezTo>
                  <a:cubicBezTo>
                    <a:pt x="143233" y="235463"/>
                    <a:pt x="168480" y="227219"/>
                    <a:pt x="189604" y="211247"/>
                  </a:cubicBezTo>
                  <a:lnTo>
                    <a:pt x="207122" y="228250"/>
                  </a:lnTo>
                  <a:cubicBezTo>
                    <a:pt x="205576" y="237009"/>
                    <a:pt x="208152" y="246283"/>
                    <a:pt x="214335" y="252981"/>
                  </a:cubicBezTo>
                  <a:lnTo>
                    <a:pt x="263282" y="301927"/>
                  </a:lnTo>
                  <a:cubicBezTo>
                    <a:pt x="273586" y="312747"/>
                    <a:pt x="291104" y="313262"/>
                    <a:pt x="301924" y="302958"/>
                  </a:cubicBezTo>
                  <a:cubicBezTo>
                    <a:pt x="312743" y="292653"/>
                    <a:pt x="313259" y="275136"/>
                    <a:pt x="302954" y="264316"/>
                  </a:cubicBezTo>
                  <a:cubicBezTo>
                    <a:pt x="302439" y="263801"/>
                    <a:pt x="301924" y="263285"/>
                    <a:pt x="301408" y="262770"/>
                  </a:cubicBezTo>
                  <a:lnTo>
                    <a:pt x="301408" y="262770"/>
                  </a:lnTo>
                  <a:close/>
                  <a:moveTo>
                    <a:pt x="117987" y="24219"/>
                  </a:moveTo>
                  <a:cubicBezTo>
                    <a:pt x="170025" y="24219"/>
                    <a:pt x="211759" y="65953"/>
                    <a:pt x="211759" y="117991"/>
                  </a:cubicBezTo>
                  <a:cubicBezTo>
                    <a:pt x="211759" y="140146"/>
                    <a:pt x="204030" y="161785"/>
                    <a:pt x="189604" y="178273"/>
                  </a:cubicBezTo>
                  <a:cubicBezTo>
                    <a:pt x="179815" y="173636"/>
                    <a:pt x="170025" y="170029"/>
                    <a:pt x="159721" y="167453"/>
                  </a:cubicBezTo>
                  <a:cubicBezTo>
                    <a:pt x="145810" y="163331"/>
                    <a:pt x="131383" y="160755"/>
                    <a:pt x="116957" y="160755"/>
                  </a:cubicBezTo>
                  <a:cubicBezTo>
                    <a:pt x="102530" y="160755"/>
                    <a:pt x="88104" y="163331"/>
                    <a:pt x="74193" y="167453"/>
                  </a:cubicBezTo>
                  <a:cubicBezTo>
                    <a:pt x="64404" y="170029"/>
                    <a:pt x="55129" y="173636"/>
                    <a:pt x="46371" y="178788"/>
                  </a:cubicBezTo>
                  <a:cubicBezTo>
                    <a:pt x="12881" y="139631"/>
                    <a:pt x="17518" y="80379"/>
                    <a:pt x="56675" y="46890"/>
                  </a:cubicBezTo>
                  <a:cubicBezTo>
                    <a:pt x="73678" y="31948"/>
                    <a:pt x="95317" y="24219"/>
                    <a:pt x="117987" y="24219"/>
                  </a:cubicBezTo>
                  <a:close/>
                </a:path>
              </a:pathLst>
            </a:custGeom>
            <a:grpFill/>
            <a:ln w="50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3A030BDB-8880-B0A8-D432-E0E33E72A88E}"/>
                </a:ext>
              </a:extLst>
            </p:cNvPr>
            <p:cNvSpPr/>
            <p:nvPr/>
          </p:nvSpPr>
          <p:spPr>
            <a:xfrm>
              <a:off x="4712507" y="1905399"/>
              <a:ext cx="104076" cy="104076"/>
            </a:xfrm>
            <a:custGeom>
              <a:avLst/>
              <a:gdLst>
                <a:gd name="connsiteX0" fmla="*/ 104076 w 104076"/>
                <a:gd name="connsiteY0" fmla="*/ 52038 h 104076"/>
                <a:gd name="connsiteX1" fmla="*/ 52038 w 104076"/>
                <a:gd name="connsiteY1" fmla="*/ 104076 h 104076"/>
                <a:gd name="connsiteX2" fmla="*/ 0 w 104076"/>
                <a:gd name="connsiteY2" fmla="*/ 52038 h 104076"/>
                <a:gd name="connsiteX3" fmla="*/ 52038 w 104076"/>
                <a:gd name="connsiteY3" fmla="*/ 0 h 104076"/>
                <a:gd name="connsiteX4" fmla="*/ 104076 w 104076"/>
                <a:gd name="connsiteY4" fmla="*/ 52038 h 10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76" h="104076">
                  <a:moveTo>
                    <a:pt x="104076" y="52038"/>
                  </a:moveTo>
                  <a:cubicBezTo>
                    <a:pt x="104076" y="80778"/>
                    <a:pt x="80778" y="104076"/>
                    <a:pt x="52038" y="104076"/>
                  </a:cubicBezTo>
                  <a:cubicBezTo>
                    <a:pt x="23298" y="104076"/>
                    <a:pt x="0" y="80778"/>
                    <a:pt x="0" y="52038"/>
                  </a:cubicBezTo>
                  <a:cubicBezTo>
                    <a:pt x="0" y="23298"/>
                    <a:pt x="23298" y="0"/>
                    <a:pt x="52038" y="0"/>
                  </a:cubicBezTo>
                  <a:cubicBezTo>
                    <a:pt x="80778" y="0"/>
                    <a:pt x="104076" y="23298"/>
                    <a:pt x="104076" y="52038"/>
                  </a:cubicBezTo>
                  <a:close/>
                </a:path>
              </a:pathLst>
            </a:custGeom>
            <a:grpFill/>
            <a:ln w="50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48661CD4-D675-A2AE-ECA9-441F93E8ED16}"/>
                </a:ext>
              </a:extLst>
            </p:cNvPr>
            <p:cNvSpPr/>
            <p:nvPr/>
          </p:nvSpPr>
          <p:spPr>
            <a:xfrm>
              <a:off x="4550210" y="1984745"/>
              <a:ext cx="119017" cy="92225"/>
            </a:xfrm>
            <a:custGeom>
              <a:avLst/>
              <a:gdLst>
                <a:gd name="connsiteX0" fmla="*/ 82437 w 119017"/>
                <a:gd name="connsiteY0" fmla="*/ 0 h 92225"/>
                <a:gd name="connsiteX1" fmla="*/ 54614 w 119017"/>
                <a:gd name="connsiteY1" fmla="*/ 5668 h 92225"/>
                <a:gd name="connsiteX2" fmla="*/ 9274 w 119017"/>
                <a:gd name="connsiteY2" fmla="*/ 27307 h 92225"/>
                <a:gd name="connsiteX3" fmla="*/ 0 w 119017"/>
                <a:gd name="connsiteY3" fmla="*/ 45855 h 92225"/>
                <a:gd name="connsiteX4" fmla="*/ 0 w 119017"/>
                <a:gd name="connsiteY4" fmla="*/ 92226 h 92225"/>
                <a:gd name="connsiteX5" fmla="*/ 111289 w 119017"/>
                <a:gd name="connsiteY5" fmla="*/ 92226 h 92225"/>
                <a:gd name="connsiteX6" fmla="*/ 119018 w 119017"/>
                <a:gd name="connsiteY6" fmla="*/ 84497 h 92225"/>
                <a:gd name="connsiteX7" fmla="*/ 82437 w 119017"/>
                <a:gd name="connsiteY7" fmla="*/ 0 h 92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017" h="92225">
                  <a:moveTo>
                    <a:pt x="82437" y="0"/>
                  </a:moveTo>
                  <a:cubicBezTo>
                    <a:pt x="73162" y="1030"/>
                    <a:pt x="63888" y="2576"/>
                    <a:pt x="54614" y="5668"/>
                  </a:cubicBezTo>
                  <a:cubicBezTo>
                    <a:pt x="38642" y="10305"/>
                    <a:pt x="23185" y="18033"/>
                    <a:pt x="9274" y="27307"/>
                  </a:cubicBezTo>
                  <a:cubicBezTo>
                    <a:pt x="3091" y="31429"/>
                    <a:pt x="0" y="38642"/>
                    <a:pt x="0" y="45855"/>
                  </a:cubicBezTo>
                  <a:lnTo>
                    <a:pt x="0" y="92226"/>
                  </a:lnTo>
                  <a:lnTo>
                    <a:pt x="111289" y="92226"/>
                  </a:lnTo>
                  <a:cubicBezTo>
                    <a:pt x="113350" y="89134"/>
                    <a:pt x="115926" y="86558"/>
                    <a:pt x="119018" y="84497"/>
                  </a:cubicBezTo>
                  <a:cubicBezTo>
                    <a:pt x="96863" y="61312"/>
                    <a:pt x="83982" y="31429"/>
                    <a:pt x="82437" y="0"/>
                  </a:cubicBezTo>
                  <a:close/>
                </a:path>
              </a:pathLst>
            </a:custGeom>
            <a:grpFill/>
            <a:ln w="50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3089A9C9-09BB-0593-8833-1C8F967C71DE}"/>
                </a:ext>
              </a:extLst>
            </p:cNvPr>
            <p:cNvSpPr/>
            <p:nvPr/>
          </p:nvSpPr>
          <p:spPr>
            <a:xfrm>
              <a:off x="4596339" y="1878881"/>
              <a:ext cx="72373" cy="91952"/>
            </a:xfrm>
            <a:custGeom>
              <a:avLst/>
              <a:gdLst>
                <a:gd name="connsiteX0" fmla="*/ 36308 w 72373"/>
                <a:gd name="connsiteY0" fmla="*/ 91952 h 91952"/>
                <a:gd name="connsiteX1" fmla="*/ 72374 w 72373"/>
                <a:gd name="connsiteY1" fmla="*/ 7970 h 91952"/>
                <a:gd name="connsiteX2" fmla="*/ 7970 w 72373"/>
                <a:gd name="connsiteY2" fmla="*/ 20851 h 91952"/>
                <a:gd name="connsiteX3" fmla="*/ 20851 w 72373"/>
                <a:gd name="connsiteY3" fmla="*/ 85254 h 91952"/>
                <a:gd name="connsiteX4" fmla="*/ 36308 w 72373"/>
                <a:gd name="connsiteY4" fmla="*/ 91952 h 9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73" h="91952">
                  <a:moveTo>
                    <a:pt x="36308" y="91952"/>
                  </a:moveTo>
                  <a:cubicBezTo>
                    <a:pt x="37853" y="60523"/>
                    <a:pt x="50734" y="31155"/>
                    <a:pt x="72374" y="7970"/>
                  </a:cubicBezTo>
                  <a:cubicBezTo>
                    <a:pt x="51249" y="-6456"/>
                    <a:pt x="22396" y="-789"/>
                    <a:pt x="7970" y="20851"/>
                  </a:cubicBezTo>
                  <a:cubicBezTo>
                    <a:pt x="-6456" y="42490"/>
                    <a:pt x="-789" y="70828"/>
                    <a:pt x="20851" y="85254"/>
                  </a:cubicBezTo>
                  <a:cubicBezTo>
                    <a:pt x="25488" y="88346"/>
                    <a:pt x="30640" y="90407"/>
                    <a:pt x="36308" y="91952"/>
                  </a:cubicBezTo>
                  <a:close/>
                </a:path>
              </a:pathLst>
            </a:custGeom>
            <a:grpFill/>
            <a:ln w="50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454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FE3BE-0B49-601F-BB7E-76D75387C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0DB94EE-3609-7667-F272-D8298556E3BC}"/>
              </a:ext>
            </a:extLst>
          </p:cNvPr>
          <p:cNvSpPr/>
          <p:nvPr/>
        </p:nvSpPr>
        <p:spPr>
          <a:xfrm>
            <a:off x="2780974" y="2769372"/>
            <a:ext cx="760015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03.</a:t>
            </a:r>
            <a:r>
              <a:rPr lang="en-US" altLang="zh-CN" sz="5400" dirty="0">
                <a:sym typeface="+mn-lt"/>
              </a:rPr>
              <a:t> </a:t>
            </a:r>
            <a:r>
              <a:rPr lang="en-US" altLang="zh-CN" sz="5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lt"/>
              </a:rPr>
              <a:t>目标设定与路径规划</a:t>
            </a:r>
            <a:endParaRPr lang="en-US" altLang="zh-CN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lt"/>
            </a:endParaRPr>
          </a:p>
          <a:p>
            <a:pPr algn="ctr"/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8157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307DA-ADF1-76DB-73DC-D297EF34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21B825F-7F3D-E353-A929-F03F24BECCE0}"/>
              </a:ext>
            </a:extLst>
          </p:cNvPr>
          <p:cNvSpPr txBox="1"/>
          <p:nvPr/>
        </p:nvSpPr>
        <p:spPr>
          <a:xfrm>
            <a:off x="815623" y="218614"/>
            <a:ext cx="2492990" cy="3744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lnSpc>
                <a:spcPts val="2200"/>
              </a:lnSpc>
              <a:defRPr sz="2000" b="1">
                <a:solidFill>
                  <a:srgbClr val="000000"/>
                </a:solidFill>
                <a:latin typeface="+mn-ea"/>
                <a:cs typeface="+mn-ea"/>
              </a:defRPr>
            </a:lvl1pPr>
          </a:lstStyle>
          <a:p>
            <a:r>
              <a:rPr lang="en-US" altLang="zh-CN" dirty="0" err="1">
                <a:sym typeface="+mn-lt"/>
              </a:rPr>
              <a:t>目标设定与路径规划</a:t>
            </a:r>
            <a:endParaRPr lang="en-US" altLang="zh-CN" dirty="0">
              <a:sym typeface="+mn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947738" y="918029"/>
            <a:ext cx="468380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b="1" dirty="0">
                <a:solidFill>
                  <a:srgbClr val="1D418C"/>
                </a:solidFill>
                <a:cs typeface="+mn-ea"/>
                <a:sym typeface="+mn-lt"/>
              </a:rPr>
              <a:t>短期目标与长期愿景</a:t>
            </a:r>
            <a:endParaRPr lang="en-US" sz="3000" dirty="0">
              <a:solidFill>
                <a:srgbClr val="1D418C"/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8BC4F6-EC46-B079-E8F0-C0F6B4BEFA24}"/>
              </a:ext>
            </a:extLst>
          </p:cNvPr>
          <p:cNvSpPr txBox="1"/>
          <p:nvPr/>
        </p:nvSpPr>
        <p:spPr>
          <a:xfrm>
            <a:off x="2439464" y="1857585"/>
            <a:ext cx="8691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01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8402CF-C6A1-1C16-4027-3C9DA45A7C2A}"/>
              </a:ext>
            </a:extLst>
          </p:cNvPr>
          <p:cNvSpPr txBox="1"/>
          <p:nvPr/>
        </p:nvSpPr>
        <p:spPr>
          <a:xfrm>
            <a:off x="5067639" y="1846946"/>
            <a:ext cx="9332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02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DD545FE-B8EC-F1F5-CAD5-B7902AF3B5C0}"/>
              </a:ext>
            </a:extLst>
          </p:cNvPr>
          <p:cNvSpPr txBox="1"/>
          <p:nvPr/>
        </p:nvSpPr>
        <p:spPr>
          <a:xfrm>
            <a:off x="7546380" y="1952561"/>
            <a:ext cx="9332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03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66F04CA-4E6A-344F-76C2-073429F7208D}"/>
              </a:ext>
            </a:extLst>
          </p:cNvPr>
          <p:cNvGrpSpPr/>
          <p:nvPr/>
        </p:nvGrpSpPr>
        <p:grpSpPr>
          <a:xfrm>
            <a:off x="2474430" y="2673594"/>
            <a:ext cx="7703317" cy="3855583"/>
            <a:chOff x="947737" y="2745285"/>
            <a:chExt cx="7760834" cy="2749551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491906AE-1C58-8CD4-0F8A-1E0B2A96C247}"/>
                </a:ext>
              </a:extLst>
            </p:cNvPr>
            <p:cNvSpPr/>
            <p:nvPr/>
          </p:nvSpPr>
          <p:spPr>
            <a:xfrm>
              <a:off x="947738" y="2861399"/>
              <a:ext cx="2535691" cy="26334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8073CAE7-F46C-8A37-184D-42F9C4B9A459}"/>
                </a:ext>
              </a:extLst>
            </p:cNvPr>
            <p:cNvSpPr/>
            <p:nvPr/>
          </p:nvSpPr>
          <p:spPr>
            <a:xfrm>
              <a:off x="947737" y="2745285"/>
              <a:ext cx="2535691" cy="395514"/>
            </a:xfrm>
            <a:prstGeom prst="roundRect">
              <a:avLst>
                <a:gd name="adj" fmla="val 0"/>
              </a:avLst>
            </a:prstGeom>
            <a:solidFill>
              <a:srgbClr val="DCD0B0"/>
            </a:solidFill>
            <a:ln>
              <a:solidFill>
                <a:srgbClr val="DCD0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1113591" y="2797899"/>
              <a:ext cx="1938708" cy="279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ts val="2200"/>
                </a:lnSpc>
              </a:pPr>
              <a:r>
                <a:rPr lang="en-US" sz="16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短期目标设定</a:t>
              </a: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1-2</a:t>
              </a:r>
              <a:r>
                <a: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年</a:t>
              </a:r>
              <a:r>
                <a:rPr lang="en-US" altLang="zh-C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)</a:t>
              </a:r>
              <a:endPara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1209172" y="3169492"/>
              <a:ext cx="1970722" cy="21789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304800" algn="just">
                <a:lnSpc>
                  <a:spcPct val="200000"/>
                </a:lnSpc>
              </a:pPr>
              <a:r>
                <a:rPr lang="zh-CN" altLang="zh-CN" sz="16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知识学习：我目前还处于大二，知识储备还远不够现阶段需要广泛涉猎相关专业知识，培养相关技能。</a:t>
              </a:r>
              <a:endParaRPr lang="zh-CN" altLang="zh-CN" sz="1600" kern="100" dirty="0">
                <a:effectLst/>
                <a:latin typeface="Times New Roman" panose="02020603050405020304" pitchFamily="18" charset="0"/>
                <a:ea typeface="仿宋_GB2312"/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73830399-E27F-EFDA-A501-E6CC11DCC8C1}"/>
                </a:ext>
              </a:extLst>
            </p:cNvPr>
            <p:cNvSpPr/>
            <p:nvPr/>
          </p:nvSpPr>
          <p:spPr>
            <a:xfrm>
              <a:off x="3560309" y="2861399"/>
              <a:ext cx="2535691" cy="26334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2B9140C7-B10D-6BFF-6205-BAC5D93DD4F7}"/>
                </a:ext>
              </a:extLst>
            </p:cNvPr>
            <p:cNvSpPr/>
            <p:nvPr/>
          </p:nvSpPr>
          <p:spPr>
            <a:xfrm>
              <a:off x="3560308" y="2745285"/>
              <a:ext cx="2535691" cy="395514"/>
            </a:xfrm>
            <a:prstGeom prst="roundRect">
              <a:avLst>
                <a:gd name="adj" fmla="val 0"/>
              </a:avLst>
            </a:prstGeom>
            <a:solidFill>
              <a:srgbClr val="1D418C"/>
            </a:solidFill>
            <a:ln>
              <a:solidFill>
                <a:srgbClr val="1D41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1" name="Text 4">
              <a:extLst>
                <a:ext uri="{FF2B5EF4-FFF2-40B4-BE49-F238E27FC236}">
                  <a16:creationId xmlns:a16="http://schemas.microsoft.com/office/drawing/2014/main" id="{77D1D862-ABAB-7E8E-FD3F-BDF4471079EF}"/>
                </a:ext>
              </a:extLst>
            </p:cNvPr>
            <p:cNvSpPr/>
            <p:nvPr/>
          </p:nvSpPr>
          <p:spPr>
            <a:xfrm>
              <a:off x="3991436" y="2797899"/>
              <a:ext cx="1673434" cy="279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ts val="22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中</a:t>
              </a:r>
              <a:r>
                <a:rPr lang="en-US" altLang="zh-CN" sz="1600" b="1" dirty="0">
                  <a:solidFill>
                    <a:schemeClr val="bg1"/>
                  </a:solidFill>
                  <a:cs typeface="+mn-ea"/>
                  <a:sym typeface="+mn-lt"/>
                </a:rPr>
                <a:t>期</a:t>
              </a:r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目标</a:t>
              </a:r>
              <a:r>
                <a:rPr lang="en-US" altLang="zh-CN" sz="1600" b="1" dirty="0">
                  <a:solidFill>
                    <a:schemeClr val="bg1"/>
                  </a:solidFill>
                  <a:cs typeface="+mn-ea"/>
                  <a:sym typeface="+mn-lt"/>
                </a:rPr>
                <a:t>(3-5</a:t>
              </a:r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年</a:t>
              </a:r>
              <a:r>
                <a:rPr lang="en-US" altLang="zh-CN" sz="1600" b="1" dirty="0">
                  <a:solidFill>
                    <a:schemeClr val="bg1"/>
                  </a:solidFill>
                  <a:cs typeface="+mn-ea"/>
                  <a:sym typeface="+mn-lt"/>
                </a:rPr>
                <a:t>)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B86C3408-765B-8A59-91D5-6A2CEB860CA0}"/>
                </a:ext>
              </a:extLst>
            </p:cNvPr>
            <p:cNvSpPr/>
            <p:nvPr/>
          </p:nvSpPr>
          <p:spPr>
            <a:xfrm>
              <a:off x="6172880" y="2861399"/>
              <a:ext cx="2535691" cy="26334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5" name="矩形: 圆角 24" descr="D:\51PPT模板网\51pptmoban.com\图片.jpg">
              <a:extLst>
                <a:ext uri="{FF2B5EF4-FFF2-40B4-BE49-F238E27FC236}">
                  <a16:creationId xmlns:a16="http://schemas.microsoft.com/office/drawing/2014/main" id="{0C3EDBEA-0766-4D66-6D5C-FCF5C8E8DE89}"/>
                </a:ext>
              </a:extLst>
            </p:cNvPr>
            <p:cNvSpPr/>
            <p:nvPr/>
          </p:nvSpPr>
          <p:spPr>
            <a:xfrm>
              <a:off x="6172879" y="2745285"/>
              <a:ext cx="2535691" cy="395514"/>
            </a:xfrm>
            <a:prstGeom prst="roundRect">
              <a:avLst>
                <a:gd name="adj" fmla="val 0"/>
              </a:avLst>
            </a:prstGeom>
            <a:solidFill>
              <a:srgbClr val="DCD0B0"/>
            </a:solidFill>
            <a:ln>
              <a:solidFill>
                <a:srgbClr val="DCD0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14B35311-61CE-634D-97DC-5881A9C430F2}"/>
                </a:ext>
              </a:extLst>
            </p:cNvPr>
            <p:cNvSpPr/>
            <p:nvPr/>
          </p:nvSpPr>
          <p:spPr>
            <a:xfrm>
              <a:off x="6604007" y="2797899"/>
              <a:ext cx="1673434" cy="279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ts val="2200"/>
                </a:lnSpc>
              </a:pPr>
              <a:r>
                <a: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长期</a:t>
              </a:r>
              <a:r>
                <a:rPr lang="en-US" altLang="zh-CN" sz="16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目标</a:t>
              </a:r>
              <a:r>
                <a:rPr lang="en-US" altLang="zh-C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(5</a:t>
              </a:r>
              <a:r>
                <a:rPr lang="zh-CN" alt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年以上</a:t>
              </a:r>
              <a:r>
                <a:rPr lang="en-US" altLang="zh-CN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+mn-ea"/>
                  <a:sym typeface="+mn-lt"/>
                </a:rPr>
                <a:t>)</a:t>
              </a:r>
            </a:p>
          </p:txBody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E3371BE5-E50C-E69C-5B0B-74D693F36DBC}"/>
                </a:ext>
              </a:extLst>
            </p:cNvPr>
            <p:cNvSpPr/>
            <p:nvPr/>
          </p:nvSpPr>
          <p:spPr>
            <a:xfrm>
              <a:off x="6378482" y="3233578"/>
              <a:ext cx="2047604" cy="21684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306070" algn="just">
                <a:lnSpc>
                  <a:spcPct val="200000"/>
                </a:lnSpc>
              </a:pPr>
              <a:r>
                <a:rPr lang="zh-CN" altLang="zh-CN" sz="1400" b="1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初级电子技术工程师</a:t>
              </a:r>
              <a:r>
                <a:rPr lang="zh-CN" altLang="zh-CN" sz="1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：经过多年的努力和积累，初步步入电子技术工程师行列。并在今后的日子里不断地参与实践，从实践中进一步增长知识。</a:t>
              </a:r>
              <a:endParaRPr lang="zh-CN" altLang="zh-CN" sz="1400" kern="100" dirty="0">
                <a:effectLst/>
                <a:latin typeface="Times New Roman" panose="02020603050405020304" pitchFamily="18" charset="0"/>
                <a:ea typeface="仿宋_GB2312"/>
              </a:endParaRPr>
            </a:p>
          </p:txBody>
        </p:sp>
      </p:grpSp>
      <p:sp>
        <p:nvSpPr>
          <p:cNvPr id="6" name="Text 5">
            <a:extLst>
              <a:ext uri="{FF2B5EF4-FFF2-40B4-BE49-F238E27FC236}">
                <a16:creationId xmlns:a16="http://schemas.microsoft.com/office/drawing/2014/main" id="{DC33E7CD-047D-CFD8-28A2-8309102D1ECF}"/>
              </a:ext>
            </a:extLst>
          </p:cNvPr>
          <p:cNvSpPr/>
          <p:nvPr/>
        </p:nvSpPr>
        <p:spPr>
          <a:xfrm>
            <a:off x="4991327" y="3065244"/>
            <a:ext cx="2555053" cy="3461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200000"/>
              </a:lnSpc>
            </a:pP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深造阶段：争取进入一所电子技术教学过硬的大学攻读硕士，学习更多的前沿的电子技术知识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技能提升：通过实习项目和业余学习，提升自己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技能水平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仿宋_GB2312"/>
            </a:endParaRPr>
          </a:p>
        </p:txBody>
      </p:sp>
    </p:spTree>
    <p:extLst>
      <p:ext uri="{BB962C8B-B14F-4D97-AF65-F5344CB8AC3E}">
        <p14:creationId xmlns:p14="http://schemas.microsoft.com/office/powerpoint/2010/main" val="122081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FEAAE-B52F-497A-D56A-C4AD82044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44A166E-545C-7944-77F6-BD0573EF324A}"/>
              </a:ext>
            </a:extLst>
          </p:cNvPr>
          <p:cNvSpPr/>
          <p:nvPr/>
        </p:nvSpPr>
        <p:spPr>
          <a:xfrm>
            <a:off x="2780175" y="2769372"/>
            <a:ext cx="760176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04.</a:t>
            </a:r>
            <a:r>
              <a:rPr lang="en-US" altLang="zh-CN" sz="5400" dirty="0">
                <a:sym typeface="+mn-lt"/>
              </a:rPr>
              <a:t> </a:t>
            </a:r>
            <a:r>
              <a:rPr lang="zh-CN" alt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lt"/>
              </a:rPr>
              <a:t>发展策略和行动计划</a:t>
            </a:r>
            <a:endParaRPr lang="en-US" altLang="zh-CN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lt"/>
            </a:endParaRPr>
          </a:p>
          <a:p>
            <a:pPr algn="ctr"/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8541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07A28-4B77-3FD7-2952-D61A29C7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560CDC9-4072-DA76-7FF3-84B6D4B96C61}"/>
              </a:ext>
            </a:extLst>
          </p:cNvPr>
          <p:cNvSpPr txBox="1"/>
          <p:nvPr/>
        </p:nvSpPr>
        <p:spPr>
          <a:xfrm>
            <a:off x="852453" y="218614"/>
            <a:ext cx="3959737" cy="378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lnSpc>
                <a:spcPts val="2200"/>
              </a:lnSpc>
              <a:defRPr sz="2000" b="1">
                <a:solidFill>
                  <a:srgbClr val="000000"/>
                </a:solidFill>
                <a:latin typeface="+mn-ea"/>
                <a:cs typeface="+mn-ea"/>
              </a:defRPr>
            </a:lvl1pPr>
          </a:lstStyle>
          <a:p>
            <a:r>
              <a:rPr lang="en-US" altLang="zh-CN" dirty="0" err="1">
                <a:sym typeface="+mn-lt"/>
              </a:rPr>
              <a:t>行动与调整：实践规划</a:t>
            </a:r>
            <a:r>
              <a:rPr lang="en-US" altLang="zh-CN" err="1">
                <a:sym typeface="+mn-lt"/>
              </a:rPr>
              <a:t>，</a:t>
            </a:r>
            <a:r>
              <a:rPr lang="en-US" altLang="zh-CN">
                <a:sym typeface="+mn-lt"/>
              </a:rPr>
              <a:t>适应变化</a:t>
            </a:r>
            <a:endParaRPr lang="en-US" altLang="zh-CN" dirty="0">
              <a:sym typeface="+mn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947738" y="952500"/>
            <a:ext cx="4068762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4200"/>
              </a:lnSpc>
            </a:pPr>
            <a:r>
              <a:rPr lang="en-US" sz="3000" b="1" dirty="0">
                <a:solidFill>
                  <a:srgbClr val="1D418C"/>
                </a:solidFill>
                <a:cs typeface="+mn-ea"/>
                <a:sym typeface="+mn-lt"/>
              </a:rPr>
              <a:t>实习与实践经验积累</a:t>
            </a:r>
            <a:endParaRPr lang="en-US" sz="3000" dirty="0">
              <a:solidFill>
                <a:srgbClr val="1D418C"/>
              </a:solidFill>
              <a:cs typeface="+mn-ea"/>
              <a:sym typeface="+mn-lt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4B58D67-0336-D3E8-4F42-5350603F901D}"/>
              </a:ext>
            </a:extLst>
          </p:cNvPr>
          <p:cNvSpPr/>
          <p:nvPr/>
        </p:nvSpPr>
        <p:spPr>
          <a:xfrm>
            <a:off x="947738" y="1957207"/>
            <a:ext cx="4970462" cy="157339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E949729-CDA6-10C5-C796-8181950D5053}"/>
              </a:ext>
            </a:extLst>
          </p:cNvPr>
          <p:cNvSpPr/>
          <p:nvPr/>
        </p:nvSpPr>
        <p:spPr>
          <a:xfrm>
            <a:off x="1273832" y="1841093"/>
            <a:ext cx="2294995" cy="395514"/>
          </a:xfrm>
          <a:prstGeom prst="roundRect">
            <a:avLst>
              <a:gd name="adj" fmla="val 0"/>
            </a:avLst>
          </a:prstGeom>
          <a:solidFill>
            <a:srgbClr val="1D4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27E7ED7D-7734-1F5E-6950-7AFC76713323}"/>
              </a:ext>
            </a:extLst>
          </p:cNvPr>
          <p:cNvSpPr/>
          <p:nvPr/>
        </p:nvSpPr>
        <p:spPr>
          <a:xfrm>
            <a:off x="1781176" y="1891893"/>
            <a:ext cx="1279524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200"/>
              </a:lnSpc>
            </a:pPr>
            <a:r>
              <a:rPr lang="en-US" sz="1600" b="1" dirty="0">
                <a:solidFill>
                  <a:schemeClr val="bg1"/>
                </a:solidFill>
                <a:cs typeface="+mn-ea"/>
                <a:sym typeface="+mn-lt"/>
              </a:rPr>
              <a:t>实习重要性</a:t>
            </a:r>
            <a:endParaRPr 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EE53C7E5-242B-EBB3-C520-CE522D333D0D}"/>
              </a:ext>
            </a:extLst>
          </p:cNvPr>
          <p:cNvSpPr/>
          <p:nvPr/>
        </p:nvSpPr>
        <p:spPr>
          <a:xfrm>
            <a:off x="1288257" y="2299700"/>
            <a:ext cx="4271962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err="1">
                <a:sym typeface="+mn-lt"/>
              </a:rPr>
              <a:t>实习是大学生职业生涯规划中的关键环节，它提供了一个将理论知识应用于实际工作的平台，有助于学生了解行业现状，提升专业技能</a:t>
            </a:r>
            <a:r>
              <a:rPr lang="en-US" sz="1400" dirty="0">
                <a:sym typeface="+mn-lt"/>
              </a:rPr>
              <a:t>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5FAC181-32DF-989B-E091-1CEB6BB6BDDA}"/>
              </a:ext>
            </a:extLst>
          </p:cNvPr>
          <p:cNvSpPr/>
          <p:nvPr/>
        </p:nvSpPr>
        <p:spPr>
          <a:xfrm>
            <a:off x="947738" y="3873093"/>
            <a:ext cx="4970462" cy="157339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771E997-19E9-CC58-1730-AE1FC8442523}"/>
              </a:ext>
            </a:extLst>
          </p:cNvPr>
          <p:cNvSpPr/>
          <p:nvPr/>
        </p:nvSpPr>
        <p:spPr>
          <a:xfrm>
            <a:off x="1273832" y="3756979"/>
            <a:ext cx="2294995" cy="395514"/>
          </a:xfrm>
          <a:prstGeom prst="roundRect">
            <a:avLst>
              <a:gd name="adj" fmla="val 0"/>
            </a:avLst>
          </a:prstGeom>
          <a:solidFill>
            <a:srgbClr val="DCD0B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</a:endParaRP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BED45D95-60A4-23A9-8ED0-0727145E4460}"/>
              </a:ext>
            </a:extLst>
          </p:cNvPr>
          <p:cNvSpPr/>
          <p:nvPr/>
        </p:nvSpPr>
        <p:spPr>
          <a:xfrm>
            <a:off x="1781176" y="3807779"/>
            <a:ext cx="1279524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200"/>
              </a:lnSpc>
            </a:pPr>
            <a:r>
              <a:rPr lang="en-US" altLang="zh-CN" sz="1600" b="1" dirty="0" err="1">
                <a:solidFill>
                  <a:srgbClr val="000000"/>
                </a:solidFill>
                <a:cs typeface="+mn-ea"/>
                <a:sym typeface="+mn-lt"/>
              </a:rPr>
              <a:t>实践经验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886E483F-317E-2011-AB84-B2EC75A20888}"/>
              </a:ext>
            </a:extLst>
          </p:cNvPr>
          <p:cNvSpPr/>
          <p:nvPr/>
        </p:nvSpPr>
        <p:spPr>
          <a:xfrm>
            <a:off x="1288257" y="4360726"/>
            <a:ext cx="4271962" cy="102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err="1">
                <a:sym typeface="+mn-lt"/>
              </a:rPr>
              <a:t>通过实习，大学生可以积累宝贵的实践经验，增强解决问题的能力，这对未来就业具有不可替代的作用</a:t>
            </a:r>
            <a:r>
              <a:rPr lang="en-US" altLang="zh-CN" sz="1400" dirty="0">
                <a:sym typeface="+mn-lt"/>
              </a:rPr>
              <a:t>。</a:t>
            </a:r>
          </a:p>
        </p:txBody>
      </p:sp>
      <p:sp>
        <p:nvSpPr>
          <p:cNvPr id="28" name="矩形: 圆角 27" descr="D:\51PPT模板网\51pptmoban.com\图片.jpg">
            <a:extLst>
              <a:ext uri="{FF2B5EF4-FFF2-40B4-BE49-F238E27FC236}">
                <a16:creationId xmlns:a16="http://schemas.microsoft.com/office/drawing/2014/main" id="{5281637F-FAB7-3A38-3987-447B2B9E9A72}"/>
              </a:ext>
            </a:extLst>
          </p:cNvPr>
          <p:cNvSpPr/>
          <p:nvPr/>
        </p:nvSpPr>
        <p:spPr>
          <a:xfrm>
            <a:off x="6258719" y="1059543"/>
            <a:ext cx="4970462" cy="4386943"/>
          </a:xfrm>
          <a:prstGeom prst="roundRect">
            <a:avLst>
              <a:gd name="adj" fmla="val 0"/>
            </a:avLst>
          </a:prstGeom>
          <a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780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0372D-FB5B-229B-DE95-8847BE44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8BB08AE-826E-6D10-6072-CB40926D2481}"/>
              </a:ext>
            </a:extLst>
          </p:cNvPr>
          <p:cNvSpPr txBox="1"/>
          <p:nvPr/>
        </p:nvSpPr>
        <p:spPr>
          <a:xfrm>
            <a:off x="852453" y="218614"/>
            <a:ext cx="3959737" cy="378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lnSpc>
                <a:spcPts val="2200"/>
              </a:lnSpc>
              <a:defRPr sz="2000" b="1">
                <a:solidFill>
                  <a:srgbClr val="000000"/>
                </a:solidFill>
                <a:latin typeface="+mn-ea"/>
                <a:cs typeface="+mn-ea"/>
              </a:defRPr>
            </a:lvl1pPr>
          </a:lstStyle>
          <a:p>
            <a:r>
              <a:rPr lang="en-US" altLang="zh-CN" dirty="0" err="1">
                <a:sym typeface="+mn-lt"/>
              </a:rPr>
              <a:t>行动与调整：实践规划</a:t>
            </a:r>
            <a:r>
              <a:rPr lang="en-US" altLang="zh-CN" err="1">
                <a:sym typeface="+mn-lt"/>
              </a:rPr>
              <a:t>，</a:t>
            </a:r>
            <a:r>
              <a:rPr lang="en-US" altLang="zh-CN">
                <a:sym typeface="+mn-lt"/>
              </a:rPr>
              <a:t>适应变化</a:t>
            </a:r>
            <a:endParaRPr lang="en-US" altLang="zh-CN" dirty="0">
              <a:sym typeface="+mn-lt"/>
            </a:endParaRPr>
          </a:p>
        </p:txBody>
      </p:sp>
      <p:sp>
        <p:nvSpPr>
          <p:cNvPr id="2" name="íš1íḋê">
            <a:extLst>
              <a:ext uri="{FF2B5EF4-FFF2-40B4-BE49-F238E27FC236}">
                <a16:creationId xmlns:a16="http://schemas.microsoft.com/office/drawing/2014/main" id="{3986EA2A-612A-64C5-DECF-48617838C2B7}"/>
              </a:ext>
            </a:extLst>
          </p:cNvPr>
          <p:cNvSpPr/>
          <p:nvPr/>
        </p:nvSpPr>
        <p:spPr>
          <a:xfrm>
            <a:off x="4219575" y="1493838"/>
            <a:ext cx="3752850" cy="3752850"/>
          </a:xfrm>
          <a:prstGeom prst="quadArrow">
            <a:avLst>
              <a:gd name="adj1" fmla="val 937"/>
              <a:gd name="adj2" fmla="val 1969"/>
              <a:gd name="adj3" fmla="val 5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1">
            <a:scrgbClr r="0" g="0" b="0"/>
          </a:fillRef>
          <a:effectRef idx="2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4" name="îšḻïde">
            <a:extLst>
              <a:ext uri="{FF2B5EF4-FFF2-40B4-BE49-F238E27FC236}">
                <a16:creationId xmlns:a16="http://schemas.microsoft.com/office/drawing/2014/main" id="{F5D76D7B-B512-AB2C-BFD0-0358EC56E8AC}"/>
              </a:ext>
            </a:extLst>
          </p:cNvPr>
          <p:cNvSpPr/>
          <p:nvPr/>
        </p:nvSpPr>
        <p:spPr>
          <a:xfrm>
            <a:off x="4463510" y="1737772"/>
            <a:ext cx="1501140" cy="1501140"/>
          </a:xfrm>
          <a:custGeom>
            <a:avLst/>
            <a:gdLst>
              <a:gd name="connsiteX0" fmla="*/ 0 w 3656647"/>
              <a:gd name="connsiteY0" fmla="*/ 0 h 3656647"/>
              <a:gd name="connsiteX1" fmla="*/ 3656647 w 3656647"/>
              <a:gd name="connsiteY1" fmla="*/ 0 h 3656647"/>
              <a:gd name="connsiteX2" fmla="*/ 3656647 w 3656647"/>
              <a:gd name="connsiteY2" fmla="*/ 3656647 h 3656647"/>
              <a:gd name="connsiteX3" fmla="*/ 0 w 3656647"/>
              <a:gd name="connsiteY3" fmla="*/ 3656647 h 3656647"/>
              <a:gd name="connsiteX4" fmla="*/ 0 w 3656647"/>
              <a:gd name="connsiteY4" fmla="*/ 0 h 3656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6647" h="3656647">
                <a:moveTo>
                  <a:pt x="0" y="0"/>
                </a:moveTo>
                <a:lnTo>
                  <a:pt x="3656647" y="0"/>
                </a:lnTo>
                <a:lnTo>
                  <a:pt x="3656647" y="3656647"/>
                </a:lnTo>
                <a:lnTo>
                  <a:pt x="0" y="3656647"/>
                </a:lnTo>
                <a:lnTo>
                  <a:pt x="0" y="0"/>
                </a:lnTo>
                <a:close/>
              </a:path>
            </a:pathLst>
          </a:custGeom>
          <a:solidFill>
            <a:srgbClr val="1D418C"/>
          </a:solidFill>
          <a:ln/>
        </p:spPr>
        <p:txBody>
          <a:bodyPr/>
          <a:lstStyle/>
          <a:p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" name="í$ḻíḍe">
            <a:extLst>
              <a:ext uri="{FF2B5EF4-FFF2-40B4-BE49-F238E27FC236}">
                <a16:creationId xmlns:a16="http://schemas.microsoft.com/office/drawing/2014/main" id="{2D7794EA-4515-2A2C-A9D1-4C059F7BCB93}"/>
              </a:ext>
            </a:extLst>
          </p:cNvPr>
          <p:cNvSpPr/>
          <p:nvPr/>
        </p:nvSpPr>
        <p:spPr>
          <a:xfrm>
            <a:off x="6227349" y="1737772"/>
            <a:ext cx="1501140" cy="1501140"/>
          </a:xfrm>
          <a:custGeom>
            <a:avLst/>
            <a:gdLst>
              <a:gd name="connsiteX0" fmla="*/ 0 w 3656647"/>
              <a:gd name="connsiteY0" fmla="*/ 0 h 3656647"/>
              <a:gd name="connsiteX1" fmla="*/ 3656647 w 3656647"/>
              <a:gd name="connsiteY1" fmla="*/ 0 h 3656647"/>
              <a:gd name="connsiteX2" fmla="*/ 3656647 w 3656647"/>
              <a:gd name="connsiteY2" fmla="*/ 3656647 h 3656647"/>
              <a:gd name="connsiteX3" fmla="*/ 0 w 3656647"/>
              <a:gd name="connsiteY3" fmla="*/ 3656647 h 3656647"/>
              <a:gd name="connsiteX4" fmla="*/ 0 w 3656647"/>
              <a:gd name="connsiteY4" fmla="*/ 0 h 3656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6647" h="3656647">
                <a:moveTo>
                  <a:pt x="0" y="0"/>
                </a:moveTo>
                <a:lnTo>
                  <a:pt x="3656647" y="0"/>
                </a:lnTo>
                <a:lnTo>
                  <a:pt x="3656647" y="3656647"/>
                </a:lnTo>
                <a:lnTo>
                  <a:pt x="0" y="3656647"/>
                </a:lnTo>
                <a:lnTo>
                  <a:pt x="0" y="0"/>
                </a:lnTo>
                <a:close/>
              </a:path>
            </a:pathLst>
          </a:custGeom>
          <a:solidFill>
            <a:srgbClr val="DCD0B0"/>
          </a:solidFill>
          <a:ln/>
        </p:spPr>
        <p:txBody>
          <a:bodyPr/>
          <a:lstStyle/>
          <a:p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" name="íŝ1iḍé">
            <a:extLst>
              <a:ext uri="{FF2B5EF4-FFF2-40B4-BE49-F238E27FC236}">
                <a16:creationId xmlns:a16="http://schemas.microsoft.com/office/drawing/2014/main" id="{7BAA3003-3234-BF85-56B3-57E90A403461}"/>
              </a:ext>
            </a:extLst>
          </p:cNvPr>
          <p:cNvSpPr/>
          <p:nvPr/>
        </p:nvSpPr>
        <p:spPr>
          <a:xfrm>
            <a:off x="4463510" y="3501612"/>
            <a:ext cx="1501140" cy="1501140"/>
          </a:xfrm>
          <a:custGeom>
            <a:avLst/>
            <a:gdLst>
              <a:gd name="connsiteX0" fmla="*/ 0 w 3656647"/>
              <a:gd name="connsiteY0" fmla="*/ 0 h 3656647"/>
              <a:gd name="connsiteX1" fmla="*/ 3656647 w 3656647"/>
              <a:gd name="connsiteY1" fmla="*/ 0 h 3656647"/>
              <a:gd name="connsiteX2" fmla="*/ 3656647 w 3656647"/>
              <a:gd name="connsiteY2" fmla="*/ 3656647 h 3656647"/>
              <a:gd name="connsiteX3" fmla="*/ 0 w 3656647"/>
              <a:gd name="connsiteY3" fmla="*/ 3656647 h 3656647"/>
              <a:gd name="connsiteX4" fmla="*/ 0 w 3656647"/>
              <a:gd name="connsiteY4" fmla="*/ 0 h 3656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6647" h="3656647">
                <a:moveTo>
                  <a:pt x="0" y="0"/>
                </a:moveTo>
                <a:lnTo>
                  <a:pt x="3656647" y="0"/>
                </a:lnTo>
                <a:lnTo>
                  <a:pt x="3656647" y="3656647"/>
                </a:lnTo>
                <a:lnTo>
                  <a:pt x="0" y="3656647"/>
                </a:lnTo>
                <a:lnTo>
                  <a:pt x="0" y="0"/>
                </a:lnTo>
                <a:close/>
              </a:path>
            </a:pathLst>
          </a:custGeom>
          <a:solidFill>
            <a:srgbClr val="DCD0B0"/>
          </a:solidFill>
          <a:ln/>
        </p:spPr>
        <p:txBody>
          <a:bodyPr/>
          <a:lstStyle/>
          <a:p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išḻiḑê">
            <a:extLst>
              <a:ext uri="{FF2B5EF4-FFF2-40B4-BE49-F238E27FC236}">
                <a16:creationId xmlns:a16="http://schemas.microsoft.com/office/drawing/2014/main" id="{8C223F5D-1744-DD4B-EE84-2D3AC6921C5F}"/>
              </a:ext>
            </a:extLst>
          </p:cNvPr>
          <p:cNvSpPr/>
          <p:nvPr/>
        </p:nvSpPr>
        <p:spPr>
          <a:xfrm>
            <a:off x="6227349" y="3501612"/>
            <a:ext cx="1501140" cy="1501140"/>
          </a:xfrm>
          <a:custGeom>
            <a:avLst/>
            <a:gdLst>
              <a:gd name="connsiteX0" fmla="*/ 0 w 3656647"/>
              <a:gd name="connsiteY0" fmla="*/ 0 h 3656647"/>
              <a:gd name="connsiteX1" fmla="*/ 3656647 w 3656647"/>
              <a:gd name="connsiteY1" fmla="*/ 0 h 3656647"/>
              <a:gd name="connsiteX2" fmla="*/ 3656647 w 3656647"/>
              <a:gd name="connsiteY2" fmla="*/ 3656647 h 3656647"/>
              <a:gd name="connsiteX3" fmla="*/ 0 w 3656647"/>
              <a:gd name="connsiteY3" fmla="*/ 3656647 h 3656647"/>
              <a:gd name="connsiteX4" fmla="*/ 0 w 3656647"/>
              <a:gd name="connsiteY4" fmla="*/ 0 h 3656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6647" h="3656647">
                <a:moveTo>
                  <a:pt x="0" y="0"/>
                </a:moveTo>
                <a:lnTo>
                  <a:pt x="3656647" y="0"/>
                </a:lnTo>
                <a:lnTo>
                  <a:pt x="3656647" y="3656647"/>
                </a:lnTo>
                <a:lnTo>
                  <a:pt x="0" y="3656647"/>
                </a:lnTo>
                <a:lnTo>
                  <a:pt x="0" y="0"/>
                </a:lnTo>
                <a:close/>
              </a:path>
            </a:pathLst>
          </a:custGeom>
          <a:solidFill>
            <a:srgbClr val="1D418C"/>
          </a:solidFill>
          <a:ln/>
        </p:spPr>
        <p:txBody>
          <a:bodyPr/>
          <a:lstStyle/>
          <a:p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8" name="组合 7" descr="D:\51PPT模板网\51pptmoban.com\图片.jpg">
            <a:extLst>
              <a:ext uri="{FF2B5EF4-FFF2-40B4-BE49-F238E27FC236}">
                <a16:creationId xmlns:a16="http://schemas.microsoft.com/office/drawing/2014/main" id="{5F8BE748-732F-BB45-D2A8-D2F9F5E851E8}"/>
              </a:ext>
            </a:extLst>
          </p:cNvPr>
          <p:cNvGrpSpPr/>
          <p:nvPr/>
        </p:nvGrpSpPr>
        <p:grpSpPr>
          <a:xfrm>
            <a:off x="5043007" y="2106143"/>
            <a:ext cx="414519" cy="530584"/>
            <a:chOff x="5043007" y="2271243"/>
            <a:chExt cx="414519" cy="530584"/>
          </a:xfrm>
          <a:solidFill>
            <a:schemeClr val="bg1"/>
          </a:solidFill>
        </p:grpSpPr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2D9A3AD9-42F3-9D9D-2B5B-A09FAA8BE201}"/>
                </a:ext>
              </a:extLst>
            </p:cNvPr>
            <p:cNvSpPr/>
            <p:nvPr/>
          </p:nvSpPr>
          <p:spPr>
            <a:xfrm>
              <a:off x="5043007" y="2470212"/>
              <a:ext cx="414519" cy="331615"/>
            </a:xfrm>
            <a:custGeom>
              <a:avLst/>
              <a:gdLst>
                <a:gd name="connsiteX0" fmla="*/ 414520 w 414519"/>
                <a:gd name="connsiteY0" fmla="*/ 140605 h 331615"/>
                <a:gd name="connsiteX1" fmla="*/ 318351 w 414519"/>
                <a:gd name="connsiteY1" fmla="*/ 39794 h 331615"/>
                <a:gd name="connsiteX2" fmla="*/ 318351 w 414519"/>
                <a:gd name="connsiteY2" fmla="*/ 0 h 331615"/>
                <a:gd name="connsiteX3" fmla="*/ 0 w 414519"/>
                <a:gd name="connsiteY3" fmla="*/ 0 h 331615"/>
                <a:gd name="connsiteX4" fmla="*/ 0 w 414519"/>
                <a:gd name="connsiteY4" fmla="*/ 305086 h 331615"/>
                <a:gd name="connsiteX5" fmla="*/ 26529 w 414519"/>
                <a:gd name="connsiteY5" fmla="*/ 331616 h 331615"/>
                <a:gd name="connsiteX6" fmla="*/ 291822 w 414519"/>
                <a:gd name="connsiteY6" fmla="*/ 331616 h 331615"/>
                <a:gd name="connsiteX7" fmla="*/ 318351 w 414519"/>
                <a:gd name="connsiteY7" fmla="*/ 305086 h 331615"/>
                <a:gd name="connsiteX8" fmla="*/ 318351 w 414519"/>
                <a:gd name="connsiteY8" fmla="*/ 242079 h 331615"/>
                <a:gd name="connsiteX9" fmla="*/ 414520 w 414519"/>
                <a:gd name="connsiteY9" fmla="*/ 140605 h 331615"/>
                <a:gd name="connsiteX10" fmla="*/ 319014 w 414519"/>
                <a:gd name="connsiteY10" fmla="*/ 202286 h 331615"/>
                <a:gd name="connsiteX11" fmla="*/ 319014 w 414519"/>
                <a:gd name="connsiteY11" fmla="*/ 79588 h 331615"/>
                <a:gd name="connsiteX12" fmla="*/ 375389 w 414519"/>
                <a:gd name="connsiteY12" fmla="*/ 140605 h 331615"/>
                <a:gd name="connsiteX13" fmla="*/ 319014 w 414519"/>
                <a:gd name="connsiteY13" fmla="*/ 202286 h 331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4519" h="331615">
                  <a:moveTo>
                    <a:pt x="414520" y="140605"/>
                  </a:moveTo>
                  <a:cubicBezTo>
                    <a:pt x="414520" y="86220"/>
                    <a:pt x="372073" y="42447"/>
                    <a:pt x="318351" y="39794"/>
                  </a:cubicBezTo>
                  <a:lnTo>
                    <a:pt x="318351" y="0"/>
                  </a:lnTo>
                  <a:lnTo>
                    <a:pt x="0" y="0"/>
                  </a:lnTo>
                  <a:lnTo>
                    <a:pt x="0" y="305086"/>
                  </a:lnTo>
                  <a:cubicBezTo>
                    <a:pt x="0" y="319677"/>
                    <a:pt x="11938" y="331616"/>
                    <a:pt x="26529" y="331616"/>
                  </a:cubicBezTo>
                  <a:lnTo>
                    <a:pt x="291822" y="331616"/>
                  </a:lnTo>
                  <a:cubicBezTo>
                    <a:pt x="306413" y="331616"/>
                    <a:pt x="318351" y="319677"/>
                    <a:pt x="318351" y="305086"/>
                  </a:cubicBezTo>
                  <a:lnTo>
                    <a:pt x="318351" y="242079"/>
                  </a:lnTo>
                  <a:cubicBezTo>
                    <a:pt x="372073" y="239426"/>
                    <a:pt x="414520" y="194990"/>
                    <a:pt x="414520" y="140605"/>
                  </a:cubicBezTo>
                  <a:close/>
                  <a:moveTo>
                    <a:pt x="319014" y="202286"/>
                  </a:moveTo>
                  <a:lnTo>
                    <a:pt x="319014" y="79588"/>
                  </a:lnTo>
                  <a:cubicBezTo>
                    <a:pt x="350849" y="82241"/>
                    <a:pt x="375389" y="108770"/>
                    <a:pt x="375389" y="140605"/>
                  </a:cubicBezTo>
                  <a:cubicBezTo>
                    <a:pt x="375389" y="172440"/>
                    <a:pt x="350186" y="199633"/>
                    <a:pt x="319014" y="202286"/>
                  </a:cubicBezTo>
                  <a:close/>
                </a:path>
              </a:pathLst>
            </a:custGeom>
            <a:grpFill/>
            <a:ln w="6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819F1B3A-4DC5-58E1-1013-6758AA01D828}"/>
                </a:ext>
              </a:extLst>
            </p:cNvPr>
            <p:cNvSpPr/>
            <p:nvPr/>
          </p:nvSpPr>
          <p:spPr>
            <a:xfrm>
              <a:off x="5176317" y="2271243"/>
              <a:ext cx="46426" cy="120044"/>
            </a:xfrm>
            <a:custGeom>
              <a:avLst/>
              <a:gdLst>
                <a:gd name="connsiteX0" fmla="*/ 13928 w 46426"/>
                <a:gd name="connsiteY0" fmla="*/ 69639 h 120044"/>
                <a:gd name="connsiteX1" fmla="*/ 19897 w 46426"/>
                <a:gd name="connsiteY1" fmla="*/ 83567 h 120044"/>
                <a:gd name="connsiteX2" fmla="*/ 13928 w 46426"/>
                <a:gd name="connsiteY2" fmla="*/ 97495 h 120044"/>
                <a:gd name="connsiteX3" fmla="*/ 13928 w 46426"/>
                <a:gd name="connsiteY3" fmla="*/ 116065 h 120044"/>
                <a:gd name="connsiteX4" fmla="*/ 23213 w 46426"/>
                <a:gd name="connsiteY4" fmla="*/ 120045 h 120044"/>
                <a:gd name="connsiteX5" fmla="*/ 32498 w 46426"/>
                <a:gd name="connsiteY5" fmla="*/ 116065 h 120044"/>
                <a:gd name="connsiteX6" fmla="*/ 46426 w 46426"/>
                <a:gd name="connsiteY6" fmla="*/ 82904 h 120044"/>
                <a:gd name="connsiteX7" fmla="*/ 32498 w 46426"/>
                <a:gd name="connsiteY7" fmla="*/ 50406 h 120044"/>
                <a:gd name="connsiteX8" fmla="*/ 32498 w 46426"/>
                <a:gd name="connsiteY8" fmla="*/ 50406 h 120044"/>
                <a:gd name="connsiteX9" fmla="*/ 32498 w 46426"/>
                <a:gd name="connsiteY9" fmla="*/ 22550 h 120044"/>
                <a:gd name="connsiteX10" fmla="*/ 32498 w 46426"/>
                <a:gd name="connsiteY10" fmla="*/ 3979 h 120044"/>
                <a:gd name="connsiteX11" fmla="*/ 13928 w 46426"/>
                <a:gd name="connsiteY11" fmla="*/ 3979 h 120044"/>
                <a:gd name="connsiteX12" fmla="*/ 13928 w 46426"/>
                <a:gd name="connsiteY12" fmla="*/ 69639 h 120044"/>
                <a:gd name="connsiteX13" fmla="*/ 13928 w 46426"/>
                <a:gd name="connsiteY13" fmla="*/ 69639 h 12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426" h="120044">
                  <a:moveTo>
                    <a:pt x="13928" y="69639"/>
                  </a:moveTo>
                  <a:cubicBezTo>
                    <a:pt x="17907" y="73619"/>
                    <a:pt x="19897" y="78261"/>
                    <a:pt x="19897" y="83567"/>
                  </a:cubicBezTo>
                  <a:cubicBezTo>
                    <a:pt x="19897" y="88873"/>
                    <a:pt x="17907" y="94179"/>
                    <a:pt x="13928" y="97495"/>
                  </a:cubicBezTo>
                  <a:cubicBezTo>
                    <a:pt x="8622" y="102801"/>
                    <a:pt x="8622" y="110760"/>
                    <a:pt x="13928" y="116065"/>
                  </a:cubicBezTo>
                  <a:cubicBezTo>
                    <a:pt x="16581" y="118718"/>
                    <a:pt x="19897" y="120045"/>
                    <a:pt x="23213" y="120045"/>
                  </a:cubicBezTo>
                  <a:cubicBezTo>
                    <a:pt x="26529" y="120045"/>
                    <a:pt x="29845" y="118718"/>
                    <a:pt x="32498" y="116065"/>
                  </a:cubicBezTo>
                  <a:cubicBezTo>
                    <a:pt x="41120" y="107443"/>
                    <a:pt x="46426" y="95505"/>
                    <a:pt x="46426" y="82904"/>
                  </a:cubicBezTo>
                  <a:cubicBezTo>
                    <a:pt x="46426" y="70303"/>
                    <a:pt x="41784" y="59028"/>
                    <a:pt x="32498" y="50406"/>
                  </a:cubicBezTo>
                  <a:cubicBezTo>
                    <a:pt x="32498" y="50406"/>
                    <a:pt x="32498" y="50406"/>
                    <a:pt x="32498" y="50406"/>
                  </a:cubicBezTo>
                  <a:cubicBezTo>
                    <a:pt x="24540" y="42447"/>
                    <a:pt x="24540" y="29845"/>
                    <a:pt x="32498" y="22550"/>
                  </a:cubicBezTo>
                  <a:cubicBezTo>
                    <a:pt x="37804" y="17244"/>
                    <a:pt x="37804" y="9285"/>
                    <a:pt x="32498" y="3979"/>
                  </a:cubicBezTo>
                  <a:cubicBezTo>
                    <a:pt x="27192" y="-1326"/>
                    <a:pt x="19234" y="-1326"/>
                    <a:pt x="13928" y="3979"/>
                  </a:cubicBezTo>
                  <a:cubicBezTo>
                    <a:pt x="-4643" y="21887"/>
                    <a:pt x="-4643" y="51732"/>
                    <a:pt x="13928" y="69639"/>
                  </a:cubicBezTo>
                  <a:cubicBezTo>
                    <a:pt x="13928" y="69639"/>
                    <a:pt x="13928" y="69639"/>
                    <a:pt x="13928" y="69639"/>
                  </a:cubicBezTo>
                  <a:close/>
                </a:path>
              </a:pathLst>
            </a:custGeom>
            <a:grpFill/>
            <a:ln w="6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50D0D27D-860D-74D2-8613-04AB74E6C9FC}"/>
                </a:ext>
              </a:extLst>
            </p:cNvPr>
            <p:cNvSpPr/>
            <p:nvPr/>
          </p:nvSpPr>
          <p:spPr>
            <a:xfrm>
              <a:off x="5248609" y="2309710"/>
              <a:ext cx="45928" cy="120044"/>
            </a:xfrm>
            <a:custGeom>
              <a:avLst/>
              <a:gdLst>
                <a:gd name="connsiteX0" fmla="*/ 13928 w 45928"/>
                <a:gd name="connsiteY0" fmla="*/ 69639 h 120044"/>
                <a:gd name="connsiteX1" fmla="*/ 13928 w 45928"/>
                <a:gd name="connsiteY1" fmla="*/ 97495 h 120044"/>
                <a:gd name="connsiteX2" fmla="*/ 13928 w 45928"/>
                <a:gd name="connsiteY2" fmla="*/ 116065 h 120044"/>
                <a:gd name="connsiteX3" fmla="*/ 23213 w 45928"/>
                <a:gd name="connsiteY3" fmla="*/ 120045 h 120044"/>
                <a:gd name="connsiteX4" fmla="*/ 32498 w 45928"/>
                <a:gd name="connsiteY4" fmla="*/ 116065 h 120044"/>
                <a:gd name="connsiteX5" fmla="*/ 32498 w 45928"/>
                <a:gd name="connsiteY5" fmla="*/ 50406 h 120044"/>
                <a:gd name="connsiteX6" fmla="*/ 32498 w 45928"/>
                <a:gd name="connsiteY6" fmla="*/ 50406 h 120044"/>
                <a:gd name="connsiteX7" fmla="*/ 26529 w 45928"/>
                <a:gd name="connsiteY7" fmla="*/ 36478 h 120044"/>
                <a:gd name="connsiteX8" fmla="*/ 32498 w 45928"/>
                <a:gd name="connsiteY8" fmla="*/ 22550 h 120044"/>
                <a:gd name="connsiteX9" fmla="*/ 32498 w 45928"/>
                <a:gd name="connsiteY9" fmla="*/ 3979 h 120044"/>
                <a:gd name="connsiteX10" fmla="*/ 13928 w 45928"/>
                <a:gd name="connsiteY10" fmla="*/ 3979 h 120044"/>
                <a:gd name="connsiteX11" fmla="*/ 0 w 45928"/>
                <a:gd name="connsiteY11" fmla="*/ 37141 h 120044"/>
                <a:gd name="connsiteX12" fmla="*/ 13928 w 45928"/>
                <a:gd name="connsiteY12" fmla="*/ 69639 h 120044"/>
                <a:gd name="connsiteX13" fmla="*/ 13928 w 45928"/>
                <a:gd name="connsiteY13" fmla="*/ 69639 h 12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5928" h="120044">
                  <a:moveTo>
                    <a:pt x="13928" y="69639"/>
                  </a:moveTo>
                  <a:cubicBezTo>
                    <a:pt x="21887" y="77598"/>
                    <a:pt x="21887" y="90199"/>
                    <a:pt x="13928" y="97495"/>
                  </a:cubicBezTo>
                  <a:cubicBezTo>
                    <a:pt x="8622" y="102801"/>
                    <a:pt x="8622" y="110760"/>
                    <a:pt x="13928" y="116065"/>
                  </a:cubicBezTo>
                  <a:cubicBezTo>
                    <a:pt x="16581" y="118718"/>
                    <a:pt x="19897" y="120045"/>
                    <a:pt x="23213" y="120045"/>
                  </a:cubicBezTo>
                  <a:cubicBezTo>
                    <a:pt x="26529" y="120045"/>
                    <a:pt x="29845" y="118718"/>
                    <a:pt x="32498" y="116065"/>
                  </a:cubicBezTo>
                  <a:cubicBezTo>
                    <a:pt x="50406" y="98158"/>
                    <a:pt x="50406" y="68313"/>
                    <a:pt x="32498" y="50406"/>
                  </a:cubicBezTo>
                  <a:cubicBezTo>
                    <a:pt x="32498" y="50406"/>
                    <a:pt x="32498" y="50406"/>
                    <a:pt x="32498" y="50406"/>
                  </a:cubicBezTo>
                  <a:cubicBezTo>
                    <a:pt x="28519" y="46426"/>
                    <a:pt x="26529" y="41784"/>
                    <a:pt x="26529" y="36478"/>
                  </a:cubicBezTo>
                  <a:cubicBezTo>
                    <a:pt x="26529" y="31172"/>
                    <a:pt x="28519" y="25866"/>
                    <a:pt x="32498" y="22550"/>
                  </a:cubicBezTo>
                  <a:cubicBezTo>
                    <a:pt x="37804" y="17244"/>
                    <a:pt x="37804" y="9285"/>
                    <a:pt x="32498" y="3979"/>
                  </a:cubicBezTo>
                  <a:cubicBezTo>
                    <a:pt x="27192" y="-1326"/>
                    <a:pt x="19234" y="-1326"/>
                    <a:pt x="13928" y="3979"/>
                  </a:cubicBezTo>
                  <a:cubicBezTo>
                    <a:pt x="5306" y="12601"/>
                    <a:pt x="0" y="24540"/>
                    <a:pt x="0" y="37141"/>
                  </a:cubicBezTo>
                  <a:cubicBezTo>
                    <a:pt x="663" y="49742"/>
                    <a:pt x="5306" y="61017"/>
                    <a:pt x="13928" y="69639"/>
                  </a:cubicBezTo>
                  <a:cubicBezTo>
                    <a:pt x="13928" y="69639"/>
                    <a:pt x="13928" y="69639"/>
                    <a:pt x="13928" y="69639"/>
                  </a:cubicBezTo>
                  <a:close/>
                </a:path>
              </a:pathLst>
            </a:custGeom>
            <a:grpFill/>
            <a:ln w="6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479B0A88-994B-12DC-2F39-DBF6DE685D31}"/>
                </a:ext>
              </a:extLst>
            </p:cNvPr>
            <p:cNvSpPr/>
            <p:nvPr/>
          </p:nvSpPr>
          <p:spPr>
            <a:xfrm>
              <a:off x="5109993" y="2309047"/>
              <a:ext cx="46426" cy="120708"/>
            </a:xfrm>
            <a:custGeom>
              <a:avLst/>
              <a:gdLst>
                <a:gd name="connsiteX0" fmla="*/ 13928 w 46426"/>
                <a:gd name="connsiteY0" fmla="*/ 70303 h 120708"/>
                <a:gd name="connsiteX1" fmla="*/ 19897 w 46426"/>
                <a:gd name="connsiteY1" fmla="*/ 84230 h 120708"/>
                <a:gd name="connsiteX2" fmla="*/ 13928 w 46426"/>
                <a:gd name="connsiteY2" fmla="*/ 98158 h 120708"/>
                <a:gd name="connsiteX3" fmla="*/ 13928 w 46426"/>
                <a:gd name="connsiteY3" fmla="*/ 116729 h 120708"/>
                <a:gd name="connsiteX4" fmla="*/ 23213 w 46426"/>
                <a:gd name="connsiteY4" fmla="*/ 120708 h 120708"/>
                <a:gd name="connsiteX5" fmla="*/ 32498 w 46426"/>
                <a:gd name="connsiteY5" fmla="*/ 116729 h 120708"/>
                <a:gd name="connsiteX6" fmla="*/ 46426 w 46426"/>
                <a:gd name="connsiteY6" fmla="*/ 83567 h 120708"/>
                <a:gd name="connsiteX7" fmla="*/ 32498 w 46426"/>
                <a:gd name="connsiteY7" fmla="*/ 50406 h 120708"/>
                <a:gd name="connsiteX8" fmla="*/ 32498 w 46426"/>
                <a:gd name="connsiteY8" fmla="*/ 50406 h 120708"/>
                <a:gd name="connsiteX9" fmla="*/ 32498 w 46426"/>
                <a:gd name="connsiteY9" fmla="*/ 22550 h 120708"/>
                <a:gd name="connsiteX10" fmla="*/ 32498 w 46426"/>
                <a:gd name="connsiteY10" fmla="*/ 3979 h 120708"/>
                <a:gd name="connsiteX11" fmla="*/ 13928 w 46426"/>
                <a:gd name="connsiteY11" fmla="*/ 3979 h 120708"/>
                <a:gd name="connsiteX12" fmla="*/ 13928 w 46426"/>
                <a:gd name="connsiteY12" fmla="*/ 70303 h 120708"/>
                <a:gd name="connsiteX13" fmla="*/ 13928 w 46426"/>
                <a:gd name="connsiteY13" fmla="*/ 70303 h 120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426" h="120708">
                  <a:moveTo>
                    <a:pt x="13928" y="70303"/>
                  </a:moveTo>
                  <a:cubicBezTo>
                    <a:pt x="17907" y="74282"/>
                    <a:pt x="19897" y="78925"/>
                    <a:pt x="19897" y="84230"/>
                  </a:cubicBezTo>
                  <a:cubicBezTo>
                    <a:pt x="19897" y="89536"/>
                    <a:pt x="17907" y="94842"/>
                    <a:pt x="13928" y="98158"/>
                  </a:cubicBezTo>
                  <a:cubicBezTo>
                    <a:pt x="8622" y="103464"/>
                    <a:pt x="8622" y="111423"/>
                    <a:pt x="13928" y="116729"/>
                  </a:cubicBezTo>
                  <a:cubicBezTo>
                    <a:pt x="16581" y="119382"/>
                    <a:pt x="19897" y="120708"/>
                    <a:pt x="23213" y="120708"/>
                  </a:cubicBezTo>
                  <a:cubicBezTo>
                    <a:pt x="26529" y="120708"/>
                    <a:pt x="29845" y="119382"/>
                    <a:pt x="32498" y="116729"/>
                  </a:cubicBezTo>
                  <a:cubicBezTo>
                    <a:pt x="41120" y="108107"/>
                    <a:pt x="46426" y="96169"/>
                    <a:pt x="46426" y="83567"/>
                  </a:cubicBezTo>
                  <a:cubicBezTo>
                    <a:pt x="46426" y="70966"/>
                    <a:pt x="41784" y="59691"/>
                    <a:pt x="32498" y="50406"/>
                  </a:cubicBezTo>
                  <a:lnTo>
                    <a:pt x="32498" y="50406"/>
                  </a:lnTo>
                  <a:cubicBezTo>
                    <a:pt x="24540" y="42447"/>
                    <a:pt x="24540" y="29845"/>
                    <a:pt x="32498" y="22550"/>
                  </a:cubicBezTo>
                  <a:cubicBezTo>
                    <a:pt x="37804" y="17244"/>
                    <a:pt x="37804" y="9285"/>
                    <a:pt x="32498" y="3979"/>
                  </a:cubicBezTo>
                  <a:cubicBezTo>
                    <a:pt x="27192" y="-1326"/>
                    <a:pt x="19234" y="-1326"/>
                    <a:pt x="13928" y="3979"/>
                  </a:cubicBezTo>
                  <a:cubicBezTo>
                    <a:pt x="-4643" y="23213"/>
                    <a:pt x="-4643" y="52395"/>
                    <a:pt x="13928" y="70303"/>
                  </a:cubicBezTo>
                  <a:cubicBezTo>
                    <a:pt x="13928" y="70303"/>
                    <a:pt x="13928" y="70303"/>
                    <a:pt x="13928" y="70303"/>
                  </a:cubicBezTo>
                  <a:close/>
                </a:path>
              </a:pathLst>
            </a:custGeom>
            <a:grpFill/>
            <a:ln w="6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5F9401E-7550-E6CC-1496-B4A6B7D7BC1C}"/>
              </a:ext>
            </a:extLst>
          </p:cNvPr>
          <p:cNvGrpSpPr/>
          <p:nvPr/>
        </p:nvGrpSpPr>
        <p:grpSpPr>
          <a:xfrm>
            <a:off x="6630970" y="2302637"/>
            <a:ext cx="610172" cy="371409"/>
            <a:chOff x="6630970" y="2467737"/>
            <a:chExt cx="610172" cy="371409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6D690B3C-E651-0478-1A02-B8C18162F2BC}"/>
                </a:ext>
              </a:extLst>
            </p:cNvPr>
            <p:cNvSpPr/>
            <p:nvPr/>
          </p:nvSpPr>
          <p:spPr>
            <a:xfrm>
              <a:off x="6630970" y="2467737"/>
              <a:ext cx="397938" cy="371409"/>
            </a:xfrm>
            <a:custGeom>
              <a:avLst/>
              <a:gdLst>
                <a:gd name="connsiteX0" fmla="*/ 358145 w 397938"/>
                <a:gd name="connsiteY0" fmla="*/ 252028 h 371409"/>
                <a:gd name="connsiteX1" fmla="*/ 39794 w 397938"/>
                <a:gd name="connsiteY1" fmla="*/ 252028 h 371409"/>
                <a:gd name="connsiteX2" fmla="*/ 39794 w 397938"/>
                <a:gd name="connsiteY2" fmla="*/ 39794 h 371409"/>
                <a:gd name="connsiteX3" fmla="*/ 358145 w 397938"/>
                <a:gd name="connsiteY3" fmla="*/ 39794 h 371409"/>
                <a:gd name="connsiteX4" fmla="*/ 358145 w 397938"/>
                <a:gd name="connsiteY4" fmla="*/ 252028 h 371409"/>
                <a:gd name="connsiteX5" fmla="*/ 371410 w 397938"/>
                <a:gd name="connsiteY5" fmla="*/ 0 h 371409"/>
                <a:gd name="connsiteX6" fmla="*/ 26529 w 397938"/>
                <a:gd name="connsiteY6" fmla="*/ 0 h 371409"/>
                <a:gd name="connsiteX7" fmla="*/ 0 w 397938"/>
                <a:gd name="connsiteY7" fmla="*/ 26529 h 371409"/>
                <a:gd name="connsiteX8" fmla="*/ 0 w 397938"/>
                <a:gd name="connsiteY8" fmla="*/ 265293 h 371409"/>
                <a:gd name="connsiteX9" fmla="*/ 26529 w 397938"/>
                <a:gd name="connsiteY9" fmla="*/ 291822 h 371409"/>
                <a:gd name="connsiteX10" fmla="*/ 159176 w 397938"/>
                <a:gd name="connsiteY10" fmla="*/ 291822 h 371409"/>
                <a:gd name="connsiteX11" fmla="*/ 159176 w 397938"/>
                <a:gd name="connsiteY11" fmla="*/ 331616 h 371409"/>
                <a:gd name="connsiteX12" fmla="*/ 99485 w 397938"/>
                <a:gd name="connsiteY12" fmla="*/ 331616 h 371409"/>
                <a:gd name="connsiteX13" fmla="*/ 99485 w 397938"/>
                <a:gd name="connsiteY13" fmla="*/ 371410 h 371409"/>
                <a:gd name="connsiteX14" fmla="*/ 298454 w 397938"/>
                <a:gd name="connsiteY14" fmla="*/ 371410 h 371409"/>
                <a:gd name="connsiteX15" fmla="*/ 298454 w 397938"/>
                <a:gd name="connsiteY15" fmla="*/ 331616 h 371409"/>
                <a:gd name="connsiteX16" fmla="*/ 238763 w 397938"/>
                <a:gd name="connsiteY16" fmla="*/ 331616 h 371409"/>
                <a:gd name="connsiteX17" fmla="*/ 238763 w 397938"/>
                <a:gd name="connsiteY17" fmla="*/ 291822 h 371409"/>
                <a:gd name="connsiteX18" fmla="*/ 371410 w 397938"/>
                <a:gd name="connsiteY18" fmla="*/ 291822 h 371409"/>
                <a:gd name="connsiteX19" fmla="*/ 397939 w 397938"/>
                <a:gd name="connsiteY19" fmla="*/ 265293 h 371409"/>
                <a:gd name="connsiteX20" fmla="*/ 397939 w 397938"/>
                <a:gd name="connsiteY20" fmla="*/ 26529 h 371409"/>
                <a:gd name="connsiteX21" fmla="*/ 371410 w 397938"/>
                <a:gd name="connsiteY21" fmla="*/ 0 h 371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7938" h="371409">
                  <a:moveTo>
                    <a:pt x="358145" y="252028"/>
                  </a:moveTo>
                  <a:lnTo>
                    <a:pt x="39794" y="252028"/>
                  </a:lnTo>
                  <a:lnTo>
                    <a:pt x="39794" y="39794"/>
                  </a:lnTo>
                  <a:lnTo>
                    <a:pt x="358145" y="39794"/>
                  </a:lnTo>
                  <a:lnTo>
                    <a:pt x="358145" y="252028"/>
                  </a:lnTo>
                  <a:close/>
                  <a:moveTo>
                    <a:pt x="371410" y="0"/>
                  </a:moveTo>
                  <a:lnTo>
                    <a:pt x="26529" y="0"/>
                  </a:lnTo>
                  <a:cubicBezTo>
                    <a:pt x="11938" y="0"/>
                    <a:pt x="0" y="11938"/>
                    <a:pt x="0" y="26529"/>
                  </a:cubicBezTo>
                  <a:lnTo>
                    <a:pt x="0" y="265293"/>
                  </a:lnTo>
                  <a:cubicBezTo>
                    <a:pt x="0" y="279884"/>
                    <a:pt x="11938" y="291822"/>
                    <a:pt x="26529" y="291822"/>
                  </a:cubicBezTo>
                  <a:lnTo>
                    <a:pt x="159176" y="291822"/>
                  </a:lnTo>
                  <a:lnTo>
                    <a:pt x="159176" y="331616"/>
                  </a:lnTo>
                  <a:lnTo>
                    <a:pt x="99485" y="331616"/>
                  </a:lnTo>
                  <a:lnTo>
                    <a:pt x="99485" y="371410"/>
                  </a:lnTo>
                  <a:lnTo>
                    <a:pt x="298454" y="371410"/>
                  </a:lnTo>
                  <a:lnTo>
                    <a:pt x="298454" y="331616"/>
                  </a:lnTo>
                  <a:lnTo>
                    <a:pt x="238763" y="331616"/>
                  </a:lnTo>
                  <a:lnTo>
                    <a:pt x="238763" y="291822"/>
                  </a:lnTo>
                  <a:lnTo>
                    <a:pt x="371410" y="291822"/>
                  </a:lnTo>
                  <a:cubicBezTo>
                    <a:pt x="386001" y="291822"/>
                    <a:pt x="397939" y="279884"/>
                    <a:pt x="397939" y="265293"/>
                  </a:cubicBezTo>
                  <a:lnTo>
                    <a:pt x="397939" y="26529"/>
                  </a:lnTo>
                  <a:cubicBezTo>
                    <a:pt x="397939" y="11938"/>
                    <a:pt x="386001" y="0"/>
                    <a:pt x="371410" y="0"/>
                  </a:cubicBezTo>
                  <a:close/>
                </a:path>
              </a:pathLst>
            </a:custGeom>
            <a:grpFill/>
            <a:ln w="6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3C2E6105-3504-5499-26D2-ADC71EEBEAA5}"/>
                </a:ext>
              </a:extLst>
            </p:cNvPr>
            <p:cNvSpPr/>
            <p:nvPr/>
          </p:nvSpPr>
          <p:spPr>
            <a:xfrm>
              <a:off x="7055438" y="2467737"/>
              <a:ext cx="185704" cy="371409"/>
            </a:xfrm>
            <a:custGeom>
              <a:avLst/>
              <a:gdLst>
                <a:gd name="connsiteX0" fmla="*/ 159176 w 185704"/>
                <a:gd name="connsiteY0" fmla="*/ 66323 h 371409"/>
                <a:gd name="connsiteX1" fmla="*/ 26529 w 185704"/>
                <a:gd name="connsiteY1" fmla="*/ 66323 h 371409"/>
                <a:gd name="connsiteX2" fmla="*/ 26529 w 185704"/>
                <a:gd name="connsiteY2" fmla="*/ 26529 h 371409"/>
                <a:gd name="connsiteX3" fmla="*/ 159176 w 185704"/>
                <a:gd name="connsiteY3" fmla="*/ 26529 h 371409"/>
                <a:gd name="connsiteX4" fmla="*/ 159176 w 185704"/>
                <a:gd name="connsiteY4" fmla="*/ 66323 h 371409"/>
                <a:gd name="connsiteX5" fmla="*/ 159176 w 185704"/>
                <a:gd name="connsiteY5" fmla="*/ 132646 h 371409"/>
                <a:gd name="connsiteX6" fmla="*/ 26529 w 185704"/>
                <a:gd name="connsiteY6" fmla="*/ 132646 h 371409"/>
                <a:gd name="connsiteX7" fmla="*/ 26529 w 185704"/>
                <a:gd name="connsiteY7" fmla="*/ 92852 h 371409"/>
                <a:gd name="connsiteX8" fmla="*/ 159176 w 185704"/>
                <a:gd name="connsiteY8" fmla="*/ 92852 h 371409"/>
                <a:gd name="connsiteX9" fmla="*/ 159176 w 185704"/>
                <a:gd name="connsiteY9" fmla="*/ 132646 h 371409"/>
                <a:gd name="connsiteX10" fmla="*/ 92852 w 185704"/>
                <a:gd name="connsiteY10" fmla="*/ 331616 h 371409"/>
                <a:gd name="connsiteX11" fmla="*/ 72955 w 185704"/>
                <a:gd name="connsiteY11" fmla="*/ 311719 h 371409"/>
                <a:gd name="connsiteX12" fmla="*/ 92852 w 185704"/>
                <a:gd name="connsiteY12" fmla="*/ 291822 h 371409"/>
                <a:gd name="connsiteX13" fmla="*/ 112749 w 185704"/>
                <a:gd name="connsiteY13" fmla="*/ 311719 h 371409"/>
                <a:gd name="connsiteX14" fmla="*/ 92852 w 185704"/>
                <a:gd name="connsiteY14" fmla="*/ 331616 h 371409"/>
                <a:gd name="connsiteX15" fmla="*/ 159176 w 185704"/>
                <a:gd name="connsiteY15" fmla="*/ 0 h 371409"/>
                <a:gd name="connsiteX16" fmla="*/ 26529 w 185704"/>
                <a:gd name="connsiteY16" fmla="*/ 0 h 371409"/>
                <a:gd name="connsiteX17" fmla="*/ 0 w 185704"/>
                <a:gd name="connsiteY17" fmla="*/ 26529 h 371409"/>
                <a:gd name="connsiteX18" fmla="*/ 0 w 185704"/>
                <a:gd name="connsiteY18" fmla="*/ 344880 h 371409"/>
                <a:gd name="connsiteX19" fmla="*/ 26529 w 185704"/>
                <a:gd name="connsiteY19" fmla="*/ 371410 h 371409"/>
                <a:gd name="connsiteX20" fmla="*/ 159176 w 185704"/>
                <a:gd name="connsiteY20" fmla="*/ 371410 h 371409"/>
                <a:gd name="connsiteX21" fmla="*/ 185705 w 185704"/>
                <a:gd name="connsiteY21" fmla="*/ 344880 h 371409"/>
                <a:gd name="connsiteX22" fmla="*/ 185705 w 185704"/>
                <a:gd name="connsiteY22" fmla="*/ 26529 h 371409"/>
                <a:gd name="connsiteX23" fmla="*/ 159176 w 185704"/>
                <a:gd name="connsiteY23" fmla="*/ 0 h 371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5704" h="371409">
                  <a:moveTo>
                    <a:pt x="159176" y="66323"/>
                  </a:moveTo>
                  <a:lnTo>
                    <a:pt x="26529" y="66323"/>
                  </a:lnTo>
                  <a:lnTo>
                    <a:pt x="26529" y="26529"/>
                  </a:lnTo>
                  <a:lnTo>
                    <a:pt x="159176" y="26529"/>
                  </a:lnTo>
                  <a:lnTo>
                    <a:pt x="159176" y="66323"/>
                  </a:lnTo>
                  <a:close/>
                  <a:moveTo>
                    <a:pt x="159176" y="132646"/>
                  </a:moveTo>
                  <a:lnTo>
                    <a:pt x="26529" y="132646"/>
                  </a:lnTo>
                  <a:lnTo>
                    <a:pt x="26529" y="92852"/>
                  </a:lnTo>
                  <a:lnTo>
                    <a:pt x="159176" y="92852"/>
                  </a:lnTo>
                  <a:lnTo>
                    <a:pt x="159176" y="132646"/>
                  </a:lnTo>
                  <a:close/>
                  <a:moveTo>
                    <a:pt x="92852" y="331616"/>
                  </a:moveTo>
                  <a:cubicBezTo>
                    <a:pt x="81577" y="331616"/>
                    <a:pt x="72955" y="322994"/>
                    <a:pt x="72955" y="311719"/>
                  </a:cubicBezTo>
                  <a:cubicBezTo>
                    <a:pt x="72955" y="300444"/>
                    <a:pt x="81577" y="291822"/>
                    <a:pt x="92852" y="291822"/>
                  </a:cubicBezTo>
                  <a:cubicBezTo>
                    <a:pt x="104127" y="291822"/>
                    <a:pt x="112749" y="300444"/>
                    <a:pt x="112749" y="311719"/>
                  </a:cubicBezTo>
                  <a:cubicBezTo>
                    <a:pt x="112749" y="322994"/>
                    <a:pt x="104127" y="331616"/>
                    <a:pt x="92852" y="331616"/>
                  </a:cubicBezTo>
                  <a:close/>
                  <a:moveTo>
                    <a:pt x="159176" y="0"/>
                  </a:moveTo>
                  <a:lnTo>
                    <a:pt x="26529" y="0"/>
                  </a:lnTo>
                  <a:cubicBezTo>
                    <a:pt x="11938" y="0"/>
                    <a:pt x="0" y="11938"/>
                    <a:pt x="0" y="26529"/>
                  </a:cubicBezTo>
                  <a:lnTo>
                    <a:pt x="0" y="344880"/>
                  </a:lnTo>
                  <a:cubicBezTo>
                    <a:pt x="0" y="359471"/>
                    <a:pt x="11938" y="371410"/>
                    <a:pt x="26529" y="371410"/>
                  </a:cubicBezTo>
                  <a:lnTo>
                    <a:pt x="159176" y="371410"/>
                  </a:lnTo>
                  <a:cubicBezTo>
                    <a:pt x="173767" y="371410"/>
                    <a:pt x="185705" y="359471"/>
                    <a:pt x="185705" y="344880"/>
                  </a:cubicBezTo>
                  <a:lnTo>
                    <a:pt x="185705" y="26529"/>
                  </a:lnTo>
                  <a:cubicBezTo>
                    <a:pt x="185705" y="11938"/>
                    <a:pt x="173767" y="0"/>
                    <a:pt x="159176" y="0"/>
                  </a:cubicBezTo>
                  <a:close/>
                </a:path>
              </a:pathLst>
            </a:custGeom>
            <a:grpFill/>
            <a:ln w="6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440CA61-BE11-C04E-59B6-000DE36407A9}"/>
              </a:ext>
            </a:extLst>
          </p:cNvPr>
          <p:cNvGrpSpPr/>
          <p:nvPr/>
        </p:nvGrpSpPr>
        <p:grpSpPr>
          <a:xfrm>
            <a:off x="5008478" y="3986889"/>
            <a:ext cx="411203" cy="530585"/>
            <a:chOff x="5008478" y="4151989"/>
            <a:chExt cx="411203" cy="53058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B5F2FC10-7F2E-830D-B1B6-3CDF88612CBA}"/>
                </a:ext>
              </a:extLst>
            </p:cNvPr>
            <p:cNvSpPr/>
            <p:nvPr/>
          </p:nvSpPr>
          <p:spPr>
            <a:xfrm>
              <a:off x="5008478" y="4151989"/>
              <a:ext cx="411203" cy="530585"/>
            </a:xfrm>
            <a:custGeom>
              <a:avLst/>
              <a:gdLst>
                <a:gd name="connsiteX0" fmla="*/ 39794 w 411203"/>
                <a:gd name="connsiteY0" fmla="*/ 490791 h 530585"/>
                <a:gd name="connsiteX1" fmla="*/ 39794 w 411203"/>
                <a:gd name="connsiteY1" fmla="*/ 39794 h 530585"/>
                <a:gd name="connsiteX2" fmla="*/ 205602 w 411203"/>
                <a:gd name="connsiteY2" fmla="*/ 39794 h 530585"/>
                <a:gd name="connsiteX3" fmla="*/ 205602 w 411203"/>
                <a:gd name="connsiteY3" fmla="*/ 179072 h 530585"/>
                <a:gd name="connsiteX4" fmla="*/ 371410 w 411203"/>
                <a:gd name="connsiteY4" fmla="*/ 179072 h 530585"/>
                <a:gd name="connsiteX5" fmla="*/ 371410 w 411203"/>
                <a:gd name="connsiteY5" fmla="*/ 490791 h 530585"/>
                <a:gd name="connsiteX6" fmla="*/ 39794 w 411203"/>
                <a:gd name="connsiteY6" fmla="*/ 490791 h 530585"/>
                <a:gd name="connsiteX7" fmla="*/ 245396 w 411203"/>
                <a:gd name="connsiteY7" fmla="*/ 56375 h 530585"/>
                <a:gd name="connsiteX8" fmla="*/ 328299 w 411203"/>
                <a:gd name="connsiteY8" fmla="*/ 139279 h 530585"/>
                <a:gd name="connsiteX9" fmla="*/ 245396 w 411203"/>
                <a:gd name="connsiteY9" fmla="*/ 139279 h 530585"/>
                <a:gd name="connsiteX10" fmla="*/ 245396 w 411203"/>
                <a:gd name="connsiteY10" fmla="*/ 56375 h 530585"/>
                <a:gd name="connsiteX11" fmla="*/ 245396 w 411203"/>
                <a:gd name="connsiteY11" fmla="*/ 0 h 530585"/>
                <a:gd name="connsiteX12" fmla="*/ 0 w 411203"/>
                <a:gd name="connsiteY12" fmla="*/ 0 h 530585"/>
                <a:gd name="connsiteX13" fmla="*/ 0 w 411203"/>
                <a:gd name="connsiteY13" fmla="*/ 530585 h 530585"/>
                <a:gd name="connsiteX14" fmla="*/ 411203 w 411203"/>
                <a:gd name="connsiteY14" fmla="*/ 530585 h 530585"/>
                <a:gd name="connsiteX15" fmla="*/ 411203 w 411203"/>
                <a:gd name="connsiteY15" fmla="*/ 145911 h 530585"/>
                <a:gd name="connsiteX16" fmla="*/ 245396 w 411203"/>
                <a:gd name="connsiteY16" fmla="*/ 0 h 530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1203" h="530585">
                  <a:moveTo>
                    <a:pt x="39794" y="490791"/>
                  </a:moveTo>
                  <a:lnTo>
                    <a:pt x="39794" y="39794"/>
                  </a:lnTo>
                  <a:lnTo>
                    <a:pt x="205602" y="39794"/>
                  </a:lnTo>
                  <a:lnTo>
                    <a:pt x="205602" y="179072"/>
                  </a:lnTo>
                  <a:lnTo>
                    <a:pt x="371410" y="179072"/>
                  </a:lnTo>
                  <a:lnTo>
                    <a:pt x="371410" y="490791"/>
                  </a:lnTo>
                  <a:lnTo>
                    <a:pt x="39794" y="490791"/>
                  </a:lnTo>
                  <a:close/>
                  <a:moveTo>
                    <a:pt x="245396" y="56375"/>
                  </a:moveTo>
                  <a:lnTo>
                    <a:pt x="328299" y="139279"/>
                  </a:lnTo>
                  <a:lnTo>
                    <a:pt x="245396" y="139279"/>
                  </a:lnTo>
                  <a:lnTo>
                    <a:pt x="245396" y="56375"/>
                  </a:lnTo>
                  <a:close/>
                  <a:moveTo>
                    <a:pt x="245396" y="0"/>
                  </a:moveTo>
                  <a:lnTo>
                    <a:pt x="0" y="0"/>
                  </a:lnTo>
                  <a:lnTo>
                    <a:pt x="0" y="530585"/>
                  </a:lnTo>
                  <a:lnTo>
                    <a:pt x="411203" y="530585"/>
                  </a:lnTo>
                  <a:lnTo>
                    <a:pt x="411203" y="145911"/>
                  </a:lnTo>
                  <a:lnTo>
                    <a:pt x="245396" y="0"/>
                  </a:lnTo>
                  <a:close/>
                </a:path>
              </a:pathLst>
            </a:custGeom>
            <a:grpFill/>
            <a:ln w="6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66CF28B2-5B77-9EEB-D5B1-812C22521A8B}"/>
                </a:ext>
              </a:extLst>
            </p:cNvPr>
            <p:cNvSpPr/>
            <p:nvPr/>
          </p:nvSpPr>
          <p:spPr>
            <a:xfrm>
              <a:off x="5088066" y="4397385"/>
              <a:ext cx="252027" cy="26529"/>
            </a:xfrm>
            <a:custGeom>
              <a:avLst/>
              <a:gdLst>
                <a:gd name="connsiteX0" fmla="*/ 0 w 252027"/>
                <a:gd name="connsiteY0" fmla="*/ 0 h 26529"/>
                <a:gd name="connsiteX1" fmla="*/ 252028 w 252027"/>
                <a:gd name="connsiteY1" fmla="*/ 0 h 26529"/>
                <a:gd name="connsiteX2" fmla="*/ 252028 w 252027"/>
                <a:gd name="connsiteY2" fmla="*/ 26529 h 26529"/>
                <a:gd name="connsiteX3" fmla="*/ 0 w 252027"/>
                <a:gd name="connsiteY3" fmla="*/ 26529 h 2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27" h="26529">
                  <a:moveTo>
                    <a:pt x="0" y="0"/>
                  </a:moveTo>
                  <a:lnTo>
                    <a:pt x="252028" y="0"/>
                  </a:lnTo>
                  <a:lnTo>
                    <a:pt x="252028" y="26529"/>
                  </a:lnTo>
                  <a:lnTo>
                    <a:pt x="0" y="26529"/>
                  </a:lnTo>
                  <a:close/>
                </a:path>
              </a:pathLst>
            </a:custGeom>
            <a:grpFill/>
            <a:ln w="6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51ADBB83-CEC2-C87A-E565-8210C0D4A201}"/>
                </a:ext>
              </a:extLst>
            </p:cNvPr>
            <p:cNvSpPr/>
            <p:nvPr/>
          </p:nvSpPr>
          <p:spPr>
            <a:xfrm>
              <a:off x="5088066" y="4344326"/>
              <a:ext cx="86220" cy="26529"/>
            </a:xfrm>
            <a:custGeom>
              <a:avLst/>
              <a:gdLst>
                <a:gd name="connsiteX0" fmla="*/ 0 w 86220"/>
                <a:gd name="connsiteY0" fmla="*/ 0 h 26529"/>
                <a:gd name="connsiteX1" fmla="*/ 86220 w 86220"/>
                <a:gd name="connsiteY1" fmla="*/ 0 h 26529"/>
                <a:gd name="connsiteX2" fmla="*/ 86220 w 86220"/>
                <a:gd name="connsiteY2" fmla="*/ 26529 h 26529"/>
                <a:gd name="connsiteX3" fmla="*/ 0 w 86220"/>
                <a:gd name="connsiteY3" fmla="*/ 26529 h 2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20" h="26529">
                  <a:moveTo>
                    <a:pt x="0" y="0"/>
                  </a:moveTo>
                  <a:lnTo>
                    <a:pt x="86220" y="0"/>
                  </a:lnTo>
                  <a:lnTo>
                    <a:pt x="86220" y="26529"/>
                  </a:lnTo>
                  <a:lnTo>
                    <a:pt x="0" y="26529"/>
                  </a:lnTo>
                  <a:close/>
                </a:path>
              </a:pathLst>
            </a:custGeom>
            <a:grpFill/>
            <a:ln w="6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44D7915C-3731-DBE6-AE1D-DC2B7E74D9FC}"/>
                </a:ext>
              </a:extLst>
            </p:cNvPr>
            <p:cNvSpPr/>
            <p:nvPr/>
          </p:nvSpPr>
          <p:spPr>
            <a:xfrm>
              <a:off x="5088066" y="4450443"/>
              <a:ext cx="252027" cy="26529"/>
            </a:xfrm>
            <a:custGeom>
              <a:avLst/>
              <a:gdLst>
                <a:gd name="connsiteX0" fmla="*/ 0 w 252027"/>
                <a:gd name="connsiteY0" fmla="*/ 0 h 26529"/>
                <a:gd name="connsiteX1" fmla="*/ 252028 w 252027"/>
                <a:gd name="connsiteY1" fmla="*/ 0 h 26529"/>
                <a:gd name="connsiteX2" fmla="*/ 252028 w 252027"/>
                <a:gd name="connsiteY2" fmla="*/ 26529 h 26529"/>
                <a:gd name="connsiteX3" fmla="*/ 0 w 252027"/>
                <a:gd name="connsiteY3" fmla="*/ 26529 h 2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27" h="26529">
                  <a:moveTo>
                    <a:pt x="0" y="0"/>
                  </a:moveTo>
                  <a:lnTo>
                    <a:pt x="252028" y="0"/>
                  </a:lnTo>
                  <a:lnTo>
                    <a:pt x="252028" y="26529"/>
                  </a:lnTo>
                  <a:lnTo>
                    <a:pt x="0" y="26529"/>
                  </a:lnTo>
                  <a:close/>
                </a:path>
              </a:pathLst>
            </a:custGeom>
            <a:grpFill/>
            <a:ln w="6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1A4B928E-1A33-F23A-55D4-F1654BC3BFBF}"/>
                </a:ext>
              </a:extLst>
            </p:cNvPr>
            <p:cNvSpPr/>
            <p:nvPr/>
          </p:nvSpPr>
          <p:spPr>
            <a:xfrm>
              <a:off x="5088066" y="4503502"/>
              <a:ext cx="252027" cy="26529"/>
            </a:xfrm>
            <a:custGeom>
              <a:avLst/>
              <a:gdLst>
                <a:gd name="connsiteX0" fmla="*/ 0 w 252027"/>
                <a:gd name="connsiteY0" fmla="*/ 0 h 26529"/>
                <a:gd name="connsiteX1" fmla="*/ 252028 w 252027"/>
                <a:gd name="connsiteY1" fmla="*/ 0 h 26529"/>
                <a:gd name="connsiteX2" fmla="*/ 252028 w 252027"/>
                <a:gd name="connsiteY2" fmla="*/ 26529 h 26529"/>
                <a:gd name="connsiteX3" fmla="*/ 0 w 252027"/>
                <a:gd name="connsiteY3" fmla="*/ 26529 h 2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27" h="26529">
                  <a:moveTo>
                    <a:pt x="0" y="0"/>
                  </a:moveTo>
                  <a:lnTo>
                    <a:pt x="252028" y="0"/>
                  </a:lnTo>
                  <a:lnTo>
                    <a:pt x="252028" y="26529"/>
                  </a:lnTo>
                  <a:lnTo>
                    <a:pt x="0" y="26529"/>
                  </a:lnTo>
                  <a:close/>
                </a:path>
              </a:pathLst>
            </a:custGeom>
            <a:grpFill/>
            <a:ln w="6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17E92416-9D78-1245-9C43-48FED25F3AD7}"/>
                </a:ext>
              </a:extLst>
            </p:cNvPr>
            <p:cNvSpPr/>
            <p:nvPr/>
          </p:nvSpPr>
          <p:spPr>
            <a:xfrm>
              <a:off x="5088066" y="4556560"/>
              <a:ext cx="252027" cy="26529"/>
            </a:xfrm>
            <a:custGeom>
              <a:avLst/>
              <a:gdLst>
                <a:gd name="connsiteX0" fmla="*/ 0 w 252027"/>
                <a:gd name="connsiteY0" fmla="*/ 0 h 26529"/>
                <a:gd name="connsiteX1" fmla="*/ 252028 w 252027"/>
                <a:gd name="connsiteY1" fmla="*/ 0 h 26529"/>
                <a:gd name="connsiteX2" fmla="*/ 252028 w 252027"/>
                <a:gd name="connsiteY2" fmla="*/ 26529 h 26529"/>
                <a:gd name="connsiteX3" fmla="*/ 0 w 252027"/>
                <a:gd name="connsiteY3" fmla="*/ 26529 h 2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27" h="26529">
                  <a:moveTo>
                    <a:pt x="0" y="0"/>
                  </a:moveTo>
                  <a:lnTo>
                    <a:pt x="252028" y="0"/>
                  </a:lnTo>
                  <a:lnTo>
                    <a:pt x="252028" y="26529"/>
                  </a:lnTo>
                  <a:lnTo>
                    <a:pt x="0" y="26529"/>
                  </a:lnTo>
                  <a:close/>
                </a:path>
              </a:pathLst>
            </a:custGeom>
            <a:grpFill/>
            <a:ln w="65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3" name="图形 10" descr="D:\51PPT模板网\51pptmoban.com\图片.jpg">
            <a:extLst>
              <a:ext uri="{FF2B5EF4-FFF2-40B4-BE49-F238E27FC236}">
                <a16:creationId xmlns:a16="http://schemas.microsoft.com/office/drawing/2014/main" id="{04C0456F-6259-5E43-2E63-56AE0050F428}"/>
              </a:ext>
            </a:extLst>
          </p:cNvPr>
          <p:cNvSpPr/>
          <p:nvPr/>
        </p:nvSpPr>
        <p:spPr>
          <a:xfrm>
            <a:off x="6698162" y="4093104"/>
            <a:ext cx="558976" cy="318252"/>
          </a:xfrm>
          <a:custGeom>
            <a:avLst/>
            <a:gdLst>
              <a:gd name="connsiteX0" fmla="*/ 480052 w 558976"/>
              <a:gd name="connsiteY0" fmla="*/ 158414 h 318252"/>
              <a:gd name="connsiteX1" fmla="*/ 473420 w 558976"/>
              <a:gd name="connsiteY1" fmla="*/ 158414 h 318252"/>
              <a:gd name="connsiteX2" fmla="*/ 473420 w 558976"/>
              <a:gd name="connsiteY2" fmla="*/ 158414 h 318252"/>
              <a:gd name="connsiteX3" fmla="*/ 431636 w 558976"/>
              <a:gd name="connsiteY3" fmla="*/ 77500 h 318252"/>
              <a:gd name="connsiteX4" fmla="*/ 340774 w 558976"/>
              <a:gd name="connsiteY4" fmla="*/ 64898 h 318252"/>
              <a:gd name="connsiteX5" fmla="*/ 206801 w 558976"/>
              <a:gd name="connsiteY5" fmla="*/ 3218 h 318252"/>
              <a:gd name="connsiteX6" fmla="*/ 115275 w 558976"/>
              <a:gd name="connsiteY6" fmla="*/ 118620 h 318252"/>
              <a:gd name="connsiteX7" fmla="*/ 115275 w 558976"/>
              <a:gd name="connsiteY7" fmla="*/ 119947 h 318252"/>
              <a:gd name="connsiteX8" fmla="*/ 19770 w 558976"/>
              <a:gd name="connsiteY8" fmla="*/ 158414 h 318252"/>
              <a:gd name="connsiteX9" fmla="*/ 9158 w 558976"/>
              <a:gd name="connsiteY9" fmla="*/ 260552 h 318252"/>
              <a:gd name="connsiteX10" fmla="*/ 94715 w 558976"/>
              <a:gd name="connsiteY10" fmla="*/ 317590 h 318252"/>
              <a:gd name="connsiteX11" fmla="*/ 94715 w 558976"/>
              <a:gd name="connsiteY11" fmla="*/ 318253 h 318252"/>
              <a:gd name="connsiteX12" fmla="*/ 479389 w 558976"/>
              <a:gd name="connsiteY12" fmla="*/ 318253 h 318252"/>
              <a:gd name="connsiteX13" fmla="*/ 558977 w 558976"/>
              <a:gd name="connsiteY13" fmla="*/ 238665 h 318252"/>
              <a:gd name="connsiteX14" fmla="*/ 480052 w 558976"/>
              <a:gd name="connsiteY14" fmla="*/ 158414 h 318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8976" h="318252">
                <a:moveTo>
                  <a:pt x="480052" y="158414"/>
                </a:moveTo>
                <a:cubicBezTo>
                  <a:pt x="478063" y="158414"/>
                  <a:pt x="475410" y="158414"/>
                  <a:pt x="473420" y="158414"/>
                </a:cubicBezTo>
                <a:cubicBezTo>
                  <a:pt x="473420" y="158414"/>
                  <a:pt x="473420" y="158414"/>
                  <a:pt x="473420" y="158414"/>
                </a:cubicBezTo>
                <a:cubicBezTo>
                  <a:pt x="473420" y="125916"/>
                  <a:pt x="457503" y="96070"/>
                  <a:pt x="431636" y="77500"/>
                </a:cubicBezTo>
                <a:cubicBezTo>
                  <a:pt x="405107" y="58929"/>
                  <a:pt x="371282" y="54287"/>
                  <a:pt x="340774" y="64898"/>
                </a:cubicBezTo>
                <a:cubicBezTo>
                  <a:pt x="315571" y="15819"/>
                  <a:pt x="259860" y="-9383"/>
                  <a:pt x="206801" y="3218"/>
                </a:cubicBezTo>
                <a:cubicBezTo>
                  <a:pt x="153743" y="15819"/>
                  <a:pt x="115275" y="63572"/>
                  <a:pt x="115275" y="118620"/>
                </a:cubicBezTo>
                <a:cubicBezTo>
                  <a:pt x="115275" y="118620"/>
                  <a:pt x="115275" y="119283"/>
                  <a:pt x="115275" y="119947"/>
                </a:cubicBezTo>
                <a:cubicBezTo>
                  <a:pt x="78797" y="113978"/>
                  <a:pt x="42320" y="129232"/>
                  <a:pt x="19770" y="158414"/>
                </a:cubicBezTo>
                <a:cubicBezTo>
                  <a:pt x="-2117" y="188260"/>
                  <a:pt x="-6096" y="227390"/>
                  <a:pt x="9158" y="260552"/>
                </a:cubicBezTo>
                <a:cubicBezTo>
                  <a:pt x="25076" y="293713"/>
                  <a:pt x="58237" y="315600"/>
                  <a:pt x="94715" y="317590"/>
                </a:cubicBezTo>
                <a:lnTo>
                  <a:pt x="94715" y="318253"/>
                </a:lnTo>
                <a:lnTo>
                  <a:pt x="479389" y="318253"/>
                </a:lnTo>
                <a:cubicBezTo>
                  <a:pt x="523162" y="318253"/>
                  <a:pt x="558977" y="282438"/>
                  <a:pt x="558977" y="238665"/>
                </a:cubicBezTo>
                <a:cubicBezTo>
                  <a:pt x="558977" y="194892"/>
                  <a:pt x="523826" y="158414"/>
                  <a:pt x="480052" y="158414"/>
                </a:cubicBezTo>
                <a:close/>
              </a:path>
            </a:pathLst>
          </a:custGeom>
          <a:solidFill>
            <a:schemeClr val="bg1"/>
          </a:solidFill>
          <a:ln w="654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" name="Text 3"/>
          <p:cNvSpPr/>
          <p:nvPr/>
        </p:nvSpPr>
        <p:spPr>
          <a:xfrm>
            <a:off x="1670876" y="1672781"/>
            <a:ext cx="2286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cs typeface="+mn-ea"/>
                <a:sym typeface="+mn-lt"/>
              </a:rPr>
              <a:t>学习与进修策略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39" name="Text 4"/>
          <p:cNvSpPr/>
          <p:nvPr/>
        </p:nvSpPr>
        <p:spPr>
          <a:xfrm>
            <a:off x="1018137" y="2099928"/>
            <a:ext cx="3026442" cy="13290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zh-CN" altLang="en-US" sz="1400" dirty="0">
                <a:cs typeface="+mn-ea"/>
                <a:sym typeface="+mn-lt"/>
              </a:rPr>
              <a:t>在大学期间及毕业后的初期，持续关注电子技术领域的前沿知识和新技术，通过选修相关专业课程、参加线上线下培训课程等方式，不断充实自己的专业知识体系。</a:t>
            </a:r>
            <a:r>
              <a:rPr lang="en-US" sz="1400" dirty="0">
                <a:cs typeface="+mn-ea"/>
                <a:sym typeface="+mn-lt"/>
              </a:rPr>
              <a:t>.</a:t>
            </a:r>
          </a:p>
        </p:txBody>
      </p:sp>
      <p:sp>
        <p:nvSpPr>
          <p:cNvPr id="40" name="Text 5"/>
          <p:cNvSpPr/>
          <p:nvPr/>
        </p:nvSpPr>
        <p:spPr>
          <a:xfrm>
            <a:off x="8235124" y="1644565"/>
            <a:ext cx="2286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rgbClr val="000000"/>
                </a:solidFill>
                <a:cs typeface="+mn-ea"/>
                <a:sym typeface="+mn-lt"/>
              </a:rPr>
              <a:t>实践策略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41" name="Text 6"/>
          <p:cNvSpPr/>
          <p:nvPr/>
        </p:nvSpPr>
        <p:spPr>
          <a:xfrm>
            <a:off x="8235123" y="1847621"/>
            <a:ext cx="3027903" cy="1117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400" dirty="0">
                <a:solidFill>
                  <a:srgbClr val="666666"/>
                </a:solidFill>
                <a:cs typeface="+mn-ea"/>
                <a:sym typeface="+mn-lt"/>
              </a:rPr>
              <a:t>.</a:t>
            </a:r>
            <a:endParaRPr lang="en-US" sz="1400" dirty="0">
              <a:cs typeface="+mn-ea"/>
              <a:sym typeface="+mn-lt"/>
            </a:endParaRPr>
          </a:p>
        </p:txBody>
      </p:sp>
      <p:sp>
        <p:nvSpPr>
          <p:cNvPr id="42" name="Text 7"/>
          <p:cNvSpPr/>
          <p:nvPr/>
        </p:nvSpPr>
        <p:spPr>
          <a:xfrm>
            <a:off x="1688180" y="3772166"/>
            <a:ext cx="2286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2200"/>
              </a:lnSpc>
            </a:pPr>
            <a:r>
              <a:rPr lang="en-US" sz="1600" b="1" dirty="0">
                <a:solidFill>
                  <a:srgbClr val="000000"/>
                </a:solidFill>
                <a:cs typeface="+mn-ea"/>
                <a:sym typeface="+mn-lt"/>
              </a:rPr>
              <a:t>导师指导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43" name="Text 8"/>
          <p:cNvSpPr/>
          <p:nvPr/>
        </p:nvSpPr>
        <p:spPr>
          <a:xfrm>
            <a:off x="947738" y="4013603"/>
            <a:ext cx="3026442" cy="1117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r">
              <a:lnSpc>
                <a:spcPts val="2200"/>
              </a:lnSpc>
            </a:pPr>
            <a:r>
              <a:rPr lang="en-US" sz="1400" dirty="0">
                <a:cs typeface="+mn-ea"/>
                <a:sym typeface="+mn-lt"/>
              </a:rPr>
              <a:t>寻求专业导师或职场前辈的建议，他们丰富的经验能提供宝贵的视角，帮助识别规划中的盲点.</a:t>
            </a:r>
          </a:p>
        </p:txBody>
      </p:sp>
      <p:sp>
        <p:nvSpPr>
          <p:cNvPr id="44" name="Text 9"/>
          <p:cNvSpPr/>
          <p:nvPr/>
        </p:nvSpPr>
        <p:spPr>
          <a:xfrm>
            <a:off x="8216360" y="3873903"/>
            <a:ext cx="22860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600" b="1" dirty="0">
                <a:solidFill>
                  <a:srgbClr val="000000"/>
                </a:solidFill>
                <a:cs typeface="+mn-ea"/>
                <a:sym typeface="+mn-lt"/>
              </a:rPr>
              <a:t>灵活调整</a:t>
            </a:r>
            <a:endParaRPr lang="en-US" sz="1600" dirty="0">
              <a:cs typeface="+mn-ea"/>
              <a:sym typeface="+mn-lt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8216359" y="4065991"/>
            <a:ext cx="3027903" cy="1117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400" dirty="0" err="1">
                <a:cs typeface="+mn-ea"/>
                <a:sym typeface="+mn-lt"/>
              </a:rPr>
              <a:t>面对不确定性，保持规划的灵活性，学会在挑战中寻找机遇</a:t>
            </a:r>
            <a:r>
              <a:rPr lang="en-US" sz="1400" dirty="0">
                <a:cs typeface="+mn-ea"/>
                <a:sym typeface="+mn-lt"/>
              </a:rPr>
              <a:t>，</a:t>
            </a:r>
            <a:r>
              <a:rPr lang="zh-CN" altLang="en-US" sz="1400" dirty="0">
                <a:cs typeface="+mn-ea"/>
                <a:sym typeface="+mn-lt"/>
              </a:rPr>
              <a:t>不断地适应发展，</a:t>
            </a:r>
            <a:r>
              <a:rPr lang="en-US" sz="1400" dirty="0" err="1">
                <a:cs typeface="+mn-ea"/>
                <a:sym typeface="+mn-lt"/>
              </a:rPr>
              <a:t>适时调整策略，以适应不断变化的职业环境</a:t>
            </a:r>
            <a:r>
              <a:rPr lang="en-US" sz="1400" dirty="0">
                <a:cs typeface="+mn-ea"/>
                <a:sym typeface="+mn-lt"/>
              </a:rPr>
              <a:t>.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A7B01F2-ADC2-C474-6246-2D93F4896C51}"/>
              </a:ext>
            </a:extLst>
          </p:cNvPr>
          <p:cNvSpPr txBox="1"/>
          <p:nvPr/>
        </p:nvSpPr>
        <p:spPr>
          <a:xfrm>
            <a:off x="8064615" y="1883272"/>
            <a:ext cx="38110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项目参与：积极主动地参与各类电子项目，无论是学校组织的科研项目还是企业的实际生产项目，通过项目实践锻炼自己的实际动手能力、团队协作能力和问题解决能力。。</a:t>
            </a:r>
          </a:p>
          <a:p>
            <a:r>
              <a:rPr lang="zh-CN" altLang="en-US" sz="1400" dirty="0"/>
              <a:t>实验与研发：利用学校实验室或企业研发中心的资源，开展电子技术相关的实验和研发活动，探索新的技术应用和产品开发思路。在实验与研发过程中，培养自己的创新思维和科学研究能力。</a:t>
            </a:r>
          </a:p>
        </p:txBody>
      </p:sp>
    </p:spTree>
    <p:extLst>
      <p:ext uri="{BB962C8B-B14F-4D97-AF65-F5344CB8AC3E}">
        <p14:creationId xmlns:p14="http://schemas.microsoft.com/office/powerpoint/2010/main" val="244147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687CF-9E02-B517-BF58-52C932B1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图形 4">
            <a:extLst>
              <a:ext uri="{FF2B5EF4-FFF2-40B4-BE49-F238E27FC236}">
                <a16:creationId xmlns:a16="http://schemas.microsoft.com/office/drawing/2014/main" id="{437BD4C2-DEEE-4CDE-4C3F-2CF37DF15A57}"/>
              </a:ext>
            </a:extLst>
          </p:cNvPr>
          <p:cNvSpPr/>
          <p:nvPr/>
        </p:nvSpPr>
        <p:spPr>
          <a:xfrm>
            <a:off x="8907172" y="3753396"/>
            <a:ext cx="3595461" cy="542390"/>
          </a:xfrm>
          <a:custGeom>
            <a:avLst/>
            <a:gdLst>
              <a:gd name="connsiteX0" fmla="*/ 12164764 w 12192000"/>
              <a:gd name="connsiteY0" fmla="*/ 1807973 h 1839213"/>
              <a:gd name="connsiteX1" fmla="*/ 12164764 w 12192000"/>
              <a:gd name="connsiteY1" fmla="*/ 1776732 h 1839213"/>
              <a:gd name="connsiteX2" fmla="*/ 12141533 w 12192000"/>
              <a:gd name="connsiteY2" fmla="*/ 1776732 h 1839213"/>
              <a:gd name="connsiteX3" fmla="*/ 12141533 w 12192000"/>
              <a:gd name="connsiteY3" fmla="*/ 1765517 h 1839213"/>
              <a:gd name="connsiteX4" fmla="*/ 12119105 w 12192000"/>
              <a:gd name="connsiteY4" fmla="*/ 1754302 h 1839213"/>
              <a:gd name="connsiteX5" fmla="*/ 12020575 w 12192000"/>
              <a:gd name="connsiteY5" fmla="*/ 1754302 h 1839213"/>
              <a:gd name="connsiteX6" fmla="*/ 12020575 w 12192000"/>
              <a:gd name="connsiteY6" fmla="*/ 1711847 h 1839213"/>
              <a:gd name="connsiteX7" fmla="*/ 12022178 w 12192000"/>
              <a:gd name="connsiteY7" fmla="*/ 1709443 h 1839213"/>
              <a:gd name="connsiteX8" fmla="*/ 12022178 w 12192000"/>
              <a:gd name="connsiteY8" fmla="*/ 1697428 h 1839213"/>
              <a:gd name="connsiteX9" fmla="*/ 12048612 w 12192000"/>
              <a:gd name="connsiteY9" fmla="*/ 1690218 h 1839213"/>
              <a:gd name="connsiteX10" fmla="*/ 12048612 w 12192000"/>
              <a:gd name="connsiteY10" fmla="*/ 1685412 h 1839213"/>
              <a:gd name="connsiteX11" fmla="*/ 12027784 w 12192000"/>
              <a:gd name="connsiteY11" fmla="*/ 1672595 h 1839213"/>
              <a:gd name="connsiteX12" fmla="*/ 12001349 w 12192000"/>
              <a:gd name="connsiteY12" fmla="*/ 1661380 h 1839213"/>
              <a:gd name="connsiteX13" fmla="*/ 12001349 w 12192000"/>
              <a:gd name="connsiteY13" fmla="*/ 1654171 h 1839213"/>
              <a:gd name="connsiteX14" fmla="*/ 11998146 w 12192000"/>
              <a:gd name="connsiteY14" fmla="*/ 1651768 h 1839213"/>
              <a:gd name="connsiteX15" fmla="*/ 11998146 w 12192000"/>
              <a:gd name="connsiteY15" fmla="*/ 1642956 h 1839213"/>
              <a:gd name="connsiteX16" fmla="*/ 12022978 w 12192000"/>
              <a:gd name="connsiteY16" fmla="*/ 1629338 h 1839213"/>
              <a:gd name="connsiteX17" fmla="*/ 12024580 w 12192000"/>
              <a:gd name="connsiteY17" fmla="*/ 1618124 h 1839213"/>
              <a:gd name="connsiteX18" fmla="*/ 11997344 w 12192000"/>
              <a:gd name="connsiteY18" fmla="*/ 1605307 h 1839213"/>
              <a:gd name="connsiteX19" fmla="*/ 11965302 w 12192000"/>
              <a:gd name="connsiteY19" fmla="*/ 1591689 h 1839213"/>
              <a:gd name="connsiteX20" fmla="*/ 11965302 w 12192000"/>
              <a:gd name="connsiteY20" fmla="*/ 1584480 h 1839213"/>
              <a:gd name="connsiteX21" fmla="*/ 11963700 w 12192000"/>
              <a:gd name="connsiteY21" fmla="*/ 1581275 h 1839213"/>
              <a:gd name="connsiteX22" fmla="*/ 11963700 w 12192000"/>
              <a:gd name="connsiteY22" fmla="*/ 1561249 h 1839213"/>
              <a:gd name="connsiteX23" fmla="*/ 11990936 w 12192000"/>
              <a:gd name="connsiteY23" fmla="*/ 1554040 h 1839213"/>
              <a:gd name="connsiteX24" fmla="*/ 11990936 w 12192000"/>
              <a:gd name="connsiteY24" fmla="*/ 1542024 h 1839213"/>
              <a:gd name="connsiteX25" fmla="*/ 11933260 w 12192000"/>
              <a:gd name="connsiteY25" fmla="*/ 1507579 h 1839213"/>
              <a:gd name="connsiteX26" fmla="*/ 11899616 w 12192000"/>
              <a:gd name="connsiteY26" fmla="*/ 1477139 h 1839213"/>
              <a:gd name="connsiteX27" fmla="*/ 11899616 w 12192000"/>
              <a:gd name="connsiteY27" fmla="*/ 1474736 h 1839213"/>
              <a:gd name="connsiteX28" fmla="*/ 11901218 w 12192000"/>
              <a:gd name="connsiteY28" fmla="*/ 1474736 h 1839213"/>
              <a:gd name="connsiteX29" fmla="*/ 11901218 w 12192000"/>
              <a:gd name="connsiteY29" fmla="*/ 1464322 h 1839213"/>
              <a:gd name="connsiteX30" fmla="*/ 11894810 w 12192000"/>
              <a:gd name="connsiteY30" fmla="*/ 1453107 h 1839213"/>
              <a:gd name="connsiteX31" fmla="*/ 11896412 w 12192000"/>
              <a:gd name="connsiteY31" fmla="*/ 1453107 h 1839213"/>
              <a:gd name="connsiteX32" fmla="*/ 11898015 w 12192000"/>
              <a:gd name="connsiteY32" fmla="*/ 1451505 h 1839213"/>
              <a:gd name="connsiteX33" fmla="*/ 11898015 w 12192000"/>
              <a:gd name="connsiteY33" fmla="*/ 1447500 h 1839213"/>
              <a:gd name="connsiteX34" fmla="*/ 11895611 w 12192000"/>
              <a:gd name="connsiteY34" fmla="*/ 1447500 h 1839213"/>
              <a:gd name="connsiteX35" fmla="*/ 11898815 w 12192000"/>
              <a:gd name="connsiteY35" fmla="*/ 1435484 h 1839213"/>
              <a:gd name="connsiteX36" fmla="*/ 11887601 w 12192000"/>
              <a:gd name="connsiteY36" fmla="*/ 1425871 h 1839213"/>
              <a:gd name="connsiteX37" fmla="*/ 11876386 w 12192000"/>
              <a:gd name="connsiteY37" fmla="*/ 1435484 h 1839213"/>
              <a:gd name="connsiteX38" fmla="*/ 11879590 w 12192000"/>
              <a:gd name="connsiteY38" fmla="*/ 1447500 h 1839213"/>
              <a:gd name="connsiteX39" fmla="*/ 11877186 w 12192000"/>
              <a:gd name="connsiteY39" fmla="*/ 1447500 h 1839213"/>
              <a:gd name="connsiteX40" fmla="*/ 11877186 w 12192000"/>
              <a:gd name="connsiteY40" fmla="*/ 1451505 h 1839213"/>
              <a:gd name="connsiteX41" fmla="*/ 11878789 w 12192000"/>
              <a:gd name="connsiteY41" fmla="*/ 1453107 h 1839213"/>
              <a:gd name="connsiteX42" fmla="*/ 11880391 w 12192000"/>
              <a:gd name="connsiteY42" fmla="*/ 1453107 h 1839213"/>
              <a:gd name="connsiteX43" fmla="*/ 11873983 w 12192000"/>
              <a:gd name="connsiteY43" fmla="*/ 1464322 h 1839213"/>
              <a:gd name="connsiteX44" fmla="*/ 11873983 w 12192000"/>
              <a:gd name="connsiteY44" fmla="*/ 1474736 h 1839213"/>
              <a:gd name="connsiteX45" fmla="*/ 11875585 w 12192000"/>
              <a:gd name="connsiteY45" fmla="*/ 1474736 h 1839213"/>
              <a:gd name="connsiteX46" fmla="*/ 11875585 w 12192000"/>
              <a:gd name="connsiteY46" fmla="*/ 1477139 h 1839213"/>
              <a:gd name="connsiteX47" fmla="*/ 11841941 w 12192000"/>
              <a:gd name="connsiteY47" fmla="*/ 1507579 h 1839213"/>
              <a:gd name="connsiteX48" fmla="*/ 11784265 w 12192000"/>
              <a:gd name="connsiteY48" fmla="*/ 1542024 h 1839213"/>
              <a:gd name="connsiteX49" fmla="*/ 11784265 w 12192000"/>
              <a:gd name="connsiteY49" fmla="*/ 1554040 h 1839213"/>
              <a:gd name="connsiteX50" fmla="*/ 11811501 w 12192000"/>
              <a:gd name="connsiteY50" fmla="*/ 1561249 h 1839213"/>
              <a:gd name="connsiteX51" fmla="*/ 11811501 w 12192000"/>
              <a:gd name="connsiteY51" fmla="*/ 1581275 h 1839213"/>
              <a:gd name="connsiteX52" fmla="*/ 11809899 w 12192000"/>
              <a:gd name="connsiteY52" fmla="*/ 1584480 h 1839213"/>
              <a:gd name="connsiteX53" fmla="*/ 11809899 w 12192000"/>
              <a:gd name="connsiteY53" fmla="*/ 1591689 h 1839213"/>
              <a:gd name="connsiteX54" fmla="*/ 11777857 w 12192000"/>
              <a:gd name="connsiteY54" fmla="*/ 1605307 h 1839213"/>
              <a:gd name="connsiteX55" fmla="*/ 11750621 w 12192000"/>
              <a:gd name="connsiteY55" fmla="*/ 1618124 h 1839213"/>
              <a:gd name="connsiteX56" fmla="*/ 11752223 w 12192000"/>
              <a:gd name="connsiteY56" fmla="*/ 1629338 h 1839213"/>
              <a:gd name="connsiteX57" fmla="*/ 11777055 w 12192000"/>
              <a:gd name="connsiteY57" fmla="*/ 1642956 h 1839213"/>
              <a:gd name="connsiteX58" fmla="*/ 11777055 w 12192000"/>
              <a:gd name="connsiteY58" fmla="*/ 1651768 h 1839213"/>
              <a:gd name="connsiteX59" fmla="*/ 11773852 w 12192000"/>
              <a:gd name="connsiteY59" fmla="*/ 1654171 h 1839213"/>
              <a:gd name="connsiteX60" fmla="*/ 11773852 w 12192000"/>
              <a:gd name="connsiteY60" fmla="*/ 1661380 h 1839213"/>
              <a:gd name="connsiteX61" fmla="*/ 11747417 w 12192000"/>
              <a:gd name="connsiteY61" fmla="*/ 1672595 h 1839213"/>
              <a:gd name="connsiteX62" fmla="*/ 11726589 w 12192000"/>
              <a:gd name="connsiteY62" fmla="*/ 1685412 h 1839213"/>
              <a:gd name="connsiteX63" fmla="*/ 11726589 w 12192000"/>
              <a:gd name="connsiteY63" fmla="*/ 1690218 h 1839213"/>
              <a:gd name="connsiteX64" fmla="*/ 11753825 w 12192000"/>
              <a:gd name="connsiteY64" fmla="*/ 1697428 h 1839213"/>
              <a:gd name="connsiteX65" fmla="*/ 11753825 w 12192000"/>
              <a:gd name="connsiteY65" fmla="*/ 1709443 h 1839213"/>
              <a:gd name="connsiteX66" fmla="*/ 11755427 w 12192000"/>
              <a:gd name="connsiteY66" fmla="*/ 1711847 h 1839213"/>
              <a:gd name="connsiteX67" fmla="*/ 11755427 w 12192000"/>
              <a:gd name="connsiteY67" fmla="*/ 1754302 h 1839213"/>
              <a:gd name="connsiteX68" fmla="*/ 11708165 w 12192000"/>
              <a:gd name="connsiteY68" fmla="*/ 1754302 h 1839213"/>
              <a:gd name="connsiteX69" fmla="*/ 11672118 w 12192000"/>
              <a:gd name="connsiteY69" fmla="*/ 1738281 h 1839213"/>
              <a:gd name="connsiteX70" fmla="*/ 11670516 w 12192000"/>
              <a:gd name="connsiteY70" fmla="*/ 1713449 h 1839213"/>
              <a:gd name="connsiteX71" fmla="*/ 11692945 w 12192000"/>
              <a:gd name="connsiteY71" fmla="*/ 1698229 h 1839213"/>
              <a:gd name="connsiteX72" fmla="*/ 11700154 w 12192000"/>
              <a:gd name="connsiteY72" fmla="*/ 1688616 h 1839213"/>
              <a:gd name="connsiteX73" fmla="*/ 11669715 w 12192000"/>
              <a:gd name="connsiteY73" fmla="*/ 1681407 h 1839213"/>
              <a:gd name="connsiteX74" fmla="*/ 11668112 w 12192000"/>
              <a:gd name="connsiteY74" fmla="*/ 1657375 h 1839213"/>
              <a:gd name="connsiteX75" fmla="*/ 11692144 w 12192000"/>
              <a:gd name="connsiteY75" fmla="*/ 1644558 h 1839213"/>
              <a:gd name="connsiteX76" fmla="*/ 11696149 w 12192000"/>
              <a:gd name="connsiteY76" fmla="*/ 1635747 h 1839213"/>
              <a:gd name="connsiteX77" fmla="*/ 11667311 w 12192000"/>
              <a:gd name="connsiteY77" fmla="*/ 1626935 h 1839213"/>
              <a:gd name="connsiteX78" fmla="*/ 11665710 w 12192000"/>
              <a:gd name="connsiteY78" fmla="*/ 1601302 h 1839213"/>
              <a:gd name="connsiteX79" fmla="*/ 11691343 w 12192000"/>
              <a:gd name="connsiteY79" fmla="*/ 1586082 h 1839213"/>
              <a:gd name="connsiteX80" fmla="*/ 11695348 w 12192000"/>
              <a:gd name="connsiteY80" fmla="*/ 1580474 h 1839213"/>
              <a:gd name="connsiteX81" fmla="*/ 11663306 w 12192000"/>
              <a:gd name="connsiteY81" fmla="*/ 1570061 h 1839213"/>
              <a:gd name="connsiteX82" fmla="*/ 11663306 w 12192000"/>
              <a:gd name="connsiteY82" fmla="*/ 1544427 h 1839213"/>
              <a:gd name="connsiteX83" fmla="*/ 11688139 w 12192000"/>
              <a:gd name="connsiteY83" fmla="*/ 1533212 h 1839213"/>
              <a:gd name="connsiteX84" fmla="*/ 11692144 w 12192000"/>
              <a:gd name="connsiteY84" fmla="*/ 1527605 h 1839213"/>
              <a:gd name="connsiteX85" fmla="*/ 11660903 w 12192000"/>
              <a:gd name="connsiteY85" fmla="*/ 1515589 h 1839213"/>
              <a:gd name="connsiteX86" fmla="*/ 11662505 w 12192000"/>
              <a:gd name="connsiteY86" fmla="*/ 1492359 h 1839213"/>
              <a:gd name="connsiteX87" fmla="*/ 11682532 w 12192000"/>
              <a:gd name="connsiteY87" fmla="*/ 1481144 h 1839213"/>
              <a:gd name="connsiteX88" fmla="*/ 11686537 w 12192000"/>
              <a:gd name="connsiteY88" fmla="*/ 1472332 h 1839213"/>
              <a:gd name="connsiteX89" fmla="*/ 11660102 w 12192000"/>
              <a:gd name="connsiteY89" fmla="*/ 1459516 h 1839213"/>
              <a:gd name="connsiteX90" fmla="*/ 11660102 w 12192000"/>
              <a:gd name="connsiteY90" fmla="*/ 1435484 h 1839213"/>
              <a:gd name="connsiteX91" fmla="*/ 11682532 w 12192000"/>
              <a:gd name="connsiteY91" fmla="*/ 1430678 h 1839213"/>
              <a:gd name="connsiteX92" fmla="*/ 11686537 w 12192000"/>
              <a:gd name="connsiteY92" fmla="*/ 1422667 h 1839213"/>
              <a:gd name="connsiteX93" fmla="*/ 11659301 w 12192000"/>
              <a:gd name="connsiteY93" fmla="*/ 1409850 h 1839213"/>
              <a:gd name="connsiteX94" fmla="*/ 11659301 w 12192000"/>
              <a:gd name="connsiteY94" fmla="*/ 1387421 h 1839213"/>
              <a:gd name="connsiteX95" fmla="*/ 11680128 w 12192000"/>
              <a:gd name="connsiteY95" fmla="*/ 1378609 h 1839213"/>
              <a:gd name="connsiteX96" fmla="*/ 11684133 w 12192000"/>
              <a:gd name="connsiteY96" fmla="*/ 1369798 h 1839213"/>
              <a:gd name="connsiteX97" fmla="*/ 11653694 w 12192000"/>
              <a:gd name="connsiteY97" fmla="*/ 1357782 h 1839213"/>
              <a:gd name="connsiteX98" fmla="*/ 11653694 w 12192000"/>
              <a:gd name="connsiteY98" fmla="*/ 1340960 h 1839213"/>
              <a:gd name="connsiteX99" fmla="*/ 11678526 w 12192000"/>
              <a:gd name="connsiteY99" fmla="*/ 1323337 h 1839213"/>
              <a:gd name="connsiteX100" fmla="*/ 11684133 w 12192000"/>
              <a:gd name="connsiteY100" fmla="*/ 1306515 h 1839213"/>
              <a:gd name="connsiteX101" fmla="*/ 11582400 w 12192000"/>
              <a:gd name="connsiteY101" fmla="*/ 1256049 h 1839213"/>
              <a:gd name="connsiteX102" fmla="*/ 11582400 w 12192000"/>
              <a:gd name="connsiteY102" fmla="*/ 1253645 h 1839213"/>
              <a:gd name="connsiteX103" fmla="*/ 11584803 w 12192000"/>
              <a:gd name="connsiteY103" fmla="*/ 1251242 h 1839213"/>
              <a:gd name="connsiteX104" fmla="*/ 11584803 w 12192000"/>
              <a:gd name="connsiteY104" fmla="*/ 1249640 h 1839213"/>
              <a:gd name="connsiteX105" fmla="*/ 11581599 w 12192000"/>
              <a:gd name="connsiteY105" fmla="*/ 1248038 h 1839213"/>
              <a:gd name="connsiteX106" fmla="*/ 11581599 w 12192000"/>
              <a:gd name="connsiteY106" fmla="*/ 1236022 h 1839213"/>
              <a:gd name="connsiteX107" fmla="*/ 11593615 w 12192000"/>
              <a:gd name="connsiteY107" fmla="*/ 1232818 h 1839213"/>
              <a:gd name="connsiteX108" fmla="*/ 11593615 w 12192000"/>
              <a:gd name="connsiteY108" fmla="*/ 1225609 h 1839213"/>
              <a:gd name="connsiteX109" fmla="*/ 11574390 w 12192000"/>
              <a:gd name="connsiteY109" fmla="*/ 1209588 h 1839213"/>
              <a:gd name="connsiteX110" fmla="*/ 11574390 w 12192000"/>
              <a:gd name="connsiteY110" fmla="*/ 1204781 h 1839213"/>
              <a:gd name="connsiteX111" fmla="*/ 11581599 w 12192000"/>
              <a:gd name="connsiteY111" fmla="*/ 1199975 h 1839213"/>
              <a:gd name="connsiteX112" fmla="*/ 11581599 w 12192000"/>
              <a:gd name="connsiteY112" fmla="*/ 1195970 h 1839213"/>
              <a:gd name="connsiteX113" fmla="*/ 11574390 w 12192000"/>
              <a:gd name="connsiteY113" fmla="*/ 1189561 h 1839213"/>
              <a:gd name="connsiteX114" fmla="*/ 11563175 w 12192000"/>
              <a:gd name="connsiteY114" fmla="*/ 1177545 h 1839213"/>
              <a:gd name="connsiteX115" fmla="*/ 11570384 w 12192000"/>
              <a:gd name="connsiteY115" fmla="*/ 1164729 h 1839213"/>
              <a:gd name="connsiteX116" fmla="*/ 11555965 w 12192000"/>
              <a:gd name="connsiteY116" fmla="*/ 1152713 h 1839213"/>
              <a:gd name="connsiteX117" fmla="*/ 11541547 w 12192000"/>
              <a:gd name="connsiteY117" fmla="*/ 1164729 h 1839213"/>
              <a:gd name="connsiteX118" fmla="*/ 11548755 w 12192000"/>
              <a:gd name="connsiteY118" fmla="*/ 1177545 h 1839213"/>
              <a:gd name="connsiteX119" fmla="*/ 11537542 w 12192000"/>
              <a:gd name="connsiteY119" fmla="*/ 1189561 h 1839213"/>
              <a:gd name="connsiteX120" fmla="*/ 11530332 w 12192000"/>
              <a:gd name="connsiteY120" fmla="*/ 1195970 h 1839213"/>
              <a:gd name="connsiteX121" fmla="*/ 11530332 w 12192000"/>
              <a:gd name="connsiteY121" fmla="*/ 1199975 h 1839213"/>
              <a:gd name="connsiteX122" fmla="*/ 11537542 w 12192000"/>
              <a:gd name="connsiteY122" fmla="*/ 1204781 h 1839213"/>
              <a:gd name="connsiteX123" fmla="*/ 11537542 w 12192000"/>
              <a:gd name="connsiteY123" fmla="*/ 1209588 h 1839213"/>
              <a:gd name="connsiteX124" fmla="*/ 11517515 w 12192000"/>
              <a:gd name="connsiteY124" fmla="*/ 1225609 h 1839213"/>
              <a:gd name="connsiteX125" fmla="*/ 11517515 w 12192000"/>
              <a:gd name="connsiteY125" fmla="*/ 1232017 h 1839213"/>
              <a:gd name="connsiteX126" fmla="*/ 11530332 w 12192000"/>
              <a:gd name="connsiteY126" fmla="*/ 1235221 h 1839213"/>
              <a:gd name="connsiteX127" fmla="*/ 11530332 w 12192000"/>
              <a:gd name="connsiteY127" fmla="*/ 1247237 h 1839213"/>
              <a:gd name="connsiteX128" fmla="*/ 11527127 w 12192000"/>
              <a:gd name="connsiteY128" fmla="*/ 1248839 h 1839213"/>
              <a:gd name="connsiteX129" fmla="*/ 11527127 w 12192000"/>
              <a:gd name="connsiteY129" fmla="*/ 1252043 h 1839213"/>
              <a:gd name="connsiteX130" fmla="*/ 11528729 w 12192000"/>
              <a:gd name="connsiteY130" fmla="*/ 1254446 h 1839213"/>
              <a:gd name="connsiteX131" fmla="*/ 11528729 w 12192000"/>
              <a:gd name="connsiteY131" fmla="*/ 1256850 h 1839213"/>
              <a:gd name="connsiteX132" fmla="*/ 11426996 w 12192000"/>
              <a:gd name="connsiteY132" fmla="*/ 1307316 h 1839213"/>
              <a:gd name="connsiteX133" fmla="*/ 11432603 w 12192000"/>
              <a:gd name="connsiteY133" fmla="*/ 1324138 h 1839213"/>
              <a:gd name="connsiteX134" fmla="*/ 11457436 w 12192000"/>
              <a:gd name="connsiteY134" fmla="*/ 1341761 h 1839213"/>
              <a:gd name="connsiteX135" fmla="*/ 11457436 w 12192000"/>
              <a:gd name="connsiteY135" fmla="*/ 1358583 h 1839213"/>
              <a:gd name="connsiteX136" fmla="*/ 11426996 w 12192000"/>
              <a:gd name="connsiteY136" fmla="*/ 1370599 h 1839213"/>
              <a:gd name="connsiteX137" fmla="*/ 11431001 w 12192000"/>
              <a:gd name="connsiteY137" fmla="*/ 1379410 h 1839213"/>
              <a:gd name="connsiteX138" fmla="*/ 11451828 w 12192000"/>
              <a:gd name="connsiteY138" fmla="*/ 1388222 h 1839213"/>
              <a:gd name="connsiteX139" fmla="*/ 11451828 w 12192000"/>
              <a:gd name="connsiteY139" fmla="*/ 1410651 h 1839213"/>
              <a:gd name="connsiteX140" fmla="*/ 11424593 w 12192000"/>
              <a:gd name="connsiteY140" fmla="*/ 1423468 h 1839213"/>
              <a:gd name="connsiteX141" fmla="*/ 11428598 w 12192000"/>
              <a:gd name="connsiteY141" fmla="*/ 1431479 h 1839213"/>
              <a:gd name="connsiteX142" fmla="*/ 11451028 w 12192000"/>
              <a:gd name="connsiteY142" fmla="*/ 1436285 h 1839213"/>
              <a:gd name="connsiteX143" fmla="*/ 11451028 w 12192000"/>
              <a:gd name="connsiteY143" fmla="*/ 1460317 h 1839213"/>
              <a:gd name="connsiteX144" fmla="*/ 11424593 w 12192000"/>
              <a:gd name="connsiteY144" fmla="*/ 1473133 h 1839213"/>
              <a:gd name="connsiteX145" fmla="*/ 11428598 w 12192000"/>
              <a:gd name="connsiteY145" fmla="*/ 1481945 h 1839213"/>
              <a:gd name="connsiteX146" fmla="*/ 11449426 w 12192000"/>
              <a:gd name="connsiteY146" fmla="*/ 1493160 h 1839213"/>
              <a:gd name="connsiteX147" fmla="*/ 11450227 w 12192000"/>
              <a:gd name="connsiteY147" fmla="*/ 1509181 h 1839213"/>
              <a:gd name="connsiteX148" fmla="*/ 11442216 w 12192000"/>
              <a:gd name="connsiteY148" fmla="*/ 1509181 h 1839213"/>
              <a:gd name="connsiteX149" fmla="*/ 11442216 w 12192000"/>
              <a:gd name="connsiteY149" fmla="*/ 1502772 h 1839213"/>
              <a:gd name="connsiteX150" fmla="*/ 11387744 w 12192000"/>
              <a:gd name="connsiteY150" fmla="*/ 1502772 h 1839213"/>
              <a:gd name="connsiteX151" fmla="*/ 11387744 w 12192000"/>
              <a:gd name="connsiteY151" fmla="*/ 1420264 h 1839213"/>
              <a:gd name="connsiteX152" fmla="*/ 11378933 w 12192000"/>
              <a:gd name="connsiteY152" fmla="*/ 1420264 h 1839213"/>
              <a:gd name="connsiteX153" fmla="*/ 11378933 w 12192000"/>
              <a:gd name="connsiteY153" fmla="*/ 1393829 h 1839213"/>
              <a:gd name="connsiteX154" fmla="*/ 11370122 w 12192000"/>
              <a:gd name="connsiteY154" fmla="*/ 1393829 h 1839213"/>
              <a:gd name="connsiteX155" fmla="*/ 11370122 w 12192000"/>
              <a:gd name="connsiteY155" fmla="*/ 1399437 h 1839213"/>
              <a:gd name="connsiteX156" fmla="*/ 11364514 w 12192000"/>
              <a:gd name="connsiteY156" fmla="*/ 1399437 h 1839213"/>
              <a:gd name="connsiteX157" fmla="*/ 11364514 w 12192000"/>
              <a:gd name="connsiteY157" fmla="*/ 1388222 h 1839213"/>
              <a:gd name="connsiteX158" fmla="*/ 11374127 w 12192000"/>
              <a:gd name="connsiteY158" fmla="*/ 1377808 h 1839213"/>
              <a:gd name="connsiteX159" fmla="*/ 11382137 w 12192000"/>
              <a:gd name="connsiteY159" fmla="*/ 1360185 h 1839213"/>
              <a:gd name="connsiteX160" fmla="*/ 11359708 w 12192000"/>
              <a:gd name="connsiteY160" fmla="*/ 1360185 h 1839213"/>
              <a:gd name="connsiteX161" fmla="*/ 11359708 w 12192000"/>
              <a:gd name="connsiteY161" fmla="*/ 1352976 h 1839213"/>
              <a:gd name="connsiteX162" fmla="*/ 11308440 w 12192000"/>
              <a:gd name="connsiteY162" fmla="*/ 1352976 h 1839213"/>
              <a:gd name="connsiteX163" fmla="*/ 11308440 w 12192000"/>
              <a:gd name="connsiteY163" fmla="*/ 1357782 h 1839213"/>
              <a:gd name="connsiteX164" fmla="*/ 11291618 w 12192000"/>
              <a:gd name="connsiteY164" fmla="*/ 1357782 h 1839213"/>
              <a:gd name="connsiteX165" fmla="*/ 11291618 w 12192000"/>
              <a:gd name="connsiteY165" fmla="*/ 1320133 h 1839213"/>
              <a:gd name="connsiteX166" fmla="*/ 11244356 w 12192000"/>
              <a:gd name="connsiteY166" fmla="*/ 1320133 h 1839213"/>
              <a:gd name="connsiteX167" fmla="*/ 11244356 w 12192000"/>
              <a:gd name="connsiteY167" fmla="*/ 1324138 h 1839213"/>
              <a:gd name="connsiteX168" fmla="*/ 11239550 w 12192000"/>
              <a:gd name="connsiteY168" fmla="*/ 1324138 h 1839213"/>
              <a:gd name="connsiteX169" fmla="*/ 11239550 w 12192000"/>
              <a:gd name="connsiteY169" fmla="*/ 1356180 h 1839213"/>
              <a:gd name="connsiteX170" fmla="*/ 11235545 w 12192000"/>
              <a:gd name="connsiteY170" fmla="*/ 1356180 h 1839213"/>
              <a:gd name="connsiteX171" fmla="*/ 11235545 w 12192000"/>
              <a:gd name="connsiteY171" fmla="*/ 1225609 h 1839213"/>
              <a:gd name="connsiteX172" fmla="*/ 11210712 w 12192000"/>
              <a:gd name="connsiteY172" fmla="*/ 1225609 h 1839213"/>
              <a:gd name="connsiteX173" fmla="*/ 11210712 w 12192000"/>
              <a:gd name="connsiteY173" fmla="*/ 1195970 h 1839213"/>
              <a:gd name="connsiteX174" fmla="*/ 11205906 w 12192000"/>
              <a:gd name="connsiteY174" fmla="*/ 1195970 h 1839213"/>
              <a:gd name="connsiteX175" fmla="*/ 11205906 w 12192000"/>
              <a:gd name="connsiteY175" fmla="*/ 1199174 h 1839213"/>
              <a:gd name="connsiteX176" fmla="*/ 11186681 w 12192000"/>
              <a:gd name="connsiteY176" fmla="*/ 1199174 h 1839213"/>
              <a:gd name="connsiteX177" fmla="*/ 11141822 w 12192000"/>
              <a:gd name="connsiteY177" fmla="*/ 1147907 h 1839213"/>
              <a:gd name="connsiteX178" fmla="*/ 11141822 w 12192000"/>
              <a:gd name="connsiteY178" fmla="*/ 1067000 h 1839213"/>
              <a:gd name="connsiteX179" fmla="*/ 11137016 w 12192000"/>
              <a:gd name="connsiteY179" fmla="*/ 1067000 h 1839213"/>
              <a:gd name="connsiteX180" fmla="*/ 11137016 w 12192000"/>
              <a:gd name="connsiteY180" fmla="*/ 1145503 h 1839213"/>
              <a:gd name="connsiteX181" fmla="*/ 11100167 w 12192000"/>
              <a:gd name="connsiteY181" fmla="*/ 1103849 h 1839213"/>
              <a:gd name="connsiteX182" fmla="*/ 11100167 w 12192000"/>
              <a:gd name="connsiteY182" fmla="*/ 1095838 h 1839213"/>
              <a:gd name="connsiteX183" fmla="*/ 11094560 w 12192000"/>
              <a:gd name="connsiteY183" fmla="*/ 1095838 h 1839213"/>
              <a:gd name="connsiteX184" fmla="*/ 11094560 w 12192000"/>
              <a:gd name="connsiteY184" fmla="*/ 1120671 h 1839213"/>
              <a:gd name="connsiteX185" fmla="*/ 11046497 w 12192000"/>
              <a:gd name="connsiteY185" fmla="*/ 1203179 h 1839213"/>
              <a:gd name="connsiteX186" fmla="*/ 11046497 w 12192000"/>
              <a:gd name="connsiteY186" fmla="*/ 1041367 h 1839213"/>
              <a:gd name="connsiteX187" fmla="*/ 11042491 w 12192000"/>
              <a:gd name="connsiteY187" fmla="*/ 1041367 h 1839213"/>
              <a:gd name="connsiteX188" fmla="*/ 11042491 w 12192000"/>
              <a:gd name="connsiteY188" fmla="*/ 1221603 h 1839213"/>
              <a:gd name="connsiteX189" fmla="*/ 11035282 w 12192000"/>
              <a:gd name="connsiteY189" fmla="*/ 1221603 h 1839213"/>
              <a:gd name="connsiteX190" fmla="*/ 11035282 w 12192000"/>
              <a:gd name="connsiteY190" fmla="*/ 1210389 h 1839213"/>
              <a:gd name="connsiteX191" fmla="*/ 11028072 w 12192000"/>
              <a:gd name="connsiteY191" fmla="*/ 1210389 h 1839213"/>
              <a:gd name="connsiteX192" fmla="*/ 11028072 w 12192000"/>
              <a:gd name="connsiteY192" fmla="*/ 1220001 h 1839213"/>
              <a:gd name="connsiteX193" fmla="*/ 11021664 w 12192000"/>
              <a:gd name="connsiteY193" fmla="*/ 1220001 h 1839213"/>
              <a:gd name="connsiteX194" fmla="*/ 11021664 w 12192000"/>
              <a:gd name="connsiteY194" fmla="*/ 1208786 h 1839213"/>
              <a:gd name="connsiteX195" fmla="*/ 11016056 w 12192000"/>
              <a:gd name="connsiteY195" fmla="*/ 1208786 h 1839213"/>
              <a:gd name="connsiteX196" fmla="*/ 11016056 w 12192000"/>
              <a:gd name="connsiteY196" fmla="*/ 1242431 h 1839213"/>
              <a:gd name="connsiteX197" fmla="*/ 11002439 w 12192000"/>
              <a:gd name="connsiteY197" fmla="*/ 1242431 h 1839213"/>
              <a:gd name="connsiteX198" fmla="*/ 11002439 w 12192000"/>
              <a:gd name="connsiteY198" fmla="*/ 1353777 h 1839213"/>
              <a:gd name="connsiteX199" fmla="*/ 10997633 w 12192000"/>
              <a:gd name="connsiteY199" fmla="*/ 1353777 h 1839213"/>
              <a:gd name="connsiteX200" fmla="*/ 10997633 w 12192000"/>
              <a:gd name="connsiteY200" fmla="*/ 1358583 h 1839213"/>
              <a:gd name="connsiteX201" fmla="*/ 11001638 w 12192000"/>
              <a:gd name="connsiteY201" fmla="*/ 1358583 h 1839213"/>
              <a:gd name="connsiteX202" fmla="*/ 11001638 w 12192000"/>
              <a:gd name="connsiteY202" fmla="*/ 1368997 h 1839213"/>
              <a:gd name="connsiteX203" fmla="*/ 10971198 w 12192000"/>
              <a:gd name="connsiteY203" fmla="*/ 1368997 h 1839213"/>
              <a:gd name="connsiteX204" fmla="*/ 10971198 w 12192000"/>
              <a:gd name="connsiteY204" fmla="*/ 1364190 h 1839213"/>
              <a:gd name="connsiteX205" fmla="*/ 10963187 w 12192000"/>
              <a:gd name="connsiteY205" fmla="*/ 1364190 h 1839213"/>
              <a:gd name="connsiteX206" fmla="*/ 10963187 w 12192000"/>
              <a:gd name="connsiteY206" fmla="*/ 1370599 h 1839213"/>
              <a:gd name="connsiteX207" fmla="*/ 10937554 w 12192000"/>
              <a:gd name="connsiteY207" fmla="*/ 1370599 h 1839213"/>
              <a:gd name="connsiteX208" fmla="*/ 10937554 w 12192000"/>
              <a:gd name="connsiteY208" fmla="*/ 1405845 h 1839213"/>
              <a:gd name="connsiteX209" fmla="*/ 10923935 w 12192000"/>
              <a:gd name="connsiteY209" fmla="*/ 1405845 h 1839213"/>
              <a:gd name="connsiteX210" fmla="*/ 10923935 w 12192000"/>
              <a:gd name="connsiteY210" fmla="*/ 1397835 h 1839213"/>
              <a:gd name="connsiteX211" fmla="*/ 10883082 w 12192000"/>
              <a:gd name="connsiteY211" fmla="*/ 1397835 h 1839213"/>
              <a:gd name="connsiteX212" fmla="*/ 10883082 w 12192000"/>
              <a:gd name="connsiteY212" fmla="*/ 1323337 h 1839213"/>
              <a:gd name="connsiteX213" fmla="*/ 10871066 w 12192000"/>
              <a:gd name="connsiteY213" fmla="*/ 1323337 h 1839213"/>
              <a:gd name="connsiteX214" fmla="*/ 10871066 w 12192000"/>
              <a:gd name="connsiteY214" fmla="*/ 1345766 h 1839213"/>
              <a:gd name="connsiteX215" fmla="*/ 10857449 w 12192000"/>
              <a:gd name="connsiteY215" fmla="*/ 1345766 h 1839213"/>
              <a:gd name="connsiteX216" fmla="*/ 10857449 w 12192000"/>
              <a:gd name="connsiteY216" fmla="*/ 1337756 h 1839213"/>
              <a:gd name="connsiteX217" fmla="*/ 10849438 w 12192000"/>
              <a:gd name="connsiteY217" fmla="*/ 1337756 h 1839213"/>
              <a:gd name="connsiteX218" fmla="*/ 10849438 w 12192000"/>
              <a:gd name="connsiteY218" fmla="*/ 1344965 h 1839213"/>
              <a:gd name="connsiteX219" fmla="*/ 10826208 w 12192000"/>
              <a:gd name="connsiteY219" fmla="*/ 1344965 h 1839213"/>
              <a:gd name="connsiteX220" fmla="*/ 10826208 w 12192000"/>
              <a:gd name="connsiteY220" fmla="*/ 1018937 h 1839213"/>
              <a:gd name="connsiteX221" fmla="*/ 10818197 w 12192000"/>
              <a:gd name="connsiteY221" fmla="*/ 1018937 h 1839213"/>
              <a:gd name="connsiteX222" fmla="*/ 10818197 w 12192000"/>
              <a:gd name="connsiteY222" fmla="*/ 1099844 h 1839213"/>
              <a:gd name="connsiteX223" fmla="*/ 10756517 w 12192000"/>
              <a:gd name="connsiteY223" fmla="*/ 1099844 h 1839213"/>
              <a:gd name="connsiteX224" fmla="*/ 10756517 w 12192000"/>
              <a:gd name="connsiteY224" fmla="*/ 1018937 h 1839213"/>
              <a:gd name="connsiteX225" fmla="*/ 10750909 w 12192000"/>
              <a:gd name="connsiteY225" fmla="*/ 1018937 h 1839213"/>
              <a:gd name="connsiteX226" fmla="*/ 10750909 w 12192000"/>
              <a:gd name="connsiteY226" fmla="*/ 1083021 h 1839213"/>
              <a:gd name="connsiteX227" fmla="*/ 10730081 w 12192000"/>
              <a:gd name="connsiteY227" fmla="*/ 1083021 h 1839213"/>
              <a:gd name="connsiteX228" fmla="*/ 10730081 w 12192000"/>
              <a:gd name="connsiteY228" fmla="*/ 1099844 h 1839213"/>
              <a:gd name="connsiteX229" fmla="*/ 10661191 w 12192000"/>
              <a:gd name="connsiteY229" fmla="*/ 1099844 h 1839213"/>
              <a:gd name="connsiteX230" fmla="*/ 10661191 w 12192000"/>
              <a:gd name="connsiteY230" fmla="*/ 1062995 h 1839213"/>
              <a:gd name="connsiteX231" fmla="*/ 10581887 w 12192000"/>
              <a:gd name="connsiteY231" fmla="*/ 1062995 h 1839213"/>
              <a:gd name="connsiteX232" fmla="*/ 10581887 w 12192000"/>
              <a:gd name="connsiteY232" fmla="*/ 1054985 h 1839213"/>
              <a:gd name="connsiteX233" fmla="*/ 10558656 w 12192000"/>
              <a:gd name="connsiteY233" fmla="*/ 1054985 h 1839213"/>
              <a:gd name="connsiteX234" fmla="*/ 10541834 w 12192000"/>
              <a:gd name="connsiteY234" fmla="*/ 1067000 h 1839213"/>
              <a:gd name="connsiteX235" fmla="*/ 10526614 w 12192000"/>
              <a:gd name="connsiteY235" fmla="*/ 1067000 h 1839213"/>
              <a:gd name="connsiteX236" fmla="*/ 10526614 w 12192000"/>
              <a:gd name="connsiteY236" fmla="*/ 1056587 h 1839213"/>
              <a:gd name="connsiteX237" fmla="*/ 10471342 w 12192000"/>
              <a:gd name="connsiteY237" fmla="*/ 1056587 h 1839213"/>
              <a:gd name="connsiteX238" fmla="*/ 10471342 w 12192000"/>
              <a:gd name="connsiteY238" fmla="*/ 1062995 h 1839213"/>
              <a:gd name="connsiteX239" fmla="*/ 10457724 w 12192000"/>
              <a:gd name="connsiteY239" fmla="*/ 1062995 h 1839213"/>
              <a:gd name="connsiteX240" fmla="*/ 10457724 w 12192000"/>
              <a:gd name="connsiteY240" fmla="*/ 1054985 h 1839213"/>
              <a:gd name="connsiteX241" fmla="*/ 10376017 w 12192000"/>
              <a:gd name="connsiteY241" fmla="*/ 1054985 h 1839213"/>
              <a:gd name="connsiteX242" fmla="*/ 10354388 w 12192000"/>
              <a:gd name="connsiteY242" fmla="*/ 1071006 h 1839213"/>
              <a:gd name="connsiteX243" fmla="*/ 10263870 w 12192000"/>
              <a:gd name="connsiteY243" fmla="*/ 1071006 h 1839213"/>
              <a:gd name="connsiteX244" fmla="*/ 10263870 w 12192000"/>
              <a:gd name="connsiteY244" fmla="*/ 1085425 h 1839213"/>
              <a:gd name="connsiteX245" fmla="*/ 10207796 w 12192000"/>
              <a:gd name="connsiteY245" fmla="*/ 1085425 h 1839213"/>
              <a:gd name="connsiteX246" fmla="*/ 10207796 w 12192000"/>
              <a:gd name="connsiteY246" fmla="*/ 1018937 h 1839213"/>
              <a:gd name="connsiteX247" fmla="*/ 10202189 w 12192000"/>
              <a:gd name="connsiteY247" fmla="*/ 1018937 h 1839213"/>
              <a:gd name="connsiteX248" fmla="*/ 10202189 w 12192000"/>
              <a:gd name="connsiteY248" fmla="*/ 1077414 h 1839213"/>
              <a:gd name="connsiteX249" fmla="*/ 10186167 w 12192000"/>
              <a:gd name="connsiteY249" fmla="*/ 1077414 h 1839213"/>
              <a:gd name="connsiteX250" fmla="*/ 10186167 w 12192000"/>
              <a:gd name="connsiteY250" fmla="*/ 1103849 h 1839213"/>
              <a:gd name="connsiteX251" fmla="*/ 10162937 w 12192000"/>
              <a:gd name="connsiteY251" fmla="*/ 1103849 h 1839213"/>
              <a:gd name="connsiteX252" fmla="*/ 10162937 w 12192000"/>
              <a:gd name="connsiteY252" fmla="*/ 1133488 h 1839213"/>
              <a:gd name="connsiteX253" fmla="*/ 10131697 w 12192000"/>
              <a:gd name="connsiteY253" fmla="*/ 1133488 h 1839213"/>
              <a:gd name="connsiteX254" fmla="*/ 10131697 w 12192000"/>
              <a:gd name="connsiteY254" fmla="*/ 1125477 h 1839213"/>
              <a:gd name="connsiteX255" fmla="*/ 10108466 w 12192000"/>
              <a:gd name="connsiteY255" fmla="*/ 1125477 h 1839213"/>
              <a:gd name="connsiteX256" fmla="*/ 10108466 w 12192000"/>
              <a:gd name="connsiteY256" fmla="*/ 1147907 h 1839213"/>
              <a:gd name="connsiteX257" fmla="*/ 10089240 w 12192000"/>
              <a:gd name="connsiteY257" fmla="*/ 1166331 h 1839213"/>
              <a:gd name="connsiteX258" fmla="*/ 10089240 w 12192000"/>
              <a:gd name="connsiteY258" fmla="*/ 1339358 h 1839213"/>
              <a:gd name="connsiteX259" fmla="*/ 10082031 w 12192000"/>
              <a:gd name="connsiteY259" fmla="*/ 1347368 h 1839213"/>
              <a:gd name="connsiteX260" fmla="*/ 10082031 w 12192000"/>
              <a:gd name="connsiteY260" fmla="*/ 1377808 h 1839213"/>
              <a:gd name="connsiteX261" fmla="*/ 10074821 w 12192000"/>
              <a:gd name="connsiteY261" fmla="*/ 1377808 h 1839213"/>
              <a:gd name="connsiteX262" fmla="*/ 10074821 w 12192000"/>
              <a:gd name="connsiteY262" fmla="*/ 1385819 h 1839213"/>
              <a:gd name="connsiteX263" fmla="*/ 10052392 w 12192000"/>
              <a:gd name="connsiteY263" fmla="*/ 1385819 h 1839213"/>
              <a:gd name="connsiteX264" fmla="*/ 10052392 w 12192000"/>
              <a:gd name="connsiteY264" fmla="*/ 785831 h 1839213"/>
              <a:gd name="connsiteX265" fmla="*/ 10016345 w 12192000"/>
              <a:gd name="connsiteY265" fmla="*/ 785831 h 1839213"/>
              <a:gd name="connsiteX266" fmla="*/ 10016345 w 12192000"/>
              <a:gd name="connsiteY266" fmla="*/ 777020 h 1839213"/>
              <a:gd name="connsiteX267" fmla="*/ 10001926 w 12192000"/>
              <a:gd name="connsiteY267" fmla="*/ 777020 h 1839213"/>
              <a:gd name="connsiteX268" fmla="*/ 10001926 w 12192000"/>
              <a:gd name="connsiteY268" fmla="*/ 785030 h 1839213"/>
              <a:gd name="connsiteX269" fmla="*/ 9967481 w 12192000"/>
              <a:gd name="connsiteY269" fmla="*/ 785030 h 1839213"/>
              <a:gd name="connsiteX270" fmla="*/ 9967481 w 12192000"/>
              <a:gd name="connsiteY270" fmla="*/ 563940 h 1839213"/>
              <a:gd name="connsiteX271" fmla="*/ 9917014 w 12192000"/>
              <a:gd name="connsiteY271" fmla="*/ 563940 h 1839213"/>
              <a:gd name="connsiteX272" fmla="*/ 9917014 w 12192000"/>
              <a:gd name="connsiteY272" fmla="*/ 504662 h 1839213"/>
              <a:gd name="connsiteX273" fmla="*/ 9909805 w 12192000"/>
              <a:gd name="connsiteY273" fmla="*/ 504662 h 1839213"/>
              <a:gd name="connsiteX274" fmla="*/ 9909805 w 12192000"/>
              <a:gd name="connsiteY274" fmla="*/ 541511 h 1839213"/>
              <a:gd name="connsiteX275" fmla="*/ 9868951 w 12192000"/>
              <a:gd name="connsiteY275" fmla="*/ 541511 h 1839213"/>
              <a:gd name="connsiteX276" fmla="*/ 9868951 w 12192000"/>
              <a:gd name="connsiteY276" fmla="*/ 528694 h 1839213"/>
              <a:gd name="connsiteX277" fmla="*/ 9863344 w 12192000"/>
              <a:gd name="connsiteY277" fmla="*/ 528694 h 1839213"/>
              <a:gd name="connsiteX278" fmla="*/ 9863344 w 12192000"/>
              <a:gd name="connsiteY278" fmla="*/ 539108 h 1839213"/>
              <a:gd name="connsiteX279" fmla="*/ 9775229 w 12192000"/>
              <a:gd name="connsiteY279" fmla="*/ 539108 h 1839213"/>
              <a:gd name="connsiteX280" fmla="*/ 9775229 w 12192000"/>
              <a:gd name="connsiteY280" fmla="*/ 504662 h 1839213"/>
              <a:gd name="connsiteX281" fmla="*/ 9769621 w 12192000"/>
              <a:gd name="connsiteY281" fmla="*/ 504662 h 1839213"/>
              <a:gd name="connsiteX282" fmla="*/ 9769621 w 12192000"/>
              <a:gd name="connsiteY282" fmla="*/ 552725 h 1839213"/>
              <a:gd name="connsiteX283" fmla="*/ 9756804 w 12192000"/>
              <a:gd name="connsiteY283" fmla="*/ 552725 h 1839213"/>
              <a:gd name="connsiteX284" fmla="*/ 9756804 w 12192000"/>
              <a:gd name="connsiteY284" fmla="*/ 546317 h 1839213"/>
              <a:gd name="connsiteX285" fmla="*/ 9747192 w 12192000"/>
              <a:gd name="connsiteY285" fmla="*/ 546317 h 1839213"/>
              <a:gd name="connsiteX286" fmla="*/ 9747192 w 12192000"/>
              <a:gd name="connsiteY286" fmla="*/ 573553 h 1839213"/>
              <a:gd name="connsiteX287" fmla="*/ 9699129 w 12192000"/>
              <a:gd name="connsiteY287" fmla="*/ 573553 h 1839213"/>
              <a:gd name="connsiteX288" fmla="*/ 9682306 w 12192000"/>
              <a:gd name="connsiteY288" fmla="*/ 585569 h 1839213"/>
              <a:gd name="connsiteX289" fmla="*/ 9682306 w 12192000"/>
              <a:gd name="connsiteY289" fmla="*/ 863533 h 1839213"/>
              <a:gd name="connsiteX290" fmla="*/ 9685510 w 12192000"/>
              <a:gd name="connsiteY290" fmla="*/ 863533 h 1839213"/>
              <a:gd name="connsiteX291" fmla="*/ 9685510 w 12192000"/>
              <a:gd name="connsiteY291" fmla="*/ 877952 h 1839213"/>
              <a:gd name="connsiteX292" fmla="*/ 9682306 w 12192000"/>
              <a:gd name="connsiteY292" fmla="*/ 877952 h 1839213"/>
              <a:gd name="connsiteX293" fmla="*/ 9682306 w 12192000"/>
              <a:gd name="connsiteY293" fmla="*/ 1441091 h 1839213"/>
              <a:gd name="connsiteX294" fmla="*/ 9672694 w 12192000"/>
              <a:gd name="connsiteY294" fmla="*/ 1451505 h 1839213"/>
              <a:gd name="connsiteX295" fmla="*/ 9672694 w 12192000"/>
              <a:gd name="connsiteY295" fmla="*/ 1466725 h 1839213"/>
              <a:gd name="connsiteX296" fmla="*/ 9621426 w 12192000"/>
              <a:gd name="connsiteY296" fmla="*/ 1466725 h 1839213"/>
              <a:gd name="connsiteX297" fmla="*/ 9621426 w 12192000"/>
              <a:gd name="connsiteY297" fmla="*/ 1484348 h 1839213"/>
              <a:gd name="connsiteX298" fmla="*/ 9627835 w 12192000"/>
              <a:gd name="connsiteY298" fmla="*/ 1484348 h 1839213"/>
              <a:gd name="connsiteX299" fmla="*/ 9627835 w 12192000"/>
              <a:gd name="connsiteY299" fmla="*/ 1509181 h 1839213"/>
              <a:gd name="connsiteX300" fmla="*/ 9566955 w 12192000"/>
              <a:gd name="connsiteY300" fmla="*/ 1509181 h 1839213"/>
              <a:gd name="connsiteX301" fmla="*/ 9566955 w 12192000"/>
              <a:gd name="connsiteY301" fmla="*/ 1414657 h 1839213"/>
              <a:gd name="connsiteX302" fmla="*/ 9528505 w 12192000"/>
              <a:gd name="connsiteY302" fmla="*/ 1414657 h 1839213"/>
              <a:gd name="connsiteX303" fmla="*/ 9527704 w 12192000"/>
              <a:gd name="connsiteY303" fmla="*/ 1256850 h 1839213"/>
              <a:gd name="connsiteX304" fmla="*/ 9458814 w 12192000"/>
              <a:gd name="connsiteY304" fmla="*/ 732962 h 1839213"/>
              <a:gd name="connsiteX305" fmla="*/ 9299404 w 12192000"/>
              <a:gd name="connsiteY305" fmla="*/ 485437 h 1839213"/>
              <a:gd name="connsiteX306" fmla="*/ 9139995 w 12192000"/>
              <a:gd name="connsiteY306" fmla="*/ 732962 h 1839213"/>
              <a:gd name="connsiteX307" fmla="*/ 9072706 w 12192000"/>
              <a:gd name="connsiteY307" fmla="*/ 1205582 h 1839213"/>
              <a:gd name="connsiteX308" fmla="*/ 9024643 w 12192000"/>
              <a:gd name="connsiteY308" fmla="*/ 1205582 h 1839213"/>
              <a:gd name="connsiteX309" fmla="*/ 9024643 w 12192000"/>
              <a:gd name="connsiteY309" fmla="*/ 1191163 h 1839213"/>
              <a:gd name="connsiteX310" fmla="*/ 9003816 w 12192000"/>
              <a:gd name="connsiteY310" fmla="*/ 1191163 h 1839213"/>
              <a:gd name="connsiteX311" fmla="*/ 9003816 w 12192000"/>
              <a:gd name="connsiteY311" fmla="*/ 1202378 h 1839213"/>
              <a:gd name="connsiteX312" fmla="*/ 8988596 w 12192000"/>
              <a:gd name="connsiteY312" fmla="*/ 1202378 h 1839213"/>
              <a:gd name="connsiteX313" fmla="*/ 8988596 w 12192000"/>
              <a:gd name="connsiteY313" fmla="*/ 1199174 h 1839213"/>
              <a:gd name="connsiteX314" fmla="*/ 8974978 w 12192000"/>
              <a:gd name="connsiteY314" fmla="*/ 1199174 h 1839213"/>
              <a:gd name="connsiteX315" fmla="*/ 8974978 w 12192000"/>
              <a:gd name="connsiteY315" fmla="*/ 1210389 h 1839213"/>
              <a:gd name="connsiteX316" fmla="*/ 8914099 w 12192000"/>
              <a:gd name="connsiteY316" fmla="*/ 1210389 h 1839213"/>
              <a:gd name="connsiteX317" fmla="*/ 8914099 w 12192000"/>
              <a:gd name="connsiteY317" fmla="*/ 1238425 h 1839213"/>
              <a:gd name="connsiteX318" fmla="*/ 8878852 w 12192000"/>
              <a:gd name="connsiteY318" fmla="*/ 1238425 h 1839213"/>
              <a:gd name="connsiteX319" fmla="*/ 8878852 w 12192000"/>
              <a:gd name="connsiteY319" fmla="*/ 1372201 h 1839213"/>
              <a:gd name="connsiteX320" fmla="*/ 8866036 w 12192000"/>
              <a:gd name="connsiteY320" fmla="*/ 1372201 h 1839213"/>
              <a:gd name="connsiteX321" fmla="*/ 8866036 w 12192000"/>
              <a:gd name="connsiteY321" fmla="*/ 1423468 h 1839213"/>
              <a:gd name="connsiteX322" fmla="*/ 8843606 w 12192000"/>
              <a:gd name="connsiteY322" fmla="*/ 1423468 h 1839213"/>
              <a:gd name="connsiteX323" fmla="*/ 8843606 w 12192000"/>
              <a:gd name="connsiteY323" fmla="*/ 1306515 h 1839213"/>
              <a:gd name="connsiteX324" fmla="*/ 8835595 w 12192000"/>
              <a:gd name="connsiteY324" fmla="*/ 1306515 h 1839213"/>
              <a:gd name="connsiteX325" fmla="*/ 8835595 w 12192000"/>
              <a:gd name="connsiteY325" fmla="*/ 1335353 h 1839213"/>
              <a:gd name="connsiteX326" fmla="*/ 8797144 w 12192000"/>
              <a:gd name="connsiteY326" fmla="*/ 1335353 h 1839213"/>
              <a:gd name="connsiteX327" fmla="*/ 8797144 w 12192000"/>
              <a:gd name="connsiteY327" fmla="*/ 1223205 h 1839213"/>
              <a:gd name="connsiteX328" fmla="*/ 8753888 w 12192000"/>
              <a:gd name="connsiteY328" fmla="*/ 1223205 h 1839213"/>
              <a:gd name="connsiteX329" fmla="*/ 8753888 w 12192000"/>
              <a:gd name="connsiteY329" fmla="*/ 1204781 h 1839213"/>
              <a:gd name="connsiteX330" fmla="*/ 8685799 w 12192000"/>
              <a:gd name="connsiteY330" fmla="*/ 1204781 h 1839213"/>
              <a:gd name="connsiteX331" fmla="*/ 8685799 w 12192000"/>
              <a:gd name="connsiteY331" fmla="*/ 1155917 h 1839213"/>
              <a:gd name="connsiteX332" fmla="*/ 8673783 w 12192000"/>
              <a:gd name="connsiteY332" fmla="*/ 1155917 h 1839213"/>
              <a:gd name="connsiteX333" fmla="*/ 8673783 w 12192000"/>
              <a:gd name="connsiteY333" fmla="*/ 1201577 h 1839213"/>
              <a:gd name="connsiteX334" fmla="*/ 8659364 w 12192000"/>
              <a:gd name="connsiteY334" fmla="*/ 1201577 h 1839213"/>
              <a:gd name="connsiteX335" fmla="*/ 8659364 w 12192000"/>
              <a:gd name="connsiteY335" fmla="*/ 1215996 h 1839213"/>
              <a:gd name="connsiteX336" fmla="*/ 8646547 w 12192000"/>
              <a:gd name="connsiteY336" fmla="*/ 1215996 h 1839213"/>
              <a:gd name="connsiteX337" fmla="*/ 8646547 w 12192000"/>
              <a:gd name="connsiteY337" fmla="*/ 1244033 h 1839213"/>
              <a:gd name="connsiteX338" fmla="*/ 8604091 w 12192000"/>
              <a:gd name="connsiteY338" fmla="*/ 1244033 h 1839213"/>
              <a:gd name="connsiteX339" fmla="*/ 8604091 w 12192000"/>
              <a:gd name="connsiteY339" fmla="*/ 1393028 h 1839213"/>
              <a:gd name="connsiteX340" fmla="*/ 8569647 w 12192000"/>
              <a:gd name="connsiteY340" fmla="*/ 1393028 h 1839213"/>
              <a:gd name="connsiteX341" fmla="*/ 8569647 w 12192000"/>
              <a:gd name="connsiteY341" fmla="*/ 672082 h 1839213"/>
              <a:gd name="connsiteX342" fmla="*/ 8516776 w 12192000"/>
              <a:gd name="connsiteY342" fmla="*/ 672082 h 1839213"/>
              <a:gd name="connsiteX343" fmla="*/ 8516776 w 12192000"/>
              <a:gd name="connsiteY343" fmla="*/ 647250 h 1839213"/>
              <a:gd name="connsiteX344" fmla="*/ 8522384 w 12192000"/>
              <a:gd name="connsiteY344" fmla="*/ 647250 h 1839213"/>
              <a:gd name="connsiteX345" fmla="*/ 8522384 w 12192000"/>
              <a:gd name="connsiteY345" fmla="*/ 292384 h 1839213"/>
              <a:gd name="connsiteX346" fmla="*/ 8512771 w 12192000"/>
              <a:gd name="connsiteY346" fmla="*/ 292384 h 1839213"/>
              <a:gd name="connsiteX347" fmla="*/ 8512771 w 12192000"/>
              <a:gd name="connsiteY347" fmla="*/ 284373 h 1839213"/>
              <a:gd name="connsiteX348" fmla="*/ 8485536 w 12192000"/>
              <a:gd name="connsiteY348" fmla="*/ 284373 h 1839213"/>
              <a:gd name="connsiteX349" fmla="*/ 8485536 w 12192000"/>
              <a:gd name="connsiteY349" fmla="*/ 289981 h 1839213"/>
              <a:gd name="connsiteX350" fmla="*/ 8262043 w 12192000"/>
              <a:gd name="connsiteY350" fmla="*/ 289981 h 1839213"/>
              <a:gd name="connsiteX351" fmla="*/ 8262043 w 12192000"/>
              <a:gd name="connsiteY351" fmla="*/ 297991 h 1839213"/>
              <a:gd name="connsiteX352" fmla="*/ 8213179 w 12192000"/>
              <a:gd name="connsiteY352" fmla="*/ 297991 h 1839213"/>
              <a:gd name="connsiteX353" fmla="*/ 8213179 w 12192000"/>
              <a:gd name="connsiteY353" fmla="*/ 285174 h 1839213"/>
              <a:gd name="connsiteX354" fmla="*/ 8195555 w 12192000"/>
              <a:gd name="connsiteY354" fmla="*/ 285174 h 1839213"/>
              <a:gd name="connsiteX355" fmla="*/ 8195555 w 12192000"/>
              <a:gd name="connsiteY355" fmla="*/ 1401039 h 1839213"/>
              <a:gd name="connsiteX356" fmla="*/ 8138681 w 12192000"/>
              <a:gd name="connsiteY356" fmla="*/ 1401039 h 1839213"/>
              <a:gd name="connsiteX357" fmla="*/ 8138681 w 12192000"/>
              <a:gd name="connsiteY357" fmla="*/ 1415458 h 1839213"/>
              <a:gd name="connsiteX358" fmla="*/ 8123461 w 12192000"/>
              <a:gd name="connsiteY358" fmla="*/ 1415458 h 1839213"/>
              <a:gd name="connsiteX359" fmla="*/ 8123461 w 12192000"/>
              <a:gd name="connsiteY359" fmla="*/ 1409049 h 1839213"/>
              <a:gd name="connsiteX360" fmla="*/ 8067387 w 12192000"/>
              <a:gd name="connsiteY360" fmla="*/ 1409049 h 1839213"/>
              <a:gd name="connsiteX361" fmla="*/ 8067387 w 12192000"/>
              <a:gd name="connsiteY361" fmla="*/ 1354578 h 1839213"/>
              <a:gd name="connsiteX362" fmla="*/ 8060979 w 12192000"/>
              <a:gd name="connsiteY362" fmla="*/ 1354578 h 1839213"/>
              <a:gd name="connsiteX363" fmla="*/ 8060979 w 12192000"/>
              <a:gd name="connsiteY363" fmla="*/ 1438688 h 1839213"/>
              <a:gd name="connsiteX364" fmla="*/ 8000099 w 12192000"/>
              <a:gd name="connsiteY364" fmla="*/ 1438688 h 1839213"/>
              <a:gd name="connsiteX365" fmla="*/ 8000099 w 12192000"/>
              <a:gd name="connsiteY365" fmla="*/ 1563652 h 1839213"/>
              <a:gd name="connsiteX366" fmla="*/ 7994492 w 12192000"/>
              <a:gd name="connsiteY366" fmla="*/ 1563652 h 1839213"/>
              <a:gd name="connsiteX367" fmla="*/ 7965654 w 12192000"/>
              <a:gd name="connsiteY367" fmla="*/ 1303311 h 1839213"/>
              <a:gd name="connsiteX368" fmla="*/ 7965654 w 12192000"/>
              <a:gd name="connsiteY368" fmla="*/ 805057 h 1839213"/>
              <a:gd name="connsiteX369" fmla="*/ 7626809 w 12192000"/>
              <a:gd name="connsiteY369" fmla="*/ 805057 h 1839213"/>
              <a:gd name="connsiteX370" fmla="*/ 7626809 w 12192000"/>
              <a:gd name="connsiteY370" fmla="*/ 1364190 h 1839213"/>
              <a:gd name="connsiteX371" fmla="*/ 7586756 w 12192000"/>
              <a:gd name="connsiteY371" fmla="*/ 1364190 h 1839213"/>
              <a:gd name="connsiteX372" fmla="*/ 7586756 w 12192000"/>
              <a:gd name="connsiteY372" fmla="*/ 1374604 h 1839213"/>
              <a:gd name="connsiteX373" fmla="*/ 7564327 w 12192000"/>
              <a:gd name="connsiteY373" fmla="*/ 1374604 h 1839213"/>
              <a:gd name="connsiteX374" fmla="*/ 7564327 w 12192000"/>
              <a:gd name="connsiteY374" fmla="*/ 1031754 h 1839213"/>
              <a:gd name="connsiteX375" fmla="*/ 7555516 w 12192000"/>
              <a:gd name="connsiteY375" fmla="*/ 1031754 h 1839213"/>
              <a:gd name="connsiteX376" fmla="*/ 7555516 w 12192000"/>
              <a:gd name="connsiteY376" fmla="*/ 867539 h 1839213"/>
              <a:gd name="connsiteX377" fmla="*/ 7502646 w 12192000"/>
              <a:gd name="connsiteY377" fmla="*/ 867539 h 1839213"/>
              <a:gd name="connsiteX378" fmla="*/ 7502646 w 12192000"/>
              <a:gd name="connsiteY378" fmla="*/ 809863 h 1839213"/>
              <a:gd name="connsiteX379" fmla="*/ 7481819 w 12192000"/>
              <a:gd name="connsiteY379" fmla="*/ 809863 h 1839213"/>
              <a:gd name="connsiteX380" fmla="*/ 7481819 w 12192000"/>
              <a:gd name="connsiteY380" fmla="*/ 821078 h 1839213"/>
              <a:gd name="connsiteX381" fmla="*/ 7435358 w 12192000"/>
              <a:gd name="connsiteY381" fmla="*/ 821078 h 1839213"/>
              <a:gd name="connsiteX382" fmla="*/ 7435358 w 12192000"/>
              <a:gd name="connsiteY382" fmla="*/ 809062 h 1839213"/>
              <a:gd name="connsiteX383" fmla="*/ 7381688 w 12192000"/>
              <a:gd name="connsiteY383" fmla="*/ 809062 h 1839213"/>
              <a:gd name="connsiteX384" fmla="*/ 7381688 w 12192000"/>
              <a:gd name="connsiteY384" fmla="*/ 820277 h 1839213"/>
              <a:gd name="connsiteX385" fmla="*/ 7356855 w 12192000"/>
              <a:gd name="connsiteY385" fmla="*/ 820277 h 1839213"/>
              <a:gd name="connsiteX386" fmla="*/ 7356855 w 12192000"/>
              <a:gd name="connsiteY386" fmla="*/ 935628 h 1839213"/>
              <a:gd name="connsiteX387" fmla="*/ 7297577 w 12192000"/>
              <a:gd name="connsiteY387" fmla="*/ 935628 h 1839213"/>
              <a:gd name="connsiteX388" fmla="*/ 7297577 w 12192000"/>
              <a:gd name="connsiteY388" fmla="*/ 1091833 h 1839213"/>
              <a:gd name="connsiteX389" fmla="*/ 7282357 w 12192000"/>
              <a:gd name="connsiteY389" fmla="*/ 1091833 h 1839213"/>
              <a:gd name="connsiteX390" fmla="*/ 7273546 w 12192000"/>
              <a:gd name="connsiteY390" fmla="*/ 1101446 h 1839213"/>
              <a:gd name="connsiteX391" fmla="*/ 7273546 w 12192000"/>
              <a:gd name="connsiteY391" fmla="*/ 1331347 h 1839213"/>
              <a:gd name="connsiteX392" fmla="*/ 7254320 w 12192000"/>
              <a:gd name="connsiteY392" fmla="*/ 1331347 h 1839213"/>
              <a:gd name="connsiteX393" fmla="*/ 7254320 w 12192000"/>
              <a:gd name="connsiteY393" fmla="*/ 1422667 h 1839213"/>
              <a:gd name="connsiteX394" fmla="*/ 7187032 w 12192000"/>
              <a:gd name="connsiteY394" fmla="*/ 1422667 h 1839213"/>
              <a:gd name="connsiteX395" fmla="*/ 7062869 w 12192000"/>
              <a:gd name="connsiteY395" fmla="*/ 416547 h 1839213"/>
              <a:gd name="connsiteX396" fmla="*/ 6476500 w 12192000"/>
              <a:gd name="connsiteY396" fmla="*/ 525490 h 1839213"/>
              <a:gd name="connsiteX397" fmla="*/ 6337918 w 12192000"/>
              <a:gd name="connsiteY397" fmla="*/ 631228 h 1839213"/>
              <a:gd name="connsiteX398" fmla="*/ 6250603 w 12192000"/>
              <a:gd name="connsiteY398" fmla="*/ 1228012 h 1839213"/>
              <a:gd name="connsiteX399" fmla="*/ 6224168 w 12192000"/>
              <a:gd name="connsiteY399" fmla="*/ 1228012 h 1839213"/>
              <a:gd name="connsiteX400" fmla="*/ 6224168 w 12192000"/>
              <a:gd name="connsiteY400" fmla="*/ 1199174 h 1839213"/>
              <a:gd name="connsiteX401" fmla="*/ 6214556 w 12192000"/>
              <a:gd name="connsiteY401" fmla="*/ 1199174 h 1839213"/>
              <a:gd name="connsiteX402" fmla="*/ 6214556 w 12192000"/>
              <a:gd name="connsiteY402" fmla="*/ 1124676 h 1839213"/>
              <a:gd name="connsiteX403" fmla="*/ 6197734 w 12192000"/>
              <a:gd name="connsiteY403" fmla="*/ 1124676 h 1839213"/>
              <a:gd name="connsiteX404" fmla="*/ 6197734 w 12192000"/>
              <a:gd name="connsiteY404" fmla="*/ 1135090 h 1839213"/>
              <a:gd name="connsiteX405" fmla="*/ 6134451 w 12192000"/>
              <a:gd name="connsiteY405" fmla="*/ 1135090 h 1839213"/>
              <a:gd name="connsiteX406" fmla="*/ 6134451 w 12192000"/>
              <a:gd name="connsiteY406" fmla="*/ 1212792 h 1839213"/>
              <a:gd name="connsiteX407" fmla="*/ 6059152 w 12192000"/>
              <a:gd name="connsiteY407" fmla="*/ 1212792 h 1839213"/>
              <a:gd name="connsiteX408" fmla="*/ 6059152 w 12192000"/>
              <a:gd name="connsiteY408" fmla="*/ 1232017 h 1839213"/>
              <a:gd name="connsiteX409" fmla="*/ 6064759 w 12192000"/>
              <a:gd name="connsiteY409" fmla="*/ 1232017 h 1839213"/>
              <a:gd name="connsiteX410" fmla="*/ 6064759 w 12192000"/>
              <a:gd name="connsiteY410" fmla="*/ 1318531 h 1839213"/>
              <a:gd name="connsiteX411" fmla="*/ 6042330 w 12192000"/>
              <a:gd name="connsiteY411" fmla="*/ 1318531 h 1839213"/>
              <a:gd name="connsiteX412" fmla="*/ 6042330 w 12192000"/>
              <a:gd name="connsiteY412" fmla="*/ 1562050 h 1839213"/>
              <a:gd name="connsiteX413" fmla="*/ 6003879 w 12192000"/>
              <a:gd name="connsiteY413" fmla="*/ 1562050 h 1839213"/>
              <a:gd name="connsiteX414" fmla="*/ 6003879 w 12192000"/>
              <a:gd name="connsiteY414" fmla="*/ 1539621 h 1839213"/>
              <a:gd name="connsiteX415" fmla="*/ 5962225 w 12192000"/>
              <a:gd name="connsiteY415" fmla="*/ 1539621 h 1839213"/>
              <a:gd name="connsiteX416" fmla="*/ 5962225 w 12192000"/>
              <a:gd name="connsiteY416" fmla="*/ 1489955 h 1839213"/>
              <a:gd name="connsiteX417" fmla="*/ 5954214 w 12192000"/>
              <a:gd name="connsiteY417" fmla="*/ 1489955 h 1839213"/>
              <a:gd name="connsiteX418" fmla="*/ 5954214 w 12192000"/>
              <a:gd name="connsiteY418" fmla="*/ 1283284 h 1839213"/>
              <a:gd name="connsiteX419" fmla="*/ 5898140 w 12192000"/>
              <a:gd name="connsiteY419" fmla="*/ 1283284 h 1839213"/>
              <a:gd name="connsiteX420" fmla="*/ 5860491 w 12192000"/>
              <a:gd name="connsiteY420" fmla="*/ 620815 h 1839213"/>
              <a:gd name="connsiteX421" fmla="*/ 5818837 w 12192000"/>
              <a:gd name="connsiteY421" fmla="*/ 28838 h 1839213"/>
              <a:gd name="connsiteX422" fmla="*/ 5782789 w 12192000"/>
              <a:gd name="connsiteY422" fmla="*/ 16021 h 1839213"/>
              <a:gd name="connsiteX423" fmla="*/ 5777182 w 12192000"/>
              <a:gd name="connsiteY423" fmla="*/ 16021 h 1839213"/>
              <a:gd name="connsiteX424" fmla="*/ 5777182 w 12192000"/>
              <a:gd name="connsiteY424" fmla="*/ 20026 h 1839213"/>
              <a:gd name="connsiteX425" fmla="*/ 5659427 w 12192000"/>
              <a:gd name="connsiteY425" fmla="*/ 20026 h 1839213"/>
              <a:gd name="connsiteX426" fmla="*/ 5659427 w 12192000"/>
              <a:gd name="connsiteY426" fmla="*/ 0 h 1839213"/>
              <a:gd name="connsiteX427" fmla="*/ 5647412 w 12192000"/>
              <a:gd name="connsiteY427" fmla="*/ 0 h 1839213"/>
              <a:gd name="connsiteX428" fmla="*/ 5647412 w 12192000"/>
              <a:gd name="connsiteY428" fmla="*/ 16021 h 1839213"/>
              <a:gd name="connsiteX429" fmla="*/ 5598548 w 12192000"/>
              <a:gd name="connsiteY429" fmla="*/ 16021 h 1839213"/>
              <a:gd name="connsiteX430" fmla="*/ 5580123 w 12192000"/>
              <a:gd name="connsiteY430" fmla="*/ 686501 h 1839213"/>
              <a:gd name="connsiteX431" fmla="*/ 5580123 w 12192000"/>
              <a:gd name="connsiteY431" fmla="*/ 1188760 h 1839213"/>
              <a:gd name="connsiteX432" fmla="*/ 5557694 w 12192000"/>
              <a:gd name="connsiteY432" fmla="*/ 1188760 h 1839213"/>
              <a:gd name="connsiteX433" fmla="*/ 5557694 w 12192000"/>
              <a:gd name="connsiteY433" fmla="*/ 1272871 h 1839213"/>
              <a:gd name="connsiteX434" fmla="*/ 5543275 w 12192000"/>
              <a:gd name="connsiteY434" fmla="*/ 1272871 h 1839213"/>
              <a:gd name="connsiteX435" fmla="*/ 5543275 w 12192000"/>
              <a:gd name="connsiteY435" fmla="*/ 1292897 h 1839213"/>
              <a:gd name="connsiteX436" fmla="*/ 5496814 w 12192000"/>
              <a:gd name="connsiteY436" fmla="*/ 1292897 h 1839213"/>
              <a:gd name="connsiteX437" fmla="*/ 5496814 w 12192000"/>
              <a:gd name="connsiteY437" fmla="*/ 1256850 h 1839213"/>
              <a:gd name="connsiteX438" fmla="*/ 5475186 w 12192000"/>
              <a:gd name="connsiteY438" fmla="*/ 1256850 h 1839213"/>
              <a:gd name="connsiteX439" fmla="*/ 5475186 w 12192000"/>
              <a:gd name="connsiteY439" fmla="*/ 1273672 h 1839213"/>
              <a:gd name="connsiteX440" fmla="*/ 5368646 w 12192000"/>
              <a:gd name="connsiteY440" fmla="*/ 1273672 h 1839213"/>
              <a:gd name="connsiteX441" fmla="*/ 5368646 w 12192000"/>
              <a:gd name="connsiteY441" fmla="*/ 948445 h 1839213"/>
              <a:gd name="connsiteX442" fmla="*/ 5282132 w 12192000"/>
              <a:gd name="connsiteY442" fmla="*/ 948445 h 1839213"/>
              <a:gd name="connsiteX443" fmla="*/ 5282132 w 12192000"/>
              <a:gd name="connsiteY443" fmla="*/ 930021 h 1839213"/>
              <a:gd name="connsiteX444" fmla="*/ 5246085 w 12192000"/>
              <a:gd name="connsiteY444" fmla="*/ 930021 h 1839213"/>
              <a:gd name="connsiteX445" fmla="*/ 5242080 w 12192000"/>
              <a:gd name="connsiteY445" fmla="*/ 938832 h 1839213"/>
              <a:gd name="connsiteX446" fmla="*/ 5143550 w 12192000"/>
              <a:gd name="connsiteY446" fmla="*/ 938832 h 1839213"/>
              <a:gd name="connsiteX447" fmla="*/ 5143550 w 12192000"/>
              <a:gd name="connsiteY447" fmla="*/ 961262 h 1839213"/>
              <a:gd name="connsiteX448" fmla="*/ 5109105 w 12192000"/>
              <a:gd name="connsiteY448" fmla="*/ 961262 h 1839213"/>
              <a:gd name="connsiteX449" fmla="*/ 5109105 w 12192000"/>
              <a:gd name="connsiteY449" fmla="*/ 1134289 h 1839213"/>
              <a:gd name="connsiteX450" fmla="*/ 5089079 w 12192000"/>
              <a:gd name="connsiteY450" fmla="*/ 1153514 h 1839213"/>
              <a:gd name="connsiteX451" fmla="*/ 5089079 w 12192000"/>
              <a:gd name="connsiteY451" fmla="*/ 1202378 h 1839213"/>
              <a:gd name="connsiteX452" fmla="*/ 5076262 w 12192000"/>
              <a:gd name="connsiteY452" fmla="*/ 1202378 h 1839213"/>
              <a:gd name="connsiteX453" fmla="*/ 5076262 w 12192000"/>
              <a:gd name="connsiteY453" fmla="*/ 1262457 h 1839213"/>
              <a:gd name="connsiteX454" fmla="*/ 4999361 w 12192000"/>
              <a:gd name="connsiteY454" fmla="*/ 1262457 h 1839213"/>
              <a:gd name="connsiteX455" fmla="*/ 4999361 w 12192000"/>
              <a:gd name="connsiteY455" fmla="*/ 1314525 h 1839213"/>
              <a:gd name="connsiteX456" fmla="*/ 4974529 w 12192000"/>
              <a:gd name="connsiteY456" fmla="*/ 1314525 h 1839213"/>
              <a:gd name="connsiteX457" fmla="*/ 4974529 w 12192000"/>
              <a:gd name="connsiteY457" fmla="*/ 1568459 h 1839213"/>
              <a:gd name="connsiteX458" fmla="*/ 4953701 w 12192000"/>
              <a:gd name="connsiteY458" fmla="*/ 1568459 h 1839213"/>
              <a:gd name="connsiteX459" fmla="*/ 4953701 w 12192000"/>
              <a:gd name="connsiteY459" fmla="*/ 904387 h 1839213"/>
              <a:gd name="connsiteX460" fmla="*/ 4898429 w 12192000"/>
              <a:gd name="connsiteY460" fmla="*/ 904387 h 1839213"/>
              <a:gd name="connsiteX461" fmla="*/ 4898429 w 12192000"/>
              <a:gd name="connsiteY461" fmla="*/ 890769 h 1839213"/>
              <a:gd name="connsiteX462" fmla="*/ 4743024 w 12192000"/>
              <a:gd name="connsiteY462" fmla="*/ 890769 h 1839213"/>
              <a:gd name="connsiteX463" fmla="*/ 4743024 w 12192000"/>
              <a:gd name="connsiteY463" fmla="*/ 901984 h 1839213"/>
              <a:gd name="connsiteX464" fmla="*/ 4705375 w 12192000"/>
              <a:gd name="connsiteY464" fmla="*/ 901984 h 1839213"/>
              <a:gd name="connsiteX465" fmla="*/ 4705375 w 12192000"/>
              <a:gd name="connsiteY465" fmla="*/ 1249640 h 1839213"/>
              <a:gd name="connsiteX466" fmla="*/ 4694161 w 12192000"/>
              <a:gd name="connsiteY466" fmla="*/ 1249640 h 1839213"/>
              <a:gd name="connsiteX467" fmla="*/ 4694161 w 12192000"/>
              <a:gd name="connsiteY467" fmla="*/ 1229614 h 1839213"/>
              <a:gd name="connsiteX468" fmla="*/ 4678140 w 12192000"/>
              <a:gd name="connsiteY468" fmla="*/ 1229614 h 1839213"/>
              <a:gd name="connsiteX469" fmla="*/ 4678140 w 12192000"/>
              <a:gd name="connsiteY469" fmla="*/ 1207184 h 1839213"/>
              <a:gd name="connsiteX470" fmla="*/ 4578809 w 12192000"/>
              <a:gd name="connsiteY470" fmla="*/ 1207184 h 1839213"/>
              <a:gd name="connsiteX471" fmla="*/ 4578809 w 12192000"/>
              <a:gd name="connsiteY471" fmla="*/ 1147106 h 1839213"/>
              <a:gd name="connsiteX472" fmla="*/ 4571600 w 12192000"/>
              <a:gd name="connsiteY472" fmla="*/ 1147106 h 1839213"/>
              <a:gd name="connsiteX473" fmla="*/ 4571600 w 12192000"/>
              <a:gd name="connsiteY473" fmla="*/ 1259253 h 1839213"/>
              <a:gd name="connsiteX474" fmla="*/ 4537155 w 12192000"/>
              <a:gd name="connsiteY474" fmla="*/ 1256850 h 1839213"/>
              <a:gd name="connsiteX475" fmla="*/ 4537155 w 12192000"/>
              <a:gd name="connsiteY475" fmla="*/ 986895 h 1839213"/>
              <a:gd name="connsiteX476" fmla="*/ 4532348 w 12192000"/>
              <a:gd name="connsiteY476" fmla="*/ 979686 h 1839213"/>
              <a:gd name="connsiteX477" fmla="*/ 4516327 w 12192000"/>
              <a:gd name="connsiteY477" fmla="*/ 979686 h 1839213"/>
              <a:gd name="connsiteX478" fmla="*/ 4516327 w 12192000"/>
              <a:gd name="connsiteY478" fmla="*/ 967670 h 1839213"/>
              <a:gd name="connsiteX479" fmla="*/ 4470667 w 12192000"/>
              <a:gd name="connsiteY479" fmla="*/ 967670 h 1839213"/>
              <a:gd name="connsiteX480" fmla="*/ 4470667 w 12192000"/>
              <a:gd name="connsiteY480" fmla="*/ 950047 h 1839213"/>
              <a:gd name="connsiteX481" fmla="*/ 4367332 w 12192000"/>
              <a:gd name="connsiteY481" fmla="*/ 950047 h 1839213"/>
              <a:gd name="connsiteX482" fmla="*/ 4367332 w 12192000"/>
              <a:gd name="connsiteY482" fmla="*/ 954052 h 1839213"/>
              <a:gd name="connsiteX483" fmla="*/ 4361724 w 12192000"/>
              <a:gd name="connsiteY483" fmla="*/ 954052 h 1839213"/>
              <a:gd name="connsiteX484" fmla="*/ 4361724 w 12192000"/>
              <a:gd name="connsiteY484" fmla="*/ 942837 h 1839213"/>
              <a:gd name="connsiteX485" fmla="*/ 4346504 w 12192000"/>
              <a:gd name="connsiteY485" fmla="*/ 942837 h 1839213"/>
              <a:gd name="connsiteX486" fmla="*/ 4346504 w 12192000"/>
              <a:gd name="connsiteY486" fmla="*/ 971675 h 1839213"/>
              <a:gd name="connsiteX487" fmla="*/ 4296038 w 12192000"/>
              <a:gd name="connsiteY487" fmla="*/ 971675 h 1839213"/>
              <a:gd name="connsiteX488" fmla="*/ 4296038 w 12192000"/>
              <a:gd name="connsiteY488" fmla="*/ 983691 h 1839213"/>
              <a:gd name="connsiteX489" fmla="*/ 4158257 w 12192000"/>
              <a:gd name="connsiteY489" fmla="*/ 983691 h 1839213"/>
              <a:gd name="connsiteX490" fmla="*/ 4158257 w 12192000"/>
              <a:gd name="connsiteY490" fmla="*/ 997309 h 1839213"/>
              <a:gd name="connsiteX491" fmla="*/ 4098979 w 12192000"/>
              <a:gd name="connsiteY491" fmla="*/ 997309 h 1839213"/>
              <a:gd name="connsiteX492" fmla="*/ 4098979 w 12192000"/>
              <a:gd name="connsiteY492" fmla="*/ 1199174 h 1839213"/>
              <a:gd name="connsiteX493" fmla="*/ 4050115 w 12192000"/>
              <a:gd name="connsiteY493" fmla="*/ 1199174 h 1839213"/>
              <a:gd name="connsiteX494" fmla="*/ 4050115 w 12192000"/>
              <a:gd name="connsiteY494" fmla="*/ 1181551 h 1839213"/>
              <a:gd name="connsiteX495" fmla="*/ 3981225 w 12192000"/>
              <a:gd name="connsiteY495" fmla="*/ 1181551 h 1839213"/>
              <a:gd name="connsiteX496" fmla="*/ 3981225 w 12192000"/>
              <a:gd name="connsiteY496" fmla="*/ 1189561 h 1839213"/>
              <a:gd name="connsiteX497" fmla="*/ 3965204 w 12192000"/>
              <a:gd name="connsiteY497" fmla="*/ 1189561 h 1839213"/>
              <a:gd name="connsiteX498" fmla="*/ 3965204 w 12192000"/>
              <a:gd name="connsiteY498" fmla="*/ 1173540 h 1839213"/>
              <a:gd name="connsiteX499" fmla="*/ 3933162 w 12192000"/>
              <a:gd name="connsiteY499" fmla="*/ 1173540 h 1839213"/>
              <a:gd name="connsiteX500" fmla="*/ 3933162 w 12192000"/>
              <a:gd name="connsiteY500" fmla="*/ 1191964 h 1839213"/>
              <a:gd name="connsiteX501" fmla="*/ 3903523 w 12192000"/>
              <a:gd name="connsiteY501" fmla="*/ 1191964 h 1839213"/>
              <a:gd name="connsiteX502" fmla="*/ 3903523 w 12192000"/>
              <a:gd name="connsiteY502" fmla="*/ 1058189 h 1839213"/>
              <a:gd name="connsiteX503" fmla="*/ 3896313 w 12192000"/>
              <a:gd name="connsiteY503" fmla="*/ 1058189 h 1839213"/>
              <a:gd name="connsiteX504" fmla="*/ 3896313 w 12192000"/>
              <a:gd name="connsiteY504" fmla="*/ 1067801 h 1839213"/>
              <a:gd name="connsiteX505" fmla="*/ 3873884 w 12192000"/>
              <a:gd name="connsiteY505" fmla="*/ 1067801 h 1839213"/>
              <a:gd name="connsiteX506" fmla="*/ 3873884 w 12192000"/>
              <a:gd name="connsiteY506" fmla="*/ 945241 h 1839213"/>
              <a:gd name="connsiteX507" fmla="*/ 3856261 w 12192000"/>
              <a:gd name="connsiteY507" fmla="*/ 945241 h 1839213"/>
              <a:gd name="connsiteX508" fmla="*/ 3856261 w 12192000"/>
              <a:gd name="connsiteY508" fmla="*/ 953251 h 1839213"/>
              <a:gd name="connsiteX509" fmla="*/ 3839439 w 12192000"/>
              <a:gd name="connsiteY509" fmla="*/ 953251 h 1839213"/>
              <a:gd name="connsiteX510" fmla="*/ 3839439 w 12192000"/>
              <a:gd name="connsiteY510" fmla="*/ 949246 h 1839213"/>
              <a:gd name="connsiteX511" fmla="*/ 3821816 w 12192000"/>
              <a:gd name="connsiteY511" fmla="*/ 949246 h 1839213"/>
              <a:gd name="connsiteX512" fmla="*/ 3821816 w 12192000"/>
              <a:gd name="connsiteY512" fmla="*/ 952450 h 1839213"/>
              <a:gd name="connsiteX513" fmla="*/ 3771349 w 12192000"/>
              <a:gd name="connsiteY513" fmla="*/ 952450 h 1839213"/>
              <a:gd name="connsiteX514" fmla="*/ 3771349 w 12192000"/>
              <a:gd name="connsiteY514" fmla="*/ 966068 h 1839213"/>
              <a:gd name="connsiteX515" fmla="*/ 3717679 w 12192000"/>
              <a:gd name="connsiteY515" fmla="*/ 966068 h 1839213"/>
              <a:gd name="connsiteX516" fmla="*/ 3717679 w 12192000"/>
              <a:gd name="connsiteY516" fmla="*/ 913199 h 1839213"/>
              <a:gd name="connsiteX517" fmla="*/ 3714475 w 12192000"/>
              <a:gd name="connsiteY517" fmla="*/ 913199 h 1839213"/>
              <a:gd name="connsiteX518" fmla="*/ 3714475 w 12192000"/>
              <a:gd name="connsiteY518" fmla="*/ 966869 h 1839213"/>
              <a:gd name="connsiteX519" fmla="*/ 3687239 w 12192000"/>
              <a:gd name="connsiteY519" fmla="*/ 966869 h 1839213"/>
              <a:gd name="connsiteX520" fmla="*/ 3687239 w 12192000"/>
              <a:gd name="connsiteY520" fmla="*/ 986895 h 1839213"/>
              <a:gd name="connsiteX521" fmla="*/ 3657600 w 12192000"/>
              <a:gd name="connsiteY521" fmla="*/ 986895 h 1839213"/>
              <a:gd name="connsiteX522" fmla="*/ 3602328 w 12192000"/>
              <a:gd name="connsiteY522" fmla="*/ 1003717 h 1839213"/>
              <a:gd name="connsiteX523" fmla="*/ 3602328 w 12192000"/>
              <a:gd name="connsiteY523" fmla="*/ 1022141 h 1839213"/>
              <a:gd name="connsiteX524" fmla="*/ 3594317 w 12192000"/>
              <a:gd name="connsiteY524" fmla="*/ 1022141 h 1839213"/>
              <a:gd name="connsiteX525" fmla="*/ 3594317 w 12192000"/>
              <a:gd name="connsiteY525" fmla="*/ 1012529 h 1839213"/>
              <a:gd name="connsiteX526" fmla="*/ 3545453 w 12192000"/>
              <a:gd name="connsiteY526" fmla="*/ 1012529 h 1839213"/>
              <a:gd name="connsiteX527" fmla="*/ 3545453 w 12192000"/>
              <a:gd name="connsiteY527" fmla="*/ 461406 h 1839213"/>
              <a:gd name="connsiteX528" fmla="*/ 3402866 w 12192000"/>
              <a:gd name="connsiteY528" fmla="*/ 461406 h 1839213"/>
              <a:gd name="connsiteX529" fmla="*/ 3402866 w 12192000"/>
              <a:gd name="connsiteY529" fmla="*/ 437374 h 1839213"/>
              <a:gd name="connsiteX530" fmla="*/ 3394855 w 12192000"/>
              <a:gd name="connsiteY530" fmla="*/ 437374 h 1839213"/>
              <a:gd name="connsiteX531" fmla="*/ 3394855 w 12192000"/>
              <a:gd name="connsiteY531" fmla="*/ 449390 h 1839213"/>
              <a:gd name="connsiteX532" fmla="*/ 3281106 w 12192000"/>
              <a:gd name="connsiteY532" fmla="*/ 449390 h 1839213"/>
              <a:gd name="connsiteX533" fmla="*/ 3281106 w 12192000"/>
              <a:gd name="connsiteY533" fmla="*/ 781826 h 1839213"/>
              <a:gd name="connsiteX534" fmla="*/ 3208210 w 12192000"/>
              <a:gd name="connsiteY534" fmla="*/ 781826 h 1839213"/>
              <a:gd name="connsiteX535" fmla="*/ 3208210 w 12192000"/>
              <a:gd name="connsiteY535" fmla="*/ 1120671 h 1839213"/>
              <a:gd name="connsiteX536" fmla="*/ 3172163 w 12192000"/>
              <a:gd name="connsiteY536" fmla="*/ 1120671 h 1839213"/>
              <a:gd name="connsiteX537" fmla="*/ 3172163 w 12192000"/>
              <a:gd name="connsiteY537" fmla="*/ 759397 h 1839213"/>
              <a:gd name="connsiteX538" fmla="*/ 2893397 w 12192000"/>
              <a:gd name="connsiteY538" fmla="*/ 759397 h 1839213"/>
              <a:gd name="connsiteX539" fmla="*/ 2893397 w 12192000"/>
              <a:gd name="connsiteY539" fmla="*/ 1132687 h 1839213"/>
              <a:gd name="connsiteX540" fmla="*/ 2881382 w 12192000"/>
              <a:gd name="connsiteY540" fmla="*/ 1132687 h 1839213"/>
              <a:gd name="connsiteX541" fmla="*/ 2881382 w 12192000"/>
              <a:gd name="connsiteY541" fmla="*/ 1173540 h 1839213"/>
              <a:gd name="connsiteX542" fmla="*/ 2840528 w 12192000"/>
              <a:gd name="connsiteY542" fmla="*/ 1173540 h 1839213"/>
              <a:gd name="connsiteX543" fmla="*/ 2840528 w 12192000"/>
              <a:gd name="connsiteY543" fmla="*/ 1115063 h 1839213"/>
              <a:gd name="connsiteX544" fmla="*/ 2830915 w 12192000"/>
              <a:gd name="connsiteY544" fmla="*/ 1115063 h 1839213"/>
              <a:gd name="connsiteX545" fmla="*/ 2830915 w 12192000"/>
              <a:gd name="connsiteY545" fmla="*/ 1275274 h 1839213"/>
              <a:gd name="connsiteX546" fmla="*/ 2806083 w 12192000"/>
              <a:gd name="connsiteY546" fmla="*/ 1275274 h 1839213"/>
              <a:gd name="connsiteX547" fmla="*/ 2806083 w 12192000"/>
              <a:gd name="connsiteY547" fmla="*/ 1452306 h 1839213"/>
              <a:gd name="connsiteX548" fmla="*/ 2783653 w 12192000"/>
              <a:gd name="connsiteY548" fmla="*/ 1452306 h 1839213"/>
              <a:gd name="connsiteX549" fmla="*/ 2783653 w 12192000"/>
              <a:gd name="connsiteY549" fmla="*/ 1422667 h 1839213"/>
              <a:gd name="connsiteX550" fmla="*/ 2754014 w 12192000"/>
              <a:gd name="connsiteY550" fmla="*/ 1422667 h 1839213"/>
              <a:gd name="connsiteX551" fmla="*/ 2754014 w 12192000"/>
              <a:gd name="connsiteY551" fmla="*/ 1161524 h 1839213"/>
              <a:gd name="connsiteX552" fmla="*/ 2726779 w 12192000"/>
              <a:gd name="connsiteY552" fmla="*/ 1161524 h 1839213"/>
              <a:gd name="connsiteX553" fmla="*/ 2726779 w 12192000"/>
              <a:gd name="connsiteY553" fmla="*/ 990099 h 1839213"/>
              <a:gd name="connsiteX554" fmla="*/ 2701946 w 12192000"/>
              <a:gd name="connsiteY554" fmla="*/ 990099 h 1839213"/>
              <a:gd name="connsiteX555" fmla="*/ 2701946 w 12192000"/>
              <a:gd name="connsiteY555" fmla="*/ 903586 h 1839213"/>
              <a:gd name="connsiteX556" fmla="*/ 2698742 w 12192000"/>
              <a:gd name="connsiteY556" fmla="*/ 903586 h 1839213"/>
              <a:gd name="connsiteX557" fmla="*/ 2698742 w 12192000"/>
              <a:gd name="connsiteY557" fmla="*/ 955654 h 1839213"/>
              <a:gd name="connsiteX558" fmla="*/ 2673108 w 12192000"/>
              <a:gd name="connsiteY558" fmla="*/ 938832 h 1839213"/>
              <a:gd name="connsiteX559" fmla="*/ 2673108 w 12192000"/>
              <a:gd name="connsiteY559" fmla="*/ 909193 h 1839213"/>
              <a:gd name="connsiteX560" fmla="*/ 2659490 w 12192000"/>
              <a:gd name="connsiteY560" fmla="*/ 893172 h 1839213"/>
              <a:gd name="connsiteX561" fmla="*/ 2659490 w 12192000"/>
              <a:gd name="connsiteY561" fmla="*/ 873146 h 1839213"/>
              <a:gd name="connsiteX562" fmla="*/ 2651480 w 12192000"/>
              <a:gd name="connsiteY562" fmla="*/ 873146 h 1839213"/>
              <a:gd name="connsiteX563" fmla="*/ 2557757 w 12192000"/>
              <a:gd name="connsiteY563" fmla="*/ 961262 h 1839213"/>
              <a:gd name="connsiteX564" fmla="*/ 2557757 w 12192000"/>
              <a:gd name="connsiteY564" fmla="*/ 968471 h 1839213"/>
              <a:gd name="connsiteX565" fmla="*/ 2545741 w 12192000"/>
              <a:gd name="connsiteY565" fmla="*/ 978885 h 1839213"/>
              <a:gd name="connsiteX566" fmla="*/ 2545741 w 12192000"/>
              <a:gd name="connsiteY566" fmla="*/ 991702 h 1839213"/>
              <a:gd name="connsiteX567" fmla="*/ 2515301 w 12192000"/>
              <a:gd name="connsiteY567" fmla="*/ 991702 h 1839213"/>
              <a:gd name="connsiteX568" fmla="*/ 2515301 w 12192000"/>
              <a:gd name="connsiteY568" fmla="*/ 1124676 h 1839213"/>
              <a:gd name="connsiteX569" fmla="*/ 2503285 w 12192000"/>
              <a:gd name="connsiteY569" fmla="*/ 1124676 h 1839213"/>
              <a:gd name="connsiteX570" fmla="*/ 2503285 w 12192000"/>
              <a:gd name="connsiteY570" fmla="*/ 1271268 h 1839213"/>
              <a:gd name="connsiteX571" fmla="*/ 2496076 w 12192000"/>
              <a:gd name="connsiteY571" fmla="*/ 1271268 h 1839213"/>
              <a:gd name="connsiteX572" fmla="*/ 2496076 w 12192000"/>
              <a:gd name="connsiteY572" fmla="*/ 1284085 h 1839213"/>
              <a:gd name="connsiteX573" fmla="*/ 2475248 w 12192000"/>
              <a:gd name="connsiteY573" fmla="*/ 1306515 h 1839213"/>
              <a:gd name="connsiteX574" fmla="*/ 2475248 w 12192000"/>
              <a:gd name="connsiteY574" fmla="*/ 1322536 h 1839213"/>
              <a:gd name="connsiteX575" fmla="*/ 2448013 w 12192000"/>
              <a:gd name="connsiteY575" fmla="*/ 1322536 h 1839213"/>
              <a:gd name="connsiteX576" fmla="*/ 2448013 w 12192000"/>
              <a:gd name="connsiteY576" fmla="*/ 1340159 h 1839213"/>
              <a:gd name="connsiteX577" fmla="*/ 2453620 w 12192000"/>
              <a:gd name="connsiteY577" fmla="*/ 1340159 h 1839213"/>
              <a:gd name="connsiteX578" fmla="*/ 2453620 w 12192000"/>
              <a:gd name="connsiteY578" fmla="*/ 1390625 h 1839213"/>
              <a:gd name="connsiteX579" fmla="*/ 2413567 w 12192000"/>
              <a:gd name="connsiteY579" fmla="*/ 1390625 h 1839213"/>
              <a:gd name="connsiteX580" fmla="*/ 2413567 w 12192000"/>
              <a:gd name="connsiteY580" fmla="*/ 1419463 h 1839213"/>
              <a:gd name="connsiteX581" fmla="*/ 2410363 w 12192000"/>
              <a:gd name="connsiteY581" fmla="*/ 1416259 h 1839213"/>
              <a:gd name="connsiteX582" fmla="*/ 2403955 w 12192000"/>
              <a:gd name="connsiteY582" fmla="*/ 1407447 h 1839213"/>
              <a:gd name="connsiteX583" fmla="*/ 2382326 w 12192000"/>
              <a:gd name="connsiteY583" fmla="*/ 1407447 h 1839213"/>
              <a:gd name="connsiteX584" fmla="*/ 2382326 w 12192000"/>
              <a:gd name="connsiteY584" fmla="*/ 1398636 h 1839213"/>
              <a:gd name="connsiteX585" fmla="*/ 2363902 w 12192000"/>
              <a:gd name="connsiteY585" fmla="*/ 1398636 h 1839213"/>
              <a:gd name="connsiteX586" fmla="*/ 2363902 w 12192000"/>
              <a:gd name="connsiteY586" fmla="*/ 1391426 h 1839213"/>
              <a:gd name="connsiteX587" fmla="*/ 2348682 w 12192000"/>
              <a:gd name="connsiteY587" fmla="*/ 1391426 h 1839213"/>
              <a:gd name="connsiteX588" fmla="*/ 2340672 w 12192000"/>
              <a:gd name="connsiteY588" fmla="*/ 1384217 h 1839213"/>
              <a:gd name="connsiteX589" fmla="*/ 2340672 w 12192000"/>
              <a:gd name="connsiteY589" fmla="*/ 1374604 h 1839213"/>
              <a:gd name="connsiteX590" fmla="*/ 2312635 w 12192000"/>
              <a:gd name="connsiteY590" fmla="*/ 1374604 h 1839213"/>
              <a:gd name="connsiteX591" fmla="*/ 2312635 w 12192000"/>
              <a:gd name="connsiteY591" fmla="*/ 1368997 h 1839213"/>
              <a:gd name="connsiteX592" fmla="*/ 2303824 w 12192000"/>
              <a:gd name="connsiteY592" fmla="*/ 1368997 h 1839213"/>
              <a:gd name="connsiteX593" fmla="*/ 2303824 w 12192000"/>
              <a:gd name="connsiteY593" fmla="*/ 1374604 h 1839213"/>
              <a:gd name="connsiteX594" fmla="*/ 2265373 w 12192000"/>
              <a:gd name="connsiteY594" fmla="*/ 1374604 h 1839213"/>
              <a:gd name="connsiteX595" fmla="*/ 2265373 w 12192000"/>
              <a:gd name="connsiteY595" fmla="*/ 1408248 h 1839213"/>
              <a:gd name="connsiteX596" fmla="*/ 2238137 w 12192000"/>
              <a:gd name="connsiteY596" fmla="*/ 1408248 h 1839213"/>
              <a:gd name="connsiteX597" fmla="*/ 2238137 w 12192000"/>
              <a:gd name="connsiteY597" fmla="*/ 1429076 h 1839213"/>
              <a:gd name="connsiteX598" fmla="*/ 2227724 w 12192000"/>
              <a:gd name="connsiteY598" fmla="*/ 1429076 h 1839213"/>
              <a:gd name="connsiteX599" fmla="*/ 2227724 w 12192000"/>
              <a:gd name="connsiteY599" fmla="*/ 1437887 h 1839213"/>
              <a:gd name="connsiteX600" fmla="*/ 2181263 w 12192000"/>
              <a:gd name="connsiteY600" fmla="*/ 1437887 h 1839213"/>
              <a:gd name="connsiteX601" fmla="*/ 2181263 w 12192000"/>
              <a:gd name="connsiteY601" fmla="*/ 1335353 h 1839213"/>
              <a:gd name="connsiteX602" fmla="*/ 2178860 w 12192000"/>
              <a:gd name="connsiteY602" fmla="*/ 1335353 h 1839213"/>
              <a:gd name="connsiteX603" fmla="*/ 2178860 w 12192000"/>
              <a:gd name="connsiteY603" fmla="*/ 1254446 h 1839213"/>
              <a:gd name="connsiteX604" fmla="*/ 2182865 w 12192000"/>
              <a:gd name="connsiteY604" fmla="*/ 1254446 h 1839213"/>
              <a:gd name="connsiteX605" fmla="*/ 2182865 w 12192000"/>
              <a:gd name="connsiteY605" fmla="*/ 1236022 h 1839213"/>
              <a:gd name="connsiteX606" fmla="*/ 2174854 w 12192000"/>
              <a:gd name="connsiteY606" fmla="*/ 1210389 h 1839213"/>
              <a:gd name="connsiteX607" fmla="*/ 2162838 w 12192000"/>
              <a:gd name="connsiteY607" fmla="*/ 1210389 h 1839213"/>
              <a:gd name="connsiteX608" fmla="*/ 2162838 w 12192000"/>
              <a:gd name="connsiteY608" fmla="*/ 1195169 h 1839213"/>
              <a:gd name="connsiteX609" fmla="*/ 2084336 w 12192000"/>
              <a:gd name="connsiteY609" fmla="*/ 1159922 h 1839213"/>
              <a:gd name="connsiteX610" fmla="*/ 2008236 w 12192000"/>
              <a:gd name="connsiteY610" fmla="*/ 1151111 h 1839213"/>
              <a:gd name="connsiteX611" fmla="*/ 2004230 w 12192000"/>
              <a:gd name="connsiteY611" fmla="*/ 1157519 h 1839213"/>
              <a:gd name="connsiteX612" fmla="*/ 1994618 w 12192000"/>
              <a:gd name="connsiteY612" fmla="*/ 1157519 h 1839213"/>
              <a:gd name="connsiteX613" fmla="*/ 1994618 w 12192000"/>
              <a:gd name="connsiteY613" fmla="*/ 1114262 h 1839213"/>
              <a:gd name="connsiteX614" fmla="*/ 1990612 w 12192000"/>
              <a:gd name="connsiteY614" fmla="*/ 1114262 h 1839213"/>
              <a:gd name="connsiteX615" fmla="*/ 1990612 w 12192000"/>
              <a:gd name="connsiteY615" fmla="*/ 1157519 h 1839213"/>
              <a:gd name="connsiteX616" fmla="*/ 1973790 w 12192000"/>
              <a:gd name="connsiteY616" fmla="*/ 1157519 h 1839213"/>
              <a:gd name="connsiteX617" fmla="*/ 1973790 w 12192000"/>
              <a:gd name="connsiteY617" fmla="*/ 1121472 h 1839213"/>
              <a:gd name="connsiteX618" fmla="*/ 1968183 w 12192000"/>
              <a:gd name="connsiteY618" fmla="*/ 1121472 h 1839213"/>
              <a:gd name="connsiteX619" fmla="*/ 1956167 w 12192000"/>
              <a:gd name="connsiteY619" fmla="*/ 1109456 h 1839213"/>
              <a:gd name="connsiteX620" fmla="*/ 1952963 w 12192000"/>
              <a:gd name="connsiteY620" fmla="*/ 1109456 h 1839213"/>
              <a:gd name="connsiteX621" fmla="*/ 1952963 w 12192000"/>
              <a:gd name="connsiteY621" fmla="*/ 1134289 h 1839213"/>
              <a:gd name="connsiteX622" fmla="*/ 1933738 w 12192000"/>
              <a:gd name="connsiteY622" fmla="*/ 1134289 h 1839213"/>
              <a:gd name="connsiteX623" fmla="*/ 1933738 w 12192000"/>
              <a:gd name="connsiteY623" fmla="*/ 1142299 h 1839213"/>
              <a:gd name="connsiteX624" fmla="*/ 1938544 w 12192000"/>
              <a:gd name="connsiteY624" fmla="*/ 1145503 h 1839213"/>
              <a:gd name="connsiteX625" fmla="*/ 1938544 w 12192000"/>
              <a:gd name="connsiteY625" fmla="*/ 1150310 h 1839213"/>
              <a:gd name="connsiteX626" fmla="*/ 1866449 w 12192000"/>
              <a:gd name="connsiteY626" fmla="*/ 1150310 h 1839213"/>
              <a:gd name="connsiteX627" fmla="*/ 1866449 w 12192000"/>
              <a:gd name="connsiteY627" fmla="*/ 1157519 h 1839213"/>
              <a:gd name="connsiteX628" fmla="*/ 1794355 w 12192000"/>
              <a:gd name="connsiteY628" fmla="*/ 1171137 h 1839213"/>
              <a:gd name="connsiteX629" fmla="*/ 1736679 w 12192000"/>
              <a:gd name="connsiteY629" fmla="*/ 1192765 h 1839213"/>
              <a:gd name="connsiteX630" fmla="*/ 1729470 w 12192000"/>
              <a:gd name="connsiteY630" fmla="*/ 1192765 h 1839213"/>
              <a:gd name="connsiteX631" fmla="*/ 1729470 w 12192000"/>
              <a:gd name="connsiteY631" fmla="*/ 1207184 h 1839213"/>
              <a:gd name="connsiteX632" fmla="*/ 1721459 w 12192000"/>
              <a:gd name="connsiteY632" fmla="*/ 1207184 h 1839213"/>
              <a:gd name="connsiteX633" fmla="*/ 1721459 w 12192000"/>
              <a:gd name="connsiteY633" fmla="*/ 1203179 h 1839213"/>
              <a:gd name="connsiteX634" fmla="*/ 1703836 w 12192000"/>
              <a:gd name="connsiteY634" fmla="*/ 1203179 h 1839213"/>
              <a:gd name="connsiteX635" fmla="*/ 1703836 w 12192000"/>
              <a:gd name="connsiteY635" fmla="*/ 1207184 h 1839213"/>
              <a:gd name="connsiteX636" fmla="*/ 1698229 w 12192000"/>
              <a:gd name="connsiteY636" fmla="*/ 1207184 h 1839213"/>
              <a:gd name="connsiteX637" fmla="*/ 1668590 w 12192000"/>
              <a:gd name="connsiteY637" fmla="*/ 1227211 h 1839213"/>
              <a:gd name="connsiteX638" fmla="*/ 1647762 w 12192000"/>
              <a:gd name="connsiteY638" fmla="*/ 1246436 h 1839213"/>
              <a:gd name="connsiteX639" fmla="*/ 1647762 w 12192000"/>
              <a:gd name="connsiteY639" fmla="*/ 1331347 h 1839213"/>
              <a:gd name="connsiteX640" fmla="*/ 1642956 w 12192000"/>
              <a:gd name="connsiteY640" fmla="*/ 1331347 h 1839213"/>
              <a:gd name="connsiteX641" fmla="*/ 1642956 w 12192000"/>
              <a:gd name="connsiteY641" fmla="*/ 1406646 h 1839213"/>
              <a:gd name="connsiteX642" fmla="*/ 1590087 w 12192000"/>
              <a:gd name="connsiteY642" fmla="*/ 1406646 h 1839213"/>
              <a:gd name="connsiteX643" fmla="*/ 1590087 w 12192000"/>
              <a:gd name="connsiteY643" fmla="*/ 1416259 h 1839213"/>
              <a:gd name="connsiteX644" fmla="*/ 1582877 w 12192000"/>
              <a:gd name="connsiteY644" fmla="*/ 1416259 h 1839213"/>
              <a:gd name="connsiteX645" fmla="*/ 1582877 w 12192000"/>
              <a:gd name="connsiteY645" fmla="*/ 1421065 h 1839213"/>
              <a:gd name="connsiteX646" fmla="*/ 1556443 w 12192000"/>
              <a:gd name="connsiteY646" fmla="*/ 1421065 h 1839213"/>
              <a:gd name="connsiteX647" fmla="*/ 1556443 w 12192000"/>
              <a:gd name="connsiteY647" fmla="*/ 1426672 h 1839213"/>
              <a:gd name="connsiteX648" fmla="*/ 1546830 w 12192000"/>
              <a:gd name="connsiteY648" fmla="*/ 1426672 h 1839213"/>
              <a:gd name="connsiteX649" fmla="*/ 1546830 w 12192000"/>
              <a:gd name="connsiteY649" fmla="*/ 1429877 h 1839213"/>
              <a:gd name="connsiteX650" fmla="*/ 1543626 w 12192000"/>
              <a:gd name="connsiteY650" fmla="*/ 1429877 h 1839213"/>
              <a:gd name="connsiteX651" fmla="*/ 1543626 w 12192000"/>
              <a:gd name="connsiteY651" fmla="*/ 1420264 h 1839213"/>
              <a:gd name="connsiteX652" fmla="*/ 1517992 w 12192000"/>
              <a:gd name="connsiteY652" fmla="*/ 1420264 h 1839213"/>
              <a:gd name="connsiteX653" fmla="*/ 1517992 w 12192000"/>
              <a:gd name="connsiteY653" fmla="*/ 1441091 h 1839213"/>
              <a:gd name="connsiteX654" fmla="*/ 1522799 w 12192000"/>
              <a:gd name="connsiteY654" fmla="*/ 1441091 h 1839213"/>
              <a:gd name="connsiteX655" fmla="*/ 1522799 w 12192000"/>
              <a:gd name="connsiteY655" fmla="*/ 1457913 h 1839213"/>
              <a:gd name="connsiteX656" fmla="*/ 1493160 w 12192000"/>
              <a:gd name="connsiteY656" fmla="*/ 1457913 h 1839213"/>
              <a:gd name="connsiteX657" fmla="*/ 1493160 w 12192000"/>
              <a:gd name="connsiteY657" fmla="*/ 1527605 h 1839213"/>
              <a:gd name="connsiteX658" fmla="*/ 1458714 w 12192000"/>
              <a:gd name="connsiteY658" fmla="*/ 1527605 h 1839213"/>
              <a:gd name="connsiteX659" fmla="*/ 1435484 w 12192000"/>
              <a:gd name="connsiteY659" fmla="*/ 1010927 h 1839213"/>
              <a:gd name="connsiteX660" fmla="*/ 1449903 w 12192000"/>
              <a:gd name="connsiteY660" fmla="*/ 1006120 h 1839213"/>
              <a:gd name="connsiteX661" fmla="*/ 1449903 w 12192000"/>
              <a:gd name="connsiteY661" fmla="*/ 962864 h 1839213"/>
              <a:gd name="connsiteX662" fmla="*/ 1455510 w 12192000"/>
              <a:gd name="connsiteY662" fmla="*/ 955654 h 1839213"/>
              <a:gd name="connsiteX663" fmla="*/ 1455510 w 12192000"/>
              <a:gd name="connsiteY663" fmla="*/ 929220 h 1839213"/>
              <a:gd name="connsiteX664" fmla="*/ 1470730 w 12192000"/>
              <a:gd name="connsiteY664" fmla="*/ 920408 h 1839213"/>
              <a:gd name="connsiteX665" fmla="*/ 1478741 w 12192000"/>
              <a:gd name="connsiteY665" fmla="*/ 914000 h 1839213"/>
              <a:gd name="connsiteX666" fmla="*/ 1492359 w 12192000"/>
              <a:gd name="connsiteY666" fmla="*/ 883560 h 1839213"/>
              <a:gd name="connsiteX667" fmla="*/ 1492359 w 12192000"/>
              <a:gd name="connsiteY667" fmla="*/ 858727 h 1839213"/>
              <a:gd name="connsiteX668" fmla="*/ 1488353 w 12192000"/>
              <a:gd name="connsiteY668" fmla="*/ 857125 h 1839213"/>
              <a:gd name="connsiteX669" fmla="*/ 1488353 w 12192000"/>
              <a:gd name="connsiteY669" fmla="*/ 850716 h 1839213"/>
              <a:gd name="connsiteX670" fmla="*/ 1485950 w 12192000"/>
              <a:gd name="connsiteY670" fmla="*/ 849114 h 1839213"/>
              <a:gd name="connsiteX671" fmla="*/ 1485950 w 12192000"/>
              <a:gd name="connsiteY671" fmla="*/ 846711 h 1839213"/>
              <a:gd name="connsiteX672" fmla="*/ 1483547 w 12192000"/>
              <a:gd name="connsiteY672" fmla="*/ 845109 h 1839213"/>
              <a:gd name="connsiteX673" fmla="*/ 1483547 w 12192000"/>
              <a:gd name="connsiteY673" fmla="*/ 841104 h 1839213"/>
              <a:gd name="connsiteX674" fmla="*/ 1454709 w 12192000"/>
              <a:gd name="connsiteY674" fmla="*/ 834695 h 1839213"/>
              <a:gd name="connsiteX675" fmla="*/ 1457112 w 12192000"/>
              <a:gd name="connsiteY675" fmla="*/ 831491 h 1839213"/>
              <a:gd name="connsiteX676" fmla="*/ 1463521 w 12192000"/>
              <a:gd name="connsiteY676" fmla="*/ 806659 h 1839213"/>
              <a:gd name="connsiteX677" fmla="*/ 1463521 w 12192000"/>
              <a:gd name="connsiteY677" fmla="*/ 802653 h 1839213"/>
              <a:gd name="connsiteX678" fmla="*/ 1461117 w 12192000"/>
              <a:gd name="connsiteY678" fmla="*/ 802653 h 1839213"/>
              <a:gd name="connsiteX679" fmla="*/ 1461117 w 12192000"/>
              <a:gd name="connsiteY679" fmla="*/ 805057 h 1839213"/>
              <a:gd name="connsiteX680" fmla="*/ 1438688 w 12192000"/>
              <a:gd name="connsiteY680" fmla="*/ 791439 h 1839213"/>
              <a:gd name="connsiteX681" fmla="*/ 1438688 w 12192000"/>
              <a:gd name="connsiteY681" fmla="*/ 771412 h 1839213"/>
              <a:gd name="connsiteX682" fmla="*/ 1433882 w 12192000"/>
              <a:gd name="connsiteY682" fmla="*/ 771412 h 1839213"/>
              <a:gd name="connsiteX683" fmla="*/ 1433882 w 12192000"/>
              <a:gd name="connsiteY683" fmla="*/ 765805 h 1839213"/>
              <a:gd name="connsiteX684" fmla="*/ 1425070 w 12192000"/>
              <a:gd name="connsiteY684" fmla="*/ 764203 h 1839213"/>
              <a:gd name="connsiteX685" fmla="*/ 1423468 w 12192000"/>
              <a:gd name="connsiteY685" fmla="*/ 641642 h 1839213"/>
              <a:gd name="connsiteX686" fmla="*/ 1425070 w 12192000"/>
              <a:gd name="connsiteY686" fmla="*/ 639239 h 1839213"/>
              <a:gd name="connsiteX687" fmla="*/ 1425070 w 12192000"/>
              <a:gd name="connsiteY687" fmla="*/ 635234 h 1839213"/>
              <a:gd name="connsiteX688" fmla="*/ 1421065 w 12192000"/>
              <a:gd name="connsiteY688" fmla="*/ 633632 h 1839213"/>
              <a:gd name="connsiteX689" fmla="*/ 1423468 w 12192000"/>
              <a:gd name="connsiteY689" fmla="*/ 535102 h 1839213"/>
              <a:gd name="connsiteX690" fmla="*/ 1425871 w 12192000"/>
              <a:gd name="connsiteY690" fmla="*/ 528694 h 1839213"/>
              <a:gd name="connsiteX691" fmla="*/ 1421866 w 12192000"/>
              <a:gd name="connsiteY691" fmla="*/ 526291 h 1839213"/>
              <a:gd name="connsiteX692" fmla="*/ 1421866 w 12192000"/>
              <a:gd name="connsiteY692" fmla="*/ 521484 h 1839213"/>
              <a:gd name="connsiteX693" fmla="*/ 1418662 w 12192000"/>
              <a:gd name="connsiteY693" fmla="*/ 519081 h 1839213"/>
              <a:gd name="connsiteX694" fmla="*/ 1417861 w 12192000"/>
              <a:gd name="connsiteY694" fmla="*/ 417348 h 1839213"/>
              <a:gd name="connsiteX695" fmla="*/ 1423468 w 12192000"/>
              <a:gd name="connsiteY695" fmla="*/ 417348 h 1839213"/>
              <a:gd name="connsiteX696" fmla="*/ 1423468 w 12192000"/>
              <a:gd name="connsiteY696" fmla="*/ 412541 h 1839213"/>
              <a:gd name="connsiteX697" fmla="*/ 1417060 w 12192000"/>
              <a:gd name="connsiteY697" fmla="*/ 412541 h 1839213"/>
              <a:gd name="connsiteX698" fmla="*/ 1417060 w 12192000"/>
              <a:gd name="connsiteY698" fmla="*/ 410138 h 1839213"/>
              <a:gd name="connsiteX699" fmla="*/ 1420264 w 12192000"/>
              <a:gd name="connsiteY699" fmla="*/ 408536 h 1839213"/>
              <a:gd name="connsiteX700" fmla="*/ 1420264 w 12192000"/>
              <a:gd name="connsiteY700" fmla="*/ 406133 h 1839213"/>
              <a:gd name="connsiteX701" fmla="*/ 1421065 w 12192000"/>
              <a:gd name="connsiteY701" fmla="*/ 404531 h 1839213"/>
              <a:gd name="connsiteX702" fmla="*/ 1421065 w 12192000"/>
              <a:gd name="connsiteY702" fmla="*/ 401327 h 1839213"/>
              <a:gd name="connsiteX703" fmla="*/ 1416259 w 12192000"/>
              <a:gd name="connsiteY703" fmla="*/ 400526 h 1839213"/>
              <a:gd name="connsiteX704" fmla="*/ 1416259 w 12192000"/>
              <a:gd name="connsiteY704" fmla="*/ 286776 h 1839213"/>
              <a:gd name="connsiteX705" fmla="*/ 1417060 w 12192000"/>
              <a:gd name="connsiteY705" fmla="*/ 286776 h 1839213"/>
              <a:gd name="connsiteX706" fmla="*/ 1417060 w 12192000"/>
              <a:gd name="connsiteY706" fmla="*/ 284373 h 1839213"/>
              <a:gd name="connsiteX707" fmla="*/ 1414657 w 12192000"/>
              <a:gd name="connsiteY707" fmla="*/ 284373 h 1839213"/>
              <a:gd name="connsiteX708" fmla="*/ 1414657 w 12192000"/>
              <a:gd name="connsiteY708" fmla="*/ 266750 h 1839213"/>
              <a:gd name="connsiteX709" fmla="*/ 1412253 w 12192000"/>
              <a:gd name="connsiteY709" fmla="*/ 265148 h 1839213"/>
              <a:gd name="connsiteX710" fmla="*/ 1409850 w 12192000"/>
              <a:gd name="connsiteY710" fmla="*/ 266750 h 1839213"/>
              <a:gd name="connsiteX711" fmla="*/ 1409850 w 12192000"/>
              <a:gd name="connsiteY711" fmla="*/ 284373 h 1839213"/>
              <a:gd name="connsiteX712" fmla="*/ 1407447 w 12192000"/>
              <a:gd name="connsiteY712" fmla="*/ 284373 h 1839213"/>
              <a:gd name="connsiteX713" fmla="*/ 1407447 w 12192000"/>
              <a:gd name="connsiteY713" fmla="*/ 286776 h 1839213"/>
              <a:gd name="connsiteX714" fmla="*/ 1408248 w 12192000"/>
              <a:gd name="connsiteY714" fmla="*/ 286776 h 1839213"/>
              <a:gd name="connsiteX715" fmla="*/ 1408248 w 12192000"/>
              <a:gd name="connsiteY715" fmla="*/ 401327 h 1839213"/>
              <a:gd name="connsiteX716" fmla="*/ 1402641 w 12192000"/>
              <a:gd name="connsiteY716" fmla="*/ 402128 h 1839213"/>
              <a:gd name="connsiteX717" fmla="*/ 1402641 w 12192000"/>
              <a:gd name="connsiteY717" fmla="*/ 405332 h 1839213"/>
              <a:gd name="connsiteX718" fmla="*/ 1403442 w 12192000"/>
              <a:gd name="connsiteY718" fmla="*/ 406934 h 1839213"/>
              <a:gd name="connsiteX719" fmla="*/ 1403442 w 12192000"/>
              <a:gd name="connsiteY719" fmla="*/ 408536 h 1839213"/>
              <a:gd name="connsiteX720" fmla="*/ 1406646 w 12192000"/>
              <a:gd name="connsiteY720" fmla="*/ 410138 h 1839213"/>
              <a:gd name="connsiteX721" fmla="*/ 1406646 w 12192000"/>
              <a:gd name="connsiteY721" fmla="*/ 412541 h 1839213"/>
              <a:gd name="connsiteX722" fmla="*/ 1401840 w 12192000"/>
              <a:gd name="connsiteY722" fmla="*/ 412541 h 1839213"/>
              <a:gd name="connsiteX723" fmla="*/ 1401840 w 12192000"/>
              <a:gd name="connsiteY723" fmla="*/ 417348 h 1839213"/>
              <a:gd name="connsiteX724" fmla="*/ 1407447 w 12192000"/>
              <a:gd name="connsiteY724" fmla="*/ 417348 h 1839213"/>
              <a:gd name="connsiteX725" fmla="*/ 1406646 w 12192000"/>
              <a:gd name="connsiteY725" fmla="*/ 519882 h 1839213"/>
              <a:gd name="connsiteX726" fmla="*/ 1403442 w 12192000"/>
              <a:gd name="connsiteY726" fmla="*/ 522285 h 1839213"/>
              <a:gd name="connsiteX727" fmla="*/ 1403442 w 12192000"/>
              <a:gd name="connsiteY727" fmla="*/ 527092 h 1839213"/>
              <a:gd name="connsiteX728" fmla="*/ 1399437 w 12192000"/>
              <a:gd name="connsiteY728" fmla="*/ 529495 h 1839213"/>
              <a:gd name="connsiteX729" fmla="*/ 1401840 w 12192000"/>
              <a:gd name="connsiteY729" fmla="*/ 535903 h 1839213"/>
              <a:gd name="connsiteX730" fmla="*/ 1404243 w 12192000"/>
              <a:gd name="connsiteY730" fmla="*/ 634433 h 1839213"/>
              <a:gd name="connsiteX731" fmla="*/ 1400238 w 12192000"/>
              <a:gd name="connsiteY731" fmla="*/ 636035 h 1839213"/>
              <a:gd name="connsiteX732" fmla="*/ 1400238 w 12192000"/>
              <a:gd name="connsiteY732" fmla="*/ 640040 h 1839213"/>
              <a:gd name="connsiteX733" fmla="*/ 1401840 w 12192000"/>
              <a:gd name="connsiteY733" fmla="*/ 642443 h 1839213"/>
              <a:gd name="connsiteX734" fmla="*/ 1400238 w 12192000"/>
              <a:gd name="connsiteY734" fmla="*/ 765004 h 1839213"/>
              <a:gd name="connsiteX735" fmla="*/ 1391426 w 12192000"/>
              <a:gd name="connsiteY735" fmla="*/ 766606 h 1839213"/>
              <a:gd name="connsiteX736" fmla="*/ 1391426 w 12192000"/>
              <a:gd name="connsiteY736" fmla="*/ 772214 h 1839213"/>
              <a:gd name="connsiteX737" fmla="*/ 1387421 w 12192000"/>
              <a:gd name="connsiteY737" fmla="*/ 772214 h 1839213"/>
              <a:gd name="connsiteX738" fmla="*/ 1387421 w 12192000"/>
              <a:gd name="connsiteY738" fmla="*/ 793041 h 1839213"/>
              <a:gd name="connsiteX739" fmla="*/ 1364991 w 12192000"/>
              <a:gd name="connsiteY739" fmla="*/ 806659 h 1839213"/>
              <a:gd name="connsiteX740" fmla="*/ 1364991 w 12192000"/>
              <a:gd name="connsiteY740" fmla="*/ 804256 h 1839213"/>
              <a:gd name="connsiteX741" fmla="*/ 1362588 w 12192000"/>
              <a:gd name="connsiteY741" fmla="*/ 804256 h 1839213"/>
              <a:gd name="connsiteX742" fmla="*/ 1362588 w 12192000"/>
              <a:gd name="connsiteY742" fmla="*/ 808261 h 1839213"/>
              <a:gd name="connsiteX743" fmla="*/ 1368997 w 12192000"/>
              <a:gd name="connsiteY743" fmla="*/ 833093 h 1839213"/>
              <a:gd name="connsiteX744" fmla="*/ 1370599 w 12192000"/>
              <a:gd name="connsiteY744" fmla="*/ 836298 h 1839213"/>
              <a:gd name="connsiteX745" fmla="*/ 1341761 w 12192000"/>
              <a:gd name="connsiteY745" fmla="*/ 842706 h 1839213"/>
              <a:gd name="connsiteX746" fmla="*/ 1341761 w 12192000"/>
              <a:gd name="connsiteY746" fmla="*/ 846711 h 1839213"/>
              <a:gd name="connsiteX747" fmla="*/ 1339358 w 12192000"/>
              <a:gd name="connsiteY747" fmla="*/ 848313 h 1839213"/>
              <a:gd name="connsiteX748" fmla="*/ 1339358 w 12192000"/>
              <a:gd name="connsiteY748" fmla="*/ 850716 h 1839213"/>
              <a:gd name="connsiteX749" fmla="*/ 1336955 w 12192000"/>
              <a:gd name="connsiteY749" fmla="*/ 852319 h 1839213"/>
              <a:gd name="connsiteX750" fmla="*/ 1336955 w 12192000"/>
              <a:gd name="connsiteY750" fmla="*/ 858727 h 1839213"/>
              <a:gd name="connsiteX751" fmla="*/ 1332949 w 12192000"/>
              <a:gd name="connsiteY751" fmla="*/ 860329 h 1839213"/>
              <a:gd name="connsiteX752" fmla="*/ 1332949 w 12192000"/>
              <a:gd name="connsiteY752" fmla="*/ 885162 h 1839213"/>
              <a:gd name="connsiteX753" fmla="*/ 1346567 w 12192000"/>
              <a:gd name="connsiteY753" fmla="*/ 915602 h 1839213"/>
              <a:gd name="connsiteX754" fmla="*/ 1354578 w 12192000"/>
              <a:gd name="connsiteY754" fmla="*/ 922010 h 1839213"/>
              <a:gd name="connsiteX755" fmla="*/ 1369798 w 12192000"/>
              <a:gd name="connsiteY755" fmla="*/ 930822 h 1839213"/>
              <a:gd name="connsiteX756" fmla="*/ 1369798 w 12192000"/>
              <a:gd name="connsiteY756" fmla="*/ 958858 h 1839213"/>
              <a:gd name="connsiteX757" fmla="*/ 1375405 w 12192000"/>
              <a:gd name="connsiteY757" fmla="*/ 966068 h 1839213"/>
              <a:gd name="connsiteX758" fmla="*/ 1375405 w 12192000"/>
              <a:gd name="connsiteY758" fmla="*/ 1009325 h 1839213"/>
              <a:gd name="connsiteX759" fmla="*/ 1389824 w 12192000"/>
              <a:gd name="connsiteY759" fmla="*/ 1014131 h 1839213"/>
              <a:gd name="connsiteX760" fmla="*/ 1363389 w 12192000"/>
              <a:gd name="connsiteY760" fmla="*/ 1604506 h 1839213"/>
              <a:gd name="connsiteX761" fmla="*/ 1350573 w 12192000"/>
              <a:gd name="connsiteY761" fmla="*/ 1604506 h 1839213"/>
              <a:gd name="connsiteX762" fmla="*/ 1350573 w 12192000"/>
              <a:gd name="connsiteY762" fmla="*/ 1650967 h 1839213"/>
              <a:gd name="connsiteX763" fmla="*/ 1332949 w 12192000"/>
              <a:gd name="connsiteY763" fmla="*/ 1650967 h 1839213"/>
              <a:gd name="connsiteX764" fmla="*/ 1332949 w 12192000"/>
              <a:gd name="connsiteY764" fmla="*/ 1659778 h 1839213"/>
              <a:gd name="connsiteX765" fmla="*/ 1280881 w 12192000"/>
              <a:gd name="connsiteY765" fmla="*/ 1659778 h 1839213"/>
              <a:gd name="connsiteX766" fmla="*/ 1276876 w 12192000"/>
              <a:gd name="connsiteY766" fmla="*/ 1655773 h 1839213"/>
              <a:gd name="connsiteX767" fmla="*/ 1276876 w 12192000"/>
              <a:gd name="connsiteY767" fmla="*/ 1642956 h 1839213"/>
              <a:gd name="connsiteX768" fmla="*/ 1272870 w 12192000"/>
              <a:gd name="connsiteY768" fmla="*/ 1642956 h 1839213"/>
              <a:gd name="connsiteX769" fmla="*/ 1272870 w 12192000"/>
              <a:gd name="connsiteY769" fmla="*/ 1630139 h 1839213"/>
              <a:gd name="connsiteX770" fmla="*/ 1319331 w 12192000"/>
              <a:gd name="connsiteY770" fmla="*/ 1620527 h 1839213"/>
              <a:gd name="connsiteX771" fmla="*/ 1319331 w 12192000"/>
              <a:gd name="connsiteY771" fmla="*/ 1602103 h 1839213"/>
              <a:gd name="connsiteX772" fmla="*/ 1236823 w 12192000"/>
              <a:gd name="connsiteY772" fmla="*/ 1580474 h 1839213"/>
              <a:gd name="connsiteX773" fmla="*/ 1236823 w 12192000"/>
              <a:gd name="connsiteY773" fmla="*/ 1575668 h 1839213"/>
              <a:gd name="connsiteX774" fmla="*/ 1229614 w 12192000"/>
              <a:gd name="connsiteY774" fmla="*/ 1575668 h 1839213"/>
              <a:gd name="connsiteX775" fmla="*/ 1229614 w 12192000"/>
              <a:gd name="connsiteY775" fmla="*/ 1555642 h 1839213"/>
              <a:gd name="connsiteX776" fmla="*/ 1256048 w 12192000"/>
              <a:gd name="connsiteY776" fmla="*/ 1555642 h 1839213"/>
              <a:gd name="connsiteX777" fmla="*/ 1260054 w 12192000"/>
              <a:gd name="connsiteY777" fmla="*/ 1548432 h 1839213"/>
              <a:gd name="connsiteX778" fmla="*/ 1272870 w 12192000"/>
              <a:gd name="connsiteY778" fmla="*/ 1548432 h 1839213"/>
              <a:gd name="connsiteX779" fmla="*/ 1272870 w 12192000"/>
              <a:gd name="connsiteY779" fmla="*/ 1544427 h 1839213"/>
              <a:gd name="connsiteX780" fmla="*/ 1270467 w 12192000"/>
              <a:gd name="connsiteY780" fmla="*/ 1544427 h 1839213"/>
              <a:gd name="connsiteX781" fmla="*/ 1270467 w 12192000"/>
              <a:gd name="connsiteY781" fmla="*/ 1530008 h 1839213"/>
              <a:gd name="connsiteX782" fmla="*/ 1234420 w 12192000"/>
              <a:gd name="connsiteY782" fmla="*/ 1530008 h 1839213"/>
              <a:gd name="connsiteX783" fmla="*/ 1234420 w 12192000"/>
              <a:gd name="connsiteY783" fmla="*/ 1521196 h 1839213"/>
              <a:gd name="connsiteX784" fmla="*/ 1231216 w 12192000"/>
              <a:gd name="connsiteY784" fmla="*/ 1516390 h 1839213"/>
              <a:gd name="connsiteX785" fmla="*/ 1220802 w 12192000"/>
              <a:gd name="connsiteY785" fmla="*/ 1516390 h 1839213"/>
              <a:gd name="connsiteX786" fmla="*/ 1220802 w 12192000"/>
              <a:gd name="connsiteY786" fmla="*/ 1523600 h 1839213"/>
              <a:gd name="connsiteX787" fmla="*/ 1146304 w 12192000"/>
              <a:gd name="connsiteY787" fmla="*/ 1496364 h 1839213"/>
              <a:gd name="connsiteX788" fmla="*/ 1084623 w 12192000"/>
              <a:gd name="connsiteY788" fmla="*/ 1440290 h 1839213"/>
              <a:gd name="connsiteX789" fmla="*/ 1084623 w 12192000"/>
              <a:gd name="connsiteY789" fmla="*/ 1431479 h 1839213"/>
              <a:gd name="connsiteX790" fmla="*/ 1089430 w 12192000"/>
              <a:gd name="connsiteY790" fmla="*/ 1431479 h 1839213"/>
              <a:gd name="connsiteX791" fmla="*/ 1089430 w 12192000"/>
              <a:gd name="connsiteY791" fmla="*/ 1426672 h 1839213"/>
              <a:gd name="connsiteX792" fmla="*/ 1084623 w 12192000"/>
              <a:gd name="connsiteY792" fmla="*/ 1426672 h 1839213"/>
              <a:gd name="connsiteX793" fmla="*/ 1084623 w 12192000"/>
              <a:gd name="connsiteY793" fmla="*/ 1419463 h 1839213"/>
              <a:gd name="connsiteX794" fmla="*/ 1082220 w 12192000"/>
              <a:gd name="connsiteY794" fmla="*/ 1417861 h 1839213"/>
              <a:gd name="connsiteX795" fmla="*/ 1076613 w 12192000"/>
              <a:gd name="connsiteY795" fmla="*/ 1417861 h 1839213"/>
              <a:gd name="connsiteX796" fmla="*/ 1076613 w 12192000"/>
              <a:gd name="connsiteY796" fmla="*/ 1405845 h 1839213"/>
              <a:gd name="connsiteX797" fmla="*/ 1071006 w 12192000"/>
              <a:gd name="connsiteY797" fmla="*/ 1405845 h 1839213"/>
              <a:gd name="connsiteX798" fmla="*/ 1071006 w 12192000"/>
              <a:gd name="connsiteY798" fmla="*/ 1417060 h 1839213"/>
              <a:gd name="connsiteX799" fmla="*/ 1063796 w 12192000"/>
              <a:gd name="connsiteY799" fmla="*/ 1417060 h 1839213"/>
              <a:gd name="connsiteX800" fmla="*/ 1063796 w 12192000"/>
              <a:gd name="connsiteY800" fmla="*/ 1405845 h 1839213"/>
              <a:gd name="connsiteX801" fmla="*/ 1058990 w 12192000"/>
              <a:gd name="connsiteY801" fmla="*/ 1405845 h 1839213"/>
              <a:gd name="connsiteX802" fmla="*/ 1058990 w 12192000"/>
              <a:gd name="connsiteY802" fmla="*/ 1428275 h 1839213"/>
              <a:gd name="connsiteX803" fmla="*/ 1053382 w 12192000"/>
              <a:gd name="connsiteY803" fmla="*/ 1428275 h 1839213"/>
              <a:gd name="connsiteX804" fmla="*/ 1053382 w 12192000"/>
              <a:gd name="connsiteY804" fmla="*/ 1433081 h 1839213"/>
              <a:gd name="connsiteX805" fmla="*/ 902785 w 12192000"/>
              <a:gd name="connsiteY805" fmla="*/ 1433081 h 1839213"/>
              <a:gd name="connsiteX806" fmla="*/ 748983 w 12192000"/>
              <a:gd name="connsiteY806" fmla="*/ 1433081 h 1839213"/>
              <a:gd name="connsiteX807" fmla="*/ 748983 w 12192000"/>
              <a:gd name="connsiteY807" fmla="*/ 1428275 h 1839213"/>
              <a:gd name="connsiteX808" fmla="*/ 743376 w 12192000"/>
              <a:gd name="connsiteY808" fmla="*/ 1428275 h 1839213"/>
              <a:gd name="connsiteX809" fmla="*/ 743376 w 12192000"/>
              <a:gd name="connsiteY809" fmla="*/ 1405845 h 1839213"/>
              <a:gd name="connsiteX810" fmla="*/ 738569 w 12192000"/>
              <a:gd name="connsiteY810" fmla="*/ 1405845 h 1839213"/>
              <a:gd name="connsiteX811" fmla="*/ 738569 w 12192000"/>
              <a:gd name="connsiteY811" fmla="*/ 1417060 h 1839213"/>
              <a:gd name="connsiteX812" fmla="*/ 731360 w 12192000"/>
              <a:gd name="connsiteY812" fmla="*/ 1417060 h 1839213"/>
              <a:gd name="connsiteX813" fmla="*/ 731360 w 12192000"/>
              <a:gd name="connsiteY813" fmla="*/ 1405845 h 1839213"/>
              <a:gd name="connsiteX814" fmla="*/ 725752 w 12192000"/>
              <a:gd name="connsiteY814" fmla="*/ 1405845 h 1839213"/>
              <a:gd name="connsiteX815" fmla="*/ 725752 w 12192000"/>
              <a:gd name="connsiteY815" fmla="*/ 1417861 h 1839213"/>
              <a:gd name="connsiteX816" fmla="*/ 720145 w 12192000"/>
              <a:gd name="connsiteY816" fmla="*/ 1417861 h 1839213"/>
              <a:gd name="connsiteX817" fmla="*/ 717742 w 12192000"/>
              <a:gd name="connsiteY817" fmla="*/ 1419463 h 1839213"/>
              <a:gd name="connsiteX818" fmla="*/ 717742 w 12192000"/>
              <a:gd name="connsiteY818" fmla="*/ 1426672 h 1839213"/>
              <a:gd name="connsiteX819" fmla="*/ 712936 w 12192000"/>
              <a:gd name="connsiteY819" fmla="*/ 1426672 h 1839213"/>
              <a:gd name="connsiteX820" fmla="*/ 712936 w 12192000"/>
              <a:gd name="connsiteY820" fmla="*/ 1431479 h 1839213"/>
              <a:gd name="connsiteX821" fmla="*/ 717742 w 12192000"/>
              <a:gd name="connsiteY821" fmla="*/ 1431479 h 1839213"/>
              <a:gd name="connsiteX822" fmla="*/ 717742 w 12192000"/>
              <a:gd name="connsiteY822" fmla="*/ 1440290 h 1839213"/>
              <a:gd name="connsiteX823" fmla="*/ 656061 w 12192000"/>
              <a:gd name="connsiteY823" fmla="*/ 1496364 h 1839213"/>
              <a:gd name="connsiteX824" fmla="*/ 581563 w 12192000"/>
              <a:gd name="connsiteY824" fmla="*/ 1523600 h 1839213"/>
              <a:gd name="connsiteX825" fmla="*/ 581563 w 12192000"/>
              <a:gd name="connsiteY825" fmla="*/ 1516390 h 1839213"/>
              <a:gd name="connsiteX826" fmla="*/ 571150 w 12192000"/>
              <a:gd name="connsiteY826" fmla="*/ 1516390 h 1839213"/>
              <a:gd name="connsiteX827" fmla="*/ 567945 w 12192000"/>
              <a:gd name="connsiteY827" fmla="*/ 1521196 h 1839213"/>
              <a:gd name="connsiteX828" fmla="*/ 567945 w 12192000"/>
              <a:gd name="connsiteY828" fmla="*/ 1530008 h 1839213"/>
              <a:gd name="connsiteX829" fmla="*/ 531898 w 12192000"/>
              <a:gd name="connsiteY829" fmla="*/ 1530008 h 1839213"/>
              <a:gd name="connsiteX830" fmla="*/ 531898 w 12192000"/>
              <a:gd name="connsiteY830" fmla="*/ 1544427 h 1839213"/>
              <a:gd name="connsiteX831" fmla="*/ 528694 w 12192000"/>
              <a:gd name="connsiteY831" fmla="*/ 1544427 h 1839213"/>
              <a:gd name="connsiteX832" fmla="*/ 528694 w 12192000"/>
              <a:gd name="connsiteY832" fmla="*/ 1548432 h 1839213"/>
              <a:gd name="connsiteX833" fmla="*/ 541511 w 12192000"/>
              <a:gd name="connsiteY833" fmla="*/ 1548432 h 1839213"/>
              <a:gd name="connsiteX834" fmla="*/ 545516 w 12192000"/>
              <a:gd name="connsiteY834" fmla="*/ 1555642 h 1839213"/>
              <a:gd name="connsiteX835" fmla="*/ 571951 w 12192000"/>
              <a:gd name="connsiteY835" fmla="*/ 1555642 h 1839213"/>
              <a:gd name="connsiteX836" fmla="*/ 571951 w 12192000"/>
              <a:gd name="connsiteY836" fmla="*/ 1575668 h 1839213"/>
              <a:gd name="connsiteX837" fmla="*/ 564741 w 12192000"/>
              <a:gd name="connsiteY837" fmla="*/ 1575668 h 1839213"/>
              <a:gd name="connsiteX838" fmla="*/ 564741 w 12192000"/>
              <a:gd name="connsiteY838" fmla="*/ 1580474 h 1839213"/>
              <a:gd name="connsiteX839" fmla="*/ 482233 w 12192000"/>
              <a:gd name="connsiteY839" fmla="*/ 1602103 h 1839213"/>
              <a:gd name="connsiteX840" fmla="*/ 482233 w 12192000"/>
              <a:gd name="connsiteY840" fmla="*/ 1619726 h 1839213"/>
              <a:gd name="connsiteX841" fmla="*/ 528694 w 12192000"/>
              <a:gd name="connsiteY841" fmla="*/ 1629338 h 1839213"/>
              <a:gd name="connsiteX842" fmla="*/ 528694 w 12192000"/>
              <a:gd name="connsiteY842" fmla="*/ 1642155 h 1839213"/>
              <a:gd name="connsiteX843" fmla="*/ 524689 w 12192000"/>
              <a:gd name="connsiteY843" fmla="*/ 1642155 h 1839213"/>
              <a:gd name="connsiteX844" fmla="*/ 524689 w 12192000"/>
              <a:gd name="connsiteY844" fmla="*/ 1654972 h 1839213"/>
              <a:gd name="connsiteX845" fmla="*/ 520683 w 12192000"/>
              <a:gd name="connsiteY845" fmla="*/ 1658977 h 1839213"/>
              <a:gd name="connsiteX846" fmla="*/ 266750 w 12192000"/>
              <a:gd name="connsiteY846" fmla="*/ 1658977 h 1839213"/>
              <a:gd name="connsiteX847" fmla="*/ 266750 w 12192000"/>
              <a:gd name="connsiteY847" fmla="*/ 1654972 h 1839213"/>
              <a:gd name="connsiteX848" fmla="*/ 261143 w 12192000"/>
              <a:gd name="connsiteY848" fmla="*/ 1654972 h 1839213"/>
              <a:gd name="connsiteX849" fmla="*/ 261143 w 12192000"/>
              <a:gd name="connsiteY849" fmla="*/ 1662182 h 1839213"/>
              <a:gd name="connsiteX850" fmla="*/ 256336 w 12192000"/>
              <a:gd name="connsiteY850" fmla="*/ 1662182 h 1839213"/>
              <a:gd name="connsiteX851" fmla="*/ 256336 w 12192000"/>
              <a:gd name="connsiteY851" fmla="*/ 1670993 h 1839213"/>
              <a:gd name="connsiteX852" fmla="*/ 260342 w 12192000"/>
              <a:gd name="connsiteY852" fmla="*/ 1670993 h 1839213"/>
              <a:gd name="connsiteX853" fmla="*/ 260342 w 12192000"/>
              <a:gd name="connsiteY853" fmla="*/ 1683810 h 1839213"/>
              <a:gd name="connsiteX854" fmla="*/ 251530 w 12192000"/>
              <a:gd name="connsiteY854" fmla="*/ 1683810 h 1839213"/>
              <a:gd name="connsiteX855" fmla="*/ 251530 w 12192000"/>
              <a:gd name="connsiteY855" fmla="*/ 1689417 h 1839213"/>
              <a:gd name="connsiteX856" fmla="*/ 251530 w 12192000"/>
              <a:gd name="connsiteY856" fmla="*/ 1725465 h 1839213"/>
              <a:gd name="connsiteX857" fmla="*/ 202666 w 12192000"/>
              <a:gd name="connsiteY857" fmla="*/ 1725465 h 1839213"/>
              <a:gd name="connsiteX858" fmla="*/ 202666 w 12192000"/>
              <a:gd name="connsiteY858" fmla="*/ 1747894 h 1839213"/>
              <a:gd name="connsiteX859" fmla="*/ 120158 w 12192000"/>
              <a:gd name="connsiteY859" fmla="*/ 1747894 h 1839213"/>
              <a:gd name="connsiteX860" fmla="*/ 120158 w 12192000"/>
              <a:gd name="connsiteY860" fmla="*/ 1758308 h 1839213"/>
              <a:gd name="connsiteX861" fmla="*/ 106540 w 12192000"/>
              <a:gd name="connsiteY861" fmla="*/ 1758308 h 1839213"/>
              <a:gd name="connsiteX862" fmla="*/ 106540 w 12192000"/>
              <a:gd name="connsiteY862" fmla="*/ 1766318 h 1839213"/>
              <a:gd name="connsiteX863" fmla="*/ 112147 w 12192000"/>
              <a:gd name="connsiteY863" fmla="*/ 1766318 h 1839213"/>
              <a:gd name="connsiteX864" fmla="*/ 112147 w 12192000"/>
              <a:gd name="connsiteY864" fmla="*/ 1777533 h 1839213"/>
              <a:gd name="connsiteX865" fmla="*/ 20827 w 12192000"/>
              <a:gd name="connsiteY865" fmla="*/ 1777533 h 1839213"/>
              <a:gd name="connsiteX866" fmla="*/ 20827 w 12192000"/>
              <a:gd name="connsiteY866" fmla="*/ 1793554 h 1839213"/>
              <a:gd name="connsiteX867" fmla="*/ 12817 w 12192000"/>
              <a:gd name="connsiteY867" fmla="*/ 1793554 h 1839213"/>
              <a:gd name="connsiteX868" fmla="*/ 12817 w 12192000"/>
              <a:gd name="connsiteY868" fmla="*/ 1788748 h 1839213"/>
              <a:gd name="connsiteX869" fmla="*/ 0 w 12192000"/>
              <a:gd name="connsiteY869" fmla="*/ 1788748 h 1839213"/>
              <a:gd name="connsiteX870" fmla="*/ 0 w 12192000"/>
              <a:gd name="connsiteY870" fmla="*/ 1839214 h 1839213"/>
              <a:gd name="connsiteX871" fmla="*/ 12192000 w 12192000"/>
              <a:gd name="connsiteY871" fmla="*/ 1839214 h 1839213"/>
              <a:gd name="connsiteX872" fmla="*/ 12192000 w 12192000"/>
              <a:gd name="connsiteY872" fmla="*/ 1807172 h 1839213"/>
              <a:gd name="connsiteX873" fmla="*/ 12164764 w 12192000"/>
              <a:gd name="connsiteY873" fmla="*/ 1807172 h 1839213"/>
              <a:gd name="connsiteX874" fmla="*/ 2412767 w 12192000"/>
              <a:gd name="connsiteY874" fmla="*/ 1433081 h 1839213"/>
              <a:gd name="connsiteX875" fmla="*/ 2412767 w 12192000"/>
              <a:gd name="connsiteY875" fmla="*/ 1420264 h 1839213"/>
              <a:gd name="connsiteX876" fmla="*/ 2415170 w 12192000"/>
              <a:gd name="connsiteY876" fmla="*/ 1420264 h 1839213"/>
              <a:gd name="connsiteX877" fmla="*/ 2415170 w 12192000"/>
              <a:gd name="connsiteY877" fmla="*/ 1433081 h 1839213"/>
              <a:gd name="connsiteX878" fmla="*/ 2412767 w 12192000"/>
              <a:gd name="connsiteY878" fmla="*/ 1433081 h 1839213"/>
              <a:gd name="connsiteX879" fmla="*/ 6799323 w 12192000"/>
              <a:gd name="connsiteY879" fmla="*/ 1419463 h 1839213"/>
              <a:gd name="connsiteX880" fmla="*/ 6799323 w 12192000"/>
              <a:gd name="connsiteY880" fmla="*/ 1430678 h 1839213"/>
              <a:gd name="connsiteX881" fmla="*/ 6785705 w 12192000"/>
              <a:gd name="connsiteY881" fmla="*/ 1443494 h 1839213"/>
              <a:gd name="connsiteX882" fmla="*/ 6743250 w 12192000"/>
              <a:gd name="connsiteY882" fmla="*/ 1443494 h 1839213"/>
              <a:gd name="connsiteX883" fmla="*/ 6743250 w 12192000"/>
              <a:gd name="connsiteY883" fmla="*/ 1408248 h 1839213"/>
              <a:gd name="connsiteX884" fmla="*/ 6702396 w 12192000"/>
              <a:gd name="connsiteY884" fmla="*/ 1408248 h 1839213"/>
              <a:gd name="connsiteX885" fmla="*/ 6702396 w 12192000"/>
              <a:gd name="connsiteY885" fmla="*/ 1417861 h 1839213"/>
              <a:gd name="connsiteX886" fmla="*/ 6716815 w 12192000"/>
              <a:gd name="connsiteY886" fmla="*/ 1417861 h 1839213"/>
              <a:gd name="connsiteX887" fmla="*/ 6716815 w 12192000"/>
              <a:gd name="connsiteY887" fmla="*/ 1438688 h 1839213"/>
              <a:gd name="connsiteX888" fmla="*/ 6603066 w 12192000"/>
              <a:gd name="connsiteY888" fmla="*/ 1438688 h 1839213"/>
              <a:gd name="connsiteX889" fmla="*/ 6603066 w 12192000"/>
              <a:gd name="connsiteY889" fmla="*/ 1231216 h 1839213"/>
              <a:gd name="connsiteX890" fmla="*/ 6587045 w 12192000"/>
              <a:gd name="connsiteY890" fmla="*/ 1231216 h 1839213"/>
              <a:gd name="connsiteX891" fmla="*/ 6587045 w 12192000"/>
              <a:gd name="connsiteY891" fmla="*/ 1195169 h 1839213"/>
              <a:gd name="connsiteX892" fmla="*/ 6561411 w 12192000"/>
              <a:gd name="connsiteY892" fmla="*/ 1195169 h 1839213"/>
              <a:gd name="connsiteX893" fmla="*/ 6561411 w 12192000"/>
              <a:gd name="connsiteY893" fmla="*/ 1179949 h 1839213"/>
              <a:gd name="connsiteX894" fmla="*/ 6550997 w 12192000"/>
              <a:gd name="connsiteY894" fmla="*/ 1179949 h 1839213"/>
              <a:gd name="connsiteX895" fmla="*/ 6550997 w 12192000"/>
              <a:gd name="connsiteY895" fmla="*/ 1188760 h 1839213"/>
              <a:gd name="connsiteX896" fmla="*/ 6542987 w 12192000"/>
              <a:gd name="connsiteY896" fmla="*/ 1188760 h 1839213"/>
              <a:gd name="connsiteX897" fmla="*/ 6594254 w 12192000"/>
              <a:gd name="connsiteY897" fmla="*/ 808261 h 1839213"/>
              <a:gd name="connsiteX898" fmla="*/ 6771286 w 12192000"/>
              <a:gd name="connsiteY898" fmla="*/ 808261 h 1839213"/>
              <a:gd name="connsiteX899" fmla="*/ 6831365 w 12192000"/>
              <a:gd name="connsiteY899" fmla="*/ 1419463 h 1839213"/>
              <a:gd name="connsiteX900" fmla="*/ 6799323 w 12192000"/>
              <a:gd name="connsiteY900" fmla="*/ 1419463 h 1839213"/>
              <a:gd name="connsiteX901" fmla="*/ 9199273 w 12192000"/>
              <a:gd name="connsiteY901" fmla="*/ 711334 h 1839213"/>
              <a:gd name="connsiteX902" fmla="*/ 9292194 w 12192000"/>
              <a:gd name="connsiteY902" fmla="*/ 535903 h 1839213"/>
              <a:gd name="connsiteX903" fmla="*/ 9365090 w 12192000"/>
              <a:gd name="connsiteY903" fmla="*/ 711334 h 1839213"/>
              <a:gd name="connsiteX904" fmla="*/ 9199273 w 12192000"/>
              <a:gd name="connsiteY904" fmla="*/ 711334 h 1839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</a:cxnLst>
            <a:rect l="l" t="t" r="r" b="b"/>
            <a:pathLst>
              <a:path w="12192000" h="1839213">
                <a:moveTo>
                  <a:pt x="12164764" y="1807973"/>
                </a:moveTo>
                <a:lnTo>
                  <a:pt x="12164764" y="1776732"/>
                </a:lnTo>
                <a:lnTo>
                  <a:pt x="12141533" y="1776732"/>
                </a:lnTo>
                <a:lnTo>
                  <a:pt x="12141533" y="1765517"/>
                </a:lnTo>
                <a:lnTo>
                  <a:pt x="12119105" y="1754302"/>
                </a:lnTo>
                <a:lnTo>
                  <a:pt x="12020575" y="1754302"/>
                </a:lnTo>
                <a:lnTo>
                  <a:pt x="12020575" y="1711847"/>
                </a:lnTo>
                <a:lnTo>
                  <a:pt x="12022178" y="1709443"/>
                </a:lnTo>
                <a:lnTo>
                  <a:pt x="12022178" y="1697428"/>
                </a:lnTo>
                <a:cubicBezTo>
                  <a:pt x="12022178" y="1697428"/>
                  <a:pt x="12044606" y="1695826"/>
                  <a:pt x="12048612" y="1690218"/>
                </a:cubicBezTo>
                <a:cubicBezTo>
                  <a:pt x="12049412" y="1689417"/>
                  <a:pt x="12048612" y="1687014"/>
                  <a:pt x="12048612" y="1685412"/>
                </a:cubicBezTo>
                <a:cubicBezTo>
                  <a:pt x="12048612" y="1683009"/>
                  <a:pt x="12038999" y="1677401"/>
                  <a:pt x="12027784" y="1672595"/>
                </a:cubicBezTo>
                <a:cubicBezTo>
                  <a:pt x="12016570" y="1668590"/>
                  <a:pt x="12001349" y="1661380"/>
                  <a:pt x="12001349" y="1661380"/>
                </a:cubicBezTo>
                <a:lnTo>
                  <a:pt x="12001349" y="1654171"/>
                </a:lnTo>
                <a:lnTo>
                  <a:pt x="11998146" y="1651768"/>
                </a:lnTo>
                <a:lnTo>
                  <a:pt x="11998146" y="1642956"/>
                </a:lnTo>
                <a:cubicBezTo>
                  <a:pt x="11998146" y="1642956"/>
                  <a:pt x="12018172" y="1633344"/>
                  <a:pt x="12022978" y="1629338"/>
                </a:cubicBezTo>
                <a:cubicBezTo>
                  <a:pt x="12028585" y="1625333"/>
                  <a:pt x="12026984" y="1620527"/>
                  <a:pt x="12024580" y="1618124"/>
                </a:cubicBezTo>
                <a:cubicBezTo>
                  <a:pt x="12019774" y="1612516"/>
                  <a:pt x="12013365" y="1610113"/>
                  <a:pt x="11997344" y="1605307"/>
                </a:cubicBezTo>
                <a:cubicBezTo>
                  <a:pt x="11982125" y="1600501"/>
                  <a:pt x="11965302" y="1591689"/>
                  <a:pt x="11965302" y="1591689"/>
                </a:cubicBezTo>
                <a:lnTo>
                  <a:pt x="11965302" y="1584480"/>
                </a:lnTo>
                <a:lnTo>
                  <a:pt x="11963700" y="1581275"/>
                </a:lnTo>
                <a:lnTo>
                  <a:pt x="11963700" y="1561249"/>
                </a:lnTo>
                <a:lnTo>
                  <a:pt x="11990936" y="1554040"/>
                </a:lnTo>
                <a:cubicBezTo>
                  <a:pt x="11990936" y="1554040"/>
                  <a:pt x="11991737" y="1550034"/>
                  <a:pt x="11990936" y="1542024"/>
                </a:cubicBezTo>
                <a:cubicBezTo>
                  <a:pt x="11990135" y="1534013"/>
                  <a:pt x="11957292" y="1521196"/>
                  <a:pt x="11933260" y="1507579"/>
                </a:cubicBezTo>
                <a:cubicBezTo>
                  <a:pt x="11910030" y="1493961"/>
                  <a:pt x="11899616" y="1477139"/>
                  <a:pt x="11899616" y="1477139"/>
                </a:cubicBezTo>
                <a:lnTo>
                  <a:pt x="11899616" y="1474736"/>
                </a:lnTo>
                <a:lnTo>
                  <a:pt x="11901218" y="1474736"/>
                </a:lnTo>
                <a:lnTo>
                  <a:pt x="11901218" y="1464322"/>
                </a:lnTo>
                <a:cubicBezTo>
                  <a:pt x="11894810" y="1459516"/>
                  <a:pt x="11894810" y="1453107"/>
                  <a:pt x="11894810" y="1453107"/>
                </a:cubicBezTo>
                <a:lnTo>
                  <a:pt x="11896412" y="1453107"/>
                </a:lnTo>
                <a:lnTo>
                  <a:pt x="11898015" y="1451505"/>
                </a:lnTo>
                <a:lnTo>
                  <a:pt x="11898015" y="1447500"/>
                </a:lnTo>
                <a:lnTo>
                  <a:pt x="11895611" y="1447500"/>
                </a:lnTo>
                <a:cubicBezTo>
                  <a:pt x="11895611" y="1447500"/>
                  <a:pt x="11898815" y="1444296"/>
                  <a:pt x="11898815" y="1435484"/>
                </a:cubicBezTo>
                <a:cubicBezTo>
                  <a:pt x="11898815" y="1426672"/>
                  <a:pt x="11887601" y="1425871"/>
                  <a:pt x="11887601" y="1425871"/>
                </a:cubicBezTo>
                <a:cubicBezTo>
                  <a:pt x="11887601" y="1425871"/>
                  <a:pt x="11876386" y="1425871"/>
                  <a:pt x="11876386" y="1435484"/>
                </a:cubicBezTo>
                <a:cubicBezTo>
                  <a:pt x="11876386" y="1444296"/>
                  <a:pt x="11879590" y="1447500"/>
                  <a:pt x="11879590" y="1447500"/>
                </a:cubicBezTo>
                <a:lnTo>
                  <a:pt x="11877186" y="1447500"/>
                </a:lnTo>
                <a:lnTo>
                  <a:pt x="11877186" y="1451505"/>
                </a:lnTo>
                <a:lnTo>
                  <a:pt x="11878789" y="1453107"/>
                </a:lnTo>
                <a:lnTo>
                  <a:pt x="11880391" y="1453107"/>
                </a:lnTo>
                <a:cubicBezTo>
                  <a:pt x="11880391" y="1453107"/>
                  <a:pt x="11881192" y="1459516"/>
                  <a:pt x="11873983" y="1464322"/>
                </a:cubicBezTo>
                <a:lnTo>
                  <a:pt x="11873983" y="1474736"/>
                </a:lnTo>
                <a:lnTo>
                  <a:pt x="11875585" y="1474736"/>
                </a:lnTo>
                <a:lnTo>
                  <a:pt x="11875585" y="1477139"/>
                </a:lnTo>
                <a:cubicBezTo>
                  <a:pt x="11875585" y="1477139"/>
                  <a:pt x="11865171" y="1493961"/>
                  <a:pt x="11841941" y="1507579"/>
                </a:cubicBezTo>
                <a:cubicBezTo>
                  <a:pt x="11818710" y="1521196"/>
                  <a:pt x="11785066" y="1534013"/>
                  <a:pt x="11784265" y="1542024"/>
                </a:cubicBezTo>
                <a:cubicBezTo>
                  <a:pt x="11783464" y="1550034"/>
                  <a:pt x="11784265" y="1554040"/>
                  <a:pt x="11784265" y="1554040"/>
                </a:cubicBezTo>
                <a:lnTo>
                  <a:pt x="11811501" y="1561249"/>
                </a:lnTo>
                <a:lnTo>
                  <a:pt x="11811501" y="1581275"/>
                </a:lnTo>
                <a:lnTo>
                  <a:pt x="11809899" y="1584480"/>
                </a:lnTo>
                <a:lnTo>
                  <a:pt x="11809899" y="1591689"/>
                </a:lnTo>
                <a:cubicBezTo>
                  <a:pt x="11809899" y="1591689"/>
                  <a:pt x="11793878" y="1600501"/>
                  <a:pt x="11777857" y="1605307"/>
                </a:cubicBezTo>
                <a:cubicBezTo>
                  <a:pt x="11762637" y="1610113"/>
                  <a:pt x="11756228" y="1612516"/>
                  <a:pt x="11750621" y="1618124"/>
                </a:cubicBezTo>
                <a:cubicBezTo>
                  <a:pt x="11749018" y="1620527"/>
                  <a:pt x="11747417" y="1625333"/>
                  <a:pt x="11752223" y="1629338"/>
                </a:cubicBezTo>
                <a:cubicBezTo>
                  <a:pt x="11757831" y="1633344"/>
                  <a:pt x="11777055" y="1642956"/>
                  <a:pt x="11777055" y="1642956"/>
                </a:cubicBezTo>
                <a:lnTo>
                  <a:pt x="11777055" y="1651768"/>
                </a:lnTo>
                <a:lnTo>
                  <a:pt x="11773852" y="1654171"/>
                </a:lnTo>
                <a:lnTo>
                  <a:pt x="11773852" y="1661380"/>
                </a:lnTo>
                <a:cubicBezTo>
                  <a:pt x="11773852" y="1661380"/>
                  <a:pt x="11758631" y="1668590"/>
                  <a:pt x="11747417" y="1672595"/>
                </a:cubicBezTo>
                <a:cubicBezTo>
                  <a:pt x="11736202" y="1676600"/>
                  <a:pt x="11726589" y="1683009"/>
                  <a:pt x="11726589" y="1685412"/>
                </a:cubicBezTo>
                <a:cubicBezTo>
                  <a:pt x="11726589" y="1687014"/>
                  <a:pt x="11725789" y="1689417"/>
                  <a:pt x="11726589" y="1690218"/>
                </a:cubicBezTo>
                <a:cubicBezTo>
                  <a:pt x="11730595" y="1695826"/>
                  <a:pt x="11753825" y="1697428"/>
                  <a:pt x="11753825" y="1697428"/>
                </a:cubicBezTo>
                <a:lnTo>
                  <a:pt x="11753825" y="1709443"/>
                </a:lnTo>
                <a:lnTo>
                  <a:pt x="11755427" y="1711847"/>
                </a:lnTo>
                <a:lnTo>
                  <a:pt x="11755427" y="1754302"/>
                </a:lnTo>
                <a:lnTo>
                  <a:pt x="11708165" y="1754302"/>
                </a:lnTo>
                <a:lnTo>
                  <a:pt x="11672118" y="1738281"/>
                </a:lnTo>
                <a:lnTo>
                  <a:pt x="11670516" y="1713449"/>
                </a:lnTo>
                <a:lnTo>
                  <a:pt x="11692945" y="1698229"/>
                </a:lnTo>
                <a:lnTo>
                  <a:pt x="11700154" y="1688616"/>
                </a:lnTo>
                <a:lnTo>
                  <a:pt x="11669715" y="1681407"/>
                </a:lnTo>
                <a:lnTo>
                  <a:pt x="11668112" y="1657375"/>
                </a:lnTo>
                <a:lnTo>
                  <a:pt x="11692144" y="1644558"/>
                </a:lnTo>
                <a:lnTo>
                  <a:pt x="11696149" y="1635747"/>
                </a:lnTo>
                <a:lnTo>
                  <a:pt x="11667311" y="1626935"/>
                </a:lnTo>
                <a:lnTo>
                  <a:pt x="11665710" y="1601302"/>
                </a:lnTo>
                <a:lnTo>
                  <a:pt x="11691343" y="1586082"/>
                </a:lnTo>
                <a:lnTo>
                  <a:pt x="11695348" y="1580474"/>
                </a:lnTo>
                <a:lnTo>
                  <a:pt x="11663306" y="1570061"/>
                </a:lnTo>
                <a:lnTo>
                  <a:pt x="11663306" y="1544427"/>
                </a:lnTo>
                <a:lnTo>
                  <a:pt x="11688139" y="1533212"/>
                </a:lnTo>
                <a:lnTo>
                  <a:pt x="11692144" y="1527605"/>
                </a:lnTo>
                <a:lnTo>
                  <a:pt x="11660903" y="1515589"/>
                </a:lnTo>
                <a:lnTo>
                  <a:pt x="11662505" y="1492359"/>
                </a:lnTo>
                <a:lnTo>
                  <a:pt x="11682532" y="1481144"/>
                </a:lnTo>
                <a:lnTo>
                  <a:pt x="11686537" y="1472332"/>
                </a:lnTo>
                <a:lnTo>
                  <a:pt x="11660102" y="1459516"/>
                </a:lnTo>
                <a:lnTo>
                  <a:pt x="11660102" y="1435484"/>
                </a:lnTo>
                <a:lnTo>
                  <a:pt x="11682532" y="1430678"/>
                </a:lnTo>
                <a:lnTo>
                  <a:pt x="11686537" y="1422667"/>
                </a:lnTo>
                <a:lnTo>
                  <a:pt x="11659301" y="1409850"/>
                </a:lnTo>
                <a:lnTo>
                  <a:pt x="11659301" y="1387421"/>
                </a:lnTo>
                <a:lnTo>
                  <a:pt x="11680128" y="1378609"/>
                </a:lnTo>
                <a:lnTo>
                  <a:pt x="11684133" y="1369798"/>
                </a:lnTo>
                <a:lnTo>
                  <a:pt x="11653694" y="1357782"/>
                </a:lnTo>
                <a:lnTo>
                  <a:pt x="11653694" y="1340960"/>
                </a:lnTo>
                <a:lnTo>
                  <a:pt x="11678526" y="1323337"/>
                </a:lnTo>
                <a:lnTo>
                  <a:pt x="11684133" y="1306515"/>
                </a:lnTo>
                <a:lnTo>
                  <a:pt x="11582400" y="1256049"/>
                </a:lnTo>
                <a:lnTo>
                  <a:pt x="11582400" y="1253645"/>
                </a:lnTo>
                <a:lnTo>
                  <a:pt x="11584803" y="1251242"/>
                </a:lnTo>
                <a:lnTo>
                  <a:pt x="11584803" y="1249640"/>
                </a:lnTo>
                <a:lnTo>
                  <a:pt x="11581599" y="1248038"/>
                </a:lnTo>
                <a:lnTo>
                  <a:pt x="11581599" y="1236022"/>
                </a:lnTo>
                <a:lnTo>
                  <a:pt x="11593615" y="1232818"/>
                </a:lnTo>
                <a:lnTo>
                  <a:pt x="11593615" y="1225609"/>
                </a:lnTo>
                <a:lnTo>
                  <a:pt x="11574390" y="1209588"/>
                </a:lnTo>
                <a:lnTo>
                  <a:pt x="11574390" y="1204781"/>
                </a:lnTo>
                <a:lnTo>
                  <a:pt x="11581599" y="1199975"/>
                </a:lnTo>
                <a:lnTo>
                  <a:pt x="11581599" y="1195970"/>
                </a:lnTo>
                <a:lnTo>
                  <a:pt x="11574390" y="1189561"/>
                </a:lnTo>
                <a:lnTo>
                  <a:pt x="11563175" y="1177545"/>
                </a:lnTo>
                <a:cubicBezTo>
                  <a:pt x="11563175" y="1177545"/>
                  <a:pt x="11570384" y="1177545"/>
                  <a:pt x="11570384" y="1164729"/>
                </a:cubicBezTo>
                <a:cubicBezTo>
                  <a:pt x="11570384" y="1152713"/>
                  <a:pt x="11555965" y="1152713"/>
                  <a:pt x="11555965" y="1152713"/>
                </a:cubicBezTo>
                <a:cubicBezTo>
                  <a:pt x="11555965" y="1152713"/>
                  <a:pt x="11542348" y="1152713"/>
                  <a:pt x="11541547" y="1164729"/>
                </a:cubicBezTo>
                <a:cubicBezTo>
                  <a:pt x="11540745" y="1176744"/>
                  <a:pt x="11548755" y="1177545"/>
                  <a:pt x="11548755" y="1177545"/>
                </a:cubicBezTo>
                <a:lnTo>
                  <a:pt x="11537542" y="1189561"/>
                </a:lnTo>
                <a:lnTo>
                  <a:pt x="11530332" y="1195970"/>
                </a:lnTo>
                <a:lnTo>
                  <a:pt x="11530332" y="1199975"/>
                </a:lnTo>
                <a:lnTo>
                  <a:pt x="11537542" y="1204781"/>
                </a:lnTo>
                <a:lnTo>
                  <a:pt x="11537542" y="1209588"/>
                </a:lnTo>
                <a:lnTo>
                  <a:pt x="11517515" y="1225609"/>
                </a:lnTo>
                <a:lnTo>
                  <a:pt x="11517515" y="1232017"/>
                </a:lnTo>
                <a:lnTo>
                  <a:pt x="11530332" y="1235221"/>
                </a:lnTo>
                <a:lnTo>
                  <a:pt x="11530332" y="1247237"/>
                </a:lnTo>
                <a:lnTo>
                  <a:pt x="11527127" y="1248839"/>
                </a:lnTo>
                <a:lnTo>
                  <a:pt x="11527127" y="1252043"/>
                </a:lnTo>
                <a:lnTo>
                  <a:pt x="11528729" y="1254446"/>
                </a:lnTo>
                <a:lnTo>
                  <a:pt x="11528729" y="1256850"/>
                </a:lnTo>
                <a:lnTo>
                  <a:pt x="11426996" y="1307316"/>
                </a:lnTo>
                <a:lnTo>
                  <a:pt x="11432603" y="1324138"/>
                </a:lnTo>
                <a:lnTo>
                  <a:pt x="11457436" y="1341761"/>
                </a:lnTo>
                <a:lnTo>
                  <a:pt x="11457436" y="1358583"/>
                </a:lnTo>
                <a:lnTo>
                  <a:pt x="11426996" y="1370599"/>
                </a:lnTo>
                <a:lnTo>
                  <a:pt x="11431001" y="1379410"/>
                </a:lnTo>
                <a:lnTo>
                  <a:pt x="11451828" y="1388222"/>
                </a:lnTo>
                <a:lnTo>
                  <a:pt x="11451828" y="1410651"/>
                </a:lnTo>
                <a:lnTo>
                  <a:pt x="11424593" y="1423468"/>
                </a:lnTo>
                <a:lnTo>
                  <a:pt x="11428598" y="1431479"/>
                </a:lnTo>
                <a:lnTo>
                  <a:pt x="11451028" y="1436285"/>
                </a:lnTo>
                <a:lnTo>
                  <a:pt x="11451028" y="1460317"/>
                </a:lnTo>
                <a:lnTo>
                  <a:pt x="11424593" y="1473133"/>
                </a:lnTo>
                <a:lnTo>
                  <a:pt x="11428598" y="1481945"/>
                </a:lnTo>
                <a:lnTo>
                  <a:pt x="11449426" y="1493160"/>
                </a:lnTo>
                <a:lnTo>
                  <a:pt x="11450227" y="1509181"/>
                </a:lnTo>
                <a:lnTo>
                  <a:pt x="11442216" y="1509181"/>
                </a:lnTo>
                <a:lnTo>
                  <a:pt x="11442216" y="1502772"/>
                </a:lnTo>
                <a:lnTo>
                  <a:pt x="11387744" y="1502772"/>
                </a:lnTo>
                <a:lnTo>
                  <a:pt x="11387744" y="1420264"/>
                </a:lnTo>
                <a:lnTo>
                  <a:pt x="11378933" y="1420264"/>
                </a:lnTo>
                <a:lnTo>
                  <a:pt x="11378933" y="1393829"/>
                </a:lnTo>
                <a:lnTo>
                  <a:pt x="11370122" y="1393829"/>
                </a:lnTo>
                <a:lnTo>
                  <a:pt x="11370122" y="1399437"/>
                </a:lnTo>
                <a:lnTo>
                  <a:pt x="11364514" y="1399437"/>
                </a:lnTo>
                <a:lnTo>
                  <a:pt x="11364514" y="1388222"/>
                </a:lnTo>
                <a:cubicBezTo>
                  <a:pt x="11364514" y="1388222"/>
                  <a:pt x="11367718" y="1387421"/>
                  <a:pt x="11374127" y="1377808"/>
                </a:cubicBezTo>
                <a:cubicBezTo>
                  <a:pt x="11379734" y="1368196"/>
                  <a:pt x="11382137" y="1360185"/>
                  <a:pt x="11382137" y="1360185"/>
                </a:cubicBezTo>
                <a:lnTo>
                  <a:pt x="11359708" y="1360185"/>
                </a:lnTo>
                <a:lnTo>
                  <a:pt x="11359708" y="1352976"/>
                </a:lnTo>
                <a:lnTo>
                  <a:pt x="11308440" y="1352976"/>
                </a:lnTo>
                <a:lnTo>
                  <a:pt x="11308440" y="1357782"/>
                </a:lnTo>
                <a:cubicBezTo>
                  <a:pt x="11308440" y="1357782"/>
                  <a:pt x="11291618" y="1359384"/>
                  <a:pt x="11291618" y="1357782"/>
                </a:cubicBezTo>
                <a:cubicBezTo>
                  <a:pt x="11291618" y="1356180"/>
                  <a:pt x="11291618" y="1320133"/>
                  <a:pt x="11291618" y="1320133"/>
                </a:cubicBezTo>
                <a:lnTo>
                  <a:pt x="11244356" y="1320133"/>
                </a:lnTo>
                <a:lnTo>
                  <a:pt x="11244356" y="1324138"/>
                </a:lnTo>
                <a:lnTo>
                  <a:pt x="11239550" y="1324138"/>
                </a:lnTo>
                <a:lnTo>
                  <a:pt x="11239550" y="1356180"/>
                </a:lnTo>
                <a:lnTo>
                  <a:pt x="11235545" y="1356180"/>
                </a:lnTo>
                <a:lnTo>
                  <a:pt x="11235545" y="1225609"/>
                </a:lnTo>
                <a:lnTo>
                  <a:pt x="11210712" y="1225609"/>
                </a:lnTo>
                <a:lnTo>
                  <a:pt x="11210712" y="1195970"/>
                </a:lnTo>
                <a:lnTo>
                  <a:pt x="11205906" y="1195970"/>
                </a:lnTo>
                <a:lnTo>
                  <a:pt x="11205906" y="1199174"/>
                </a:lnTo>
                <a:lnTo>
                  <a:pt x="11186681" y="1199174"/>
                </a:lnTo>
                <a:lnTo>
                  <a:pt x="11141822" y="1147907"/>
                </a:lnTo>
                <a:lnTo>
                  <a:pt x="11141822" y="1067000"/>
                </a:lnTo>
                <a:lnTo>
                  <a:pt x="11137016" y="1067000"/>
                </a:lnTo>
                <a:lnTo>
                  <a:pt x="11137016" y="1145503"/>
                </a:lnTo>
                <a:lnTo>
                  <a:pt x="11100167" y="1103849"/>
                </a:lnTo>
                <a:lnTo>
                  <a:pt x="11100167" y="1095838"/>
                </a:lnTo>
                <a:lnTo>
                  <a:pt x="11094560" y="1095838"/>
                </a:lnTo>
                <a:lnTo>
                  <a:pt x="11094560" y="1120671"/>
                </a:lnTo>
                <a:lnTo>
                  <a:pt x="11046497" y="1203179"/>
                </a:lnTo>
                <a:lnTo>
                  <a:pt x="11046497" y="1041367"/>
                </a:lnTo>
                <a:lnTo>
                  <a:pt x="11042491" y="1041367"/>
                </a:lnTo>
                <a:lnTo>
                  <a:pt x="11042491" y="1221603"/>
                </a:lnTo>
                <a:lnTo>
                  <a:pt x="11035282" y="1221603"/>
                </a:lnTo>
                <a:lnTo>
                  <a:pt x="11035282" y="1210389"/>
                </a:lnTo>
                <a:lnTo>
                  <a:pt x="11028072" y="1210389"/>
                </a:lnTo>
                <a:lnTo>
                  <a:pt x="11028072" y="1220001"/>
                </a:lnTo>
                <a:lnTo>
                  <a:pt x="11021664" y="1220001"/>
                </a:lnTo>
                <a:lnTo>
                  <a:pt x="11021664" y="1208786"/>
                </a:lnTo>
                <a:lnTo>
                  <a:pt x="11016056" y="1208786"/>
                </a:lnTo>
                <a:lnTo>
                  <a:pt x="11016056" y="1242431"/>
                </a:lnTo>
                <a:lnTo>
                  <a:pt x="11002439" y="1242431"/>
                </a:lnTo>
                <a:lnTo>
                  <a:pt x="11002439" y="1353777"/>
                </a:lnTo>
                <a:lnTo>
                  <a:pt x="10997633" y="1353777"/>
                </a:lnTo>
                <a:lnTo>
                  <a:pt x="10997633" y="1358583"/>
                </a:lnTo>
                <a:lnTo>
                  <a:pt x="11001638" y="1358583"/>
                </a:lnTo>
                <a:lnTo>
                  <a:pt x="11001638" y="1368997"/>
                </a:lnTo>
                <a:lnTo>
                  <a:pt x="10971198" y="1368997"/>
                </a:lnTo>
                <a:lnTo>
                  <a:pt x="10971198" y="1364190"/>
                </a:lnTo>
                <a:lnTo>
                  <a:pt x="10963187" y="1364190"/>
                </a:lnTo>
                <a:lnTo>
                  <a:pt x="10963187" y="1370599"/>
                </a:lnTo>
                <a:lnTo>
                  <a:pt x="10937554" y="1370599"/>
                </a:lnTo>
                <a:lnTo>
                  <a:pt x="10937554" y="1405845"/>
                </a:lnTo>
                <a:lnTo>
                  <a:pt x="10923935" y="1405845"/>
                </a:lnTo>
                <a:lnTo>
                  <a:pt x="10923935" y="1397835"/>
                </a:lnTo>
                <a:lnTo>
                  <a:pt x="10883082" y="1397835"/>
                </a:lnTo>
                <a:lnTo>
                  <a:pt x="10883082" y="1323337"/>
                </a:lnTo>
                <a:lnTo>
                  <a:pt x="10871066" y="1323337"/>
                </a:lnTo>
                <a:lnTo>
                  <a:pt x="10871066" y="1345766"/>
                </a:lnTo>
                <a:lnTo>
                  <a:pt x="10857449" y="1345766"/>
                </a:lnTo>
                <a:lnTo>
                  <a:pt x="10857449" y="1337756"/>
                </a:lnTo>
                <a:lnTo>
                  <a:pt x="10849438" y="1337756"/>
                </a:lnTo>
                <a:lnTo>
                  <a:pt x="10849438" y="1344965"/>
                </a:lnTo>
                <a:lnTo>
                  <a:pt x="10826208" y="1344965"/>
                </a:lnTo>
                <a:lnTo>
                  <a:pt x="10826208" y="1018937"/>
                </a:lnTo>
                <a:lnTo>
                  <a:pt x="10818197" y="1018937"/>
                </a:lnTo>
                <a:lnTo>
                  <a:pt x="10818197" y="1099844"/>
                </a:lnTo>
                <a:lnTo>
                  <a:pt x="10756517" y="1099844"/>
                </a:lnTo>
                <a:lnTo>
                  <a:pt x="10756517" y="1018937"/>
                </a:lnTo>
                <a:lnTo>
                  <a:pt x="10750909" y="1018937"/>
                </a:lnTo>
                <a:lnTo>
                  <a:pt x="10750909" y="1083021"/>
                </a:lnTo>
                <a:lnTo>
                  <a:pt x="10730081" y="1083021"/>
                </a:lnTo>
                <a:lnTo>
                  <a:pt x="10730081" y="1099844"/>
                </a:lnTo>
                <a:lnTo>
                  <a:pt x="10661191" y="1099844"/>
                </a:lnTo>
                <a:lnTo>
                  <a:pt x="10661191" y="1062995"/>
                </a:lnTo>
                <a:lnTo>
                  <a:pt x="10581887" y="1062995"/>
                </a:lnTo>
                <a:lnTo>
                  <a:pt x="10581887" y="1054985"/>
                </a:lnTo>
                <a:lnTo>
                  <a:pt x="10558656" y="1054985"/>
                </a:lnTo>
                <a:lnTo>
                  <a:pt x="10541834" y="1067000"/>
                </a:lnTo>
                <a:lnTo>
                  <a:pt x="10526614" y="1067000"/>
                </a:lnTo>
                <a:lnTo>
                  <a:pt x="10526614" y="1056587"/>
                </a:lnTo>
                <a:lnTo>
                  <a:pt x="10471342" y="1056587"/>
                </a:lnTo>
                <a:lnTo>
                  <a:pt x="10471342" y="1062995"/>
                </a:lnTo>
                <a:lnTo>
                  <a:pt x="10457724" y="1062995"/>
                </a:lnTo>
                <a:lnTo>
                  <a:pt x="10457724" y="1054985"/>
                </a:lnTo>
                <a:lnTo>
                  <a:pt x="10376017" y="1054985"/>
                </a:lnTo>
                <a:lnTo>
                  <a:pt x="10354388" y="1071006"/>
                </a:lnTo>
                <a:lnTo>
                  <a:pt x="10263870" y="1071006"/>
                </a:lnTo>
                <a:lnTo>
                  <a:pt x="10263870" y="1085425"/>
                </a:lnTo>
                <a:lnTo>
                  <a:pt x="10207796" y="1085425"/>
                </a:lnTo>
                <a:lnTo>
                  <a:pt x="10207796" y="1018937"/>
                </a:lnTo>
                <a:lnTo>
                  <a:pt x="10202189" y="1018937"/>
                </a:lnTo>
                <a:lnTo>
                  <a:pt x="10202189" y="1077414"/>
                </a:lnTo>
                <a:lnTo>
                  <a:pt x="10186167" y="1077414"/>
                </a:lnTo>
                <a:lnTo>
                  <a:pt x="10186167" y="1103849"/>
                </a:lnTo>
                <a:lnTo>
                  <a:pt x="10162937" y="1103849"/>
                </a:lnTo>
                <a:lnTo>
                  <a:pt x="10162937" y="1133488"/>
                </a:lnTo>
                <a:lnTo>
                  <a:pt x="10131697" y="1133488"/>
                </a:lnTo>
                <a:lnTo>
                  <a:pt x="10131697" y="1125477"/>
                </a:lnTo>
                <a:lnTo>
                  <a:pt x="10108466" y="1125477"/>
                </a:lnTo>
                <a:lnTo>
                  <a:pt x="10108466" y="1147907"/>
                </a:lnTo>
                <a:lnTo>
                  <a:pt x="10089240" y="1166331"/>
                </a:lnTo>
                <a:lnTo>
                  <a:pt x="10089240" y="1339358"/>
                </a:lnTo>
                <a:lnTo>
                  <a:pt x="10082031" y="1347368"/>
                </a:lnTo>
                <a:lnTo>
                  <a:pt x="10082031" y="1377808"/>
                </a:lnTo>
                <a:lnTo>
                  <a:pt x="10074821" y="1377808"/>
                </a:lnTo>
                <a:lnTo>
                  <a:pt x="10074821" y="1385819"/>
                </a:lnTo>
                <a:lnTo>
                  <a:pt x="10052392" y="1385819"/>
                </a:lnTo>
                <a:lnTo>
                  <a:pt x="10052392" y="785831"/>
                </a:lnTo>
                <a:lnTo>
                  <a:pt x="10016345" y="785831"/>
                </a:lnTo>
                <a:lnTo>
                  <a:pt x="10016345" y="777020"/>
                </a:lnTo>
                <a:lnTo>
                  <a:pt x="10001926" y="777020"/>
                </a:lnTo>
                <a:lnTo>
                  <a:pt x="10001926" y="785030"/>
                </a:lnTo>
                <a:lnTo>
                  <a:pt x="9967481" y="785030"/>
                </a:lnTo>
                <a:lnTo>
                  <a:pt x="9967481" y="563940"/>
                </a:lnTo>
                <a:lnTo>
                  <a:pt x="9917014" y="563940"/>
                </a:lnTo>
                <a:lnTo>
                  <a:pt x="9917014" y="504662"/>
                </a:lnTo>
                <a:lnTo>
                  <a:pt x="9909805" y="504662"/>
                </a:lnTo>
                <a:lnTo>
                  <a:pt x="9909805" y="541511"/>
                </a:lnTo>
                <a:lnTo>
                  <a:pt x="9868951" y="541511"/>
                </a:lnTo>
                <a:lnTo>
                  <a:pt x="9868951" y="528694"/>
                </a:lnTo>
                <a:lnTo>
                  <a:pt x="9863344" y="528694"/>
                </a:lnTo>
                <a:lnTo>
                  <a:pt x="9863344" y="539108"/>
                </a:lnTo>
                <a:lnTo>
                  <a:pt x="9775229" y="539108"/>
                </a:lnTo>
                <a:lnTo>
                  <a:pt x="9775229" y="504662"/>
                </a:lnTo>
                <a:lnTo>
                  <a:pt x="9769621" y="504662"/>
                </a:lnTo>
                <a:lnTo>
                  <a:pt x="9769621" y="552725"/>
                </a:lnTo>
                <a:lnTo>
                  <a:pt x="9756804" y="552725"/>
                </a:lnTo>
                <a:lnTo>
                  <a:pt x="9756804" y="546317"/>
                </a:lnTo>
                <a:lnTo>
                  <a:pt x="9747192" y="546317"/>
                </a:lnTo>
                <a:lnTo>
                  <a:pt x="9747192" y="573553"/>
                </a:lnTo>
                <a:lnTo>
                  <a:pt x="9699129" y="573553"/>
                </a:lnTo>
                <a:lnTo>
                  <a:pt x="9682306" y="585569"/>
                </a:lnTo>
                <a:lnTo>
                  <a:pt x="9682306" y="863533"/>
                </a:lnTo>
                <a:lnTo>
                  <a:pt x="9685510" y="863533"/>
                </a:lnTo>
                <a:lnTo>
                  <a:pt x="9685510" y="877952"/>
                </a:lnTo>
                <a:lnTo>
                  <a:pt x="9682306" y="877952"/>
                </a:lnTo>
                <a:lnTo>
                  <a:pt x="9682306" y="1441091"/>
                </a:lnTo>
                <a:lnTo>
                  <a:pt x="9672694" y="1451505"/>
                </a:lnTo>
                <a:lnTo>
                  <a:pt x="9672694" y="1466725"/>
                </a:lnTo>
                <a:lnTo>
                  <a:pt x="9621426" y="1466725"/>
                </a:lnTo>
                <a:lnTo>
                  <a:pt x="9621426" y="1484348"/>
                </a:lnTo>
                <a:lnTo>
                  <a:pt x="9627835" y="1484348"/>
                </a:lnTo>
                <a:lnTo>
                  <a:pt x="9627835" y="1509181"/>
                </a:lnTo>
                <a:lnTo>
                  <a:pt x="9566955" y="1509181"/>
                </a:lnTo>
                <a:lnTo>
                  <a:pt x="9566955" y="1414657"/>
                </a:lnTo>
                <a:lnTo>
                  <a:pt x="9528505" y="1414657"/>
                </a:lnTo>
                <a:cubicBezTo>
                  <a:pt x="9529305" y="1365793"/>
                  <a:pt x="9528505" y="1312122"/>
                  <a:pt x="9527704" y="1256850"/>
                </a:cubicBezTo>
                <a:cubicBezTo>
                  <a:pt x="9524499" y="1085425"/>
                  <a:pt x="9494861" y="860329"/>
                  <a:pt x="9458814" y="732962"/>
                </a:cubicBezTo>
                <a:cubicBezTo>
                  <a:pt x="9413954" y="571150"/>
                  <a:pt x="9344263" y="485437"/>
                  <a:pt x="9299404" y="485437"/>
                </a:cubicBezTo>
                <a:cubicBezTo>
                  <a:pt x="9254545" y="485437"/>
                  <a:pt x="9184853" y="571150"/>
                  <a:pt x="9139995" y="732962"/>
                </a:cubicBezTo>
                <a:cubicBezTo>
                  <a:pt x="9107953" y="848313"/>
                  <a:pt x="9080717" y="1042969"/>
                  <a:pt x="9072706" y="1205582"/>
                </a:cubicBezTo>
                <a:lnTo>
                  <a:pt x="9024643" y="1205582"/>
                </a:lnTo>
                <a:lnTo>
                  <a:pt x="9024643" y="1191163"/>
                </a:lnTo>
                <a:lnTo>
                  <a:pt x="9003816" y="1191163"/>
                </a:lnTo>
                <a:lnTo>
                  <a:pt x="9003816" y="1202378"/>
                </a:lnTo>
                <a:lnTo>
                  <a:pt x="8988596" y="1202378"/>
                </a:lnTo>
                <a:lnTo>
                  <a:pt x="8988596" y="1199174"/>
                </a:lnTo>
                <a:lnTo>
                  <a:pt x="8974978" y="1199174"/>
                </a:lnTo>
                <a:lnTo>
                  <a:pt x="8974978" y="1210389"/>
                </a:lnTo>
                <a:lnTo>
                  <a:pt x="8914099" y="1210389"/>
                </a:lnTo>
                <a:lnTo>
                  <a:pt x="8914099" y="1238425"/>
                </a:lnTo>
                <a:lnTo>
                  <a:pt x="8878852" y="1238425"/>
                </a:lnTo>
                <a:lnTo>
                  <a:pt x="8878852" y="1372201"/>
                </a:lnTo>
                <a:lnTo>
                  <a:pt x="8866036" y="1372201"/>
                </a:lnTo>
                <a:lnTo>
                  <a:pt x="8866036" y="1423468"/>
                </a:lnTo>
                <a:lnTo>
                  <a:pt x="8843606" y="1423468"/>
                </a:lnTo>
                <a:lnTo>
                  <a:pt x="8843606" y="1306515"/>
                </a:lnTo>
                <a:lnTo>
                  <a:pt x="8835595" y="1306515"/>
                </a:lnTo>
                <a:lnTo>
                  <a:pt x="8835595" y="1335353"/>
                </a:lnTo>
                <a:lnTo>
                  <a:pt x="8797144" y="1335353"/>
                </a:lnTo>
                <a:lnTo>
                  <a:pt x="8797144" y="1223205"/>
                </a:lnTo>
                <a:lnTo>
                  <a:pt x="8753888" y="1223205"/>
                </a:lnTo>
                <a:lnTo>
                  <a:pt x="8753888" y="1204781"/>
                </a:lnTo>
                <a:lnTo>
                  <a:pt x="8685799" y="1204781"/>
                </a:lnTo>
                <a:lnTo>
                  <a:pt x="8685799" y="1155917"/>
                </a:lnTo>
                <a:lnTo>
                  <a:pt x="8673783" y="1155917"/>
                </a:lnTo>
                <a:lnTo>
                  <a:pt x="8673783" y="1201577"/>
                </a:lnTo>
                <a:lnTo>
                  <a:pt x="8659364" y="1201577"/>
                </a:lnTo>
                <a:lnTo>
                  <a:pt x="8659364" y="1215996"/>
                </a:lnTo>
                <a:lnTo>
                  <a:pt x="8646547" y="1215996"/>
                </a:lnTo>
                <a:lnTo>
                  <a:pt x="8646547" y="1244033"/>
                </a:lnTo>
                <a:lnTo>
                  <a:pt x="8604091" y="1244033"/>
                </a:lnTo>
                <a:lnTo>
                  <a:pt x="8604091" y="1393028"/>
                </a:lnTo>
                <a:lnTo>
                  <a:pt x="8569647" y="1393028"/>
                </a:lnTo>
                <a:lnTo>
                  <a:pt x="8569647" y="672082"/>
                </a:lnTo>
                <a:lnTo>
                  <a:pt x="8516776" y="672082"/>
                </a:lnTo>
                <a:lnTo>
                  <a:pt x="8516776" y="647250"/>
                </a:lnTo>
                <a:lnTo>
                  <a:pt x="8522384" y="647250"/>
                </a:lnTo>
                <a:lnTo>
                  <a:pt x="8522384" y="292384"/>
                </a:lnTo>
                <a:lnTo>
                  <a:pt x="8512771" y="292384"/>
                </a:lnTo>
                <a:lnTo>
                  <a:pt x="8512771" y="284373"/>
                </a:lnTo>
                <a:lnTo>
                  <a:pt x="8485536" y="284373"/>
                </a:lnTo>
                <a:lnTo>
                  <a:pt x="8485536" y="289981"/>
                </a:lnTo>
                <a:lnTo>
                  <a:pt x="8262043" y="289981"/>
                </a:lnTo>
                <a:lnTo>
                  <a:pt x="8262043" y="297991"/>
                </a:lnTo>
                <a:lnTo>
                  <a:pt x="8213179" y="297991"/>
                </a:lnTo>
                <a:lnTo>
                  <a:pt x="8213179" y="285174"/>
                </a:lnTo>
                <a:lnTo>
                  <a:pt x="8195555" y="285174"/>
                </a:lnTo>
                <a:lnTo>
                  <a:pt x="8195555" y="1401039"/>
                </a:lnTo>
                <a:lnTo>
                  <a:pt x="8138681" y="1401039"/>
                </a:lnTo>
                <a:lnTo>
                  <a:pt x="8138681" y="1415458"/>
                </a:lnTo>
                <a:lnTo>
                  <a:pt x="8123461" y="1415458"/>
                </a:lnTo>
                <a:lnTo>
                  <a:pt x="8123461" y="1409049"/>
                </a:lnTo>
                <a:lnTo>
                  <a:pt x="8067387" y="1409049"/>
                </a:lnTo>
                <a:lnTo>
                  <a:pt x="8067387" y="1354578"/>
                </a:lnTo>
                <a:lnTo>
                  <a:pt x="8060979" y="1354578"/>
                </a:lnTo>
                <a:lnTo>
                  <a:pt x="8060979" y="1438688"/>
                </a:lnTo>
                <a:lnTo>
                  <a:pt x="8000099" y="1438688"/>
                </a:lnTo>
                <a:lnTo>
                  <a:pt x="8000099" y="1563652"/>
                </a:lnTo>
                <a:lnTo>
                  <a:pt x="7994492" y="1563652"/>
                </a:lnTo>
                <a:lnTo>
                  <a:pt x="7965654" y="1303311"/>
                </a:lnTo>
                <a:lnTo>
                  <a:pt x="7965654" y="805057"/>
                </a:lnTo>
                <a:lnTo>
                  <a:pt x="7626809" y="805057"/>
                </a:lnTo>
                <a:lnTo>
                  <a:pt x="7626809" y="1364190"/>
                </a:lnTo>
                <a:lnTo>
                  <a:pt x="7586756" y="1364190"/>
                </a:lnTo>
                <a:lnTo>
                  <a:pt x="7586756" y="1374604"/>
                </a:lnTo>
                <a:lnTo>
                  <a:pt x="7564327" y="1374604"/>
                </a:lnTo>
                <a:lnTo>
                  <a:pt x="7564327" y="1031754"/>
                </a:lnTo>
                <a:lnTo>
                  <a:pt x="7555516" y="1031754"/>
                </a:lnTo>
                <a:lnTo>
                  <a:pt x="7555516" y="867539"/>
                </a:lnTo>
                <a:lnTo>
                  <a:pt x="7502646" y="867539"/>
                </a:lnTo>
                <a:lnTo>
                  <a:pt x="7502646" y="809863"/>
                </a:lnTo>
                <a:lnTo>
                  <a:pt x="7481819" y="809863"/>
                </a:lnTo>
                <a:lnTo>
                  <a:pt x="7481819" y="821078"/>
                </a:lnTo>
                <a:lnTo>
                  <a:pt x="7435358" y="821078"/>
                </a:lnTo>
                <a:lnTo>
                  <a:pt x="7435358" y="809062"/>
                </a:lnTo>
                <a:lnTo>
                  <a:pt x="7381688" y="809062"/>
                </a:lnTo>
                <a:lnTo>
                  <a:pt x="7381688" y="820277"/>
                </a:lnTo>
                <a:lnTo>
                  <a:pt x="7356855" y="820277"/>
                </a:lnTo>
                <a:lnTo>
                  <a:pt x="7356855" y="935628"/>
                </a:lnTo>
                <a:lnTo>
                  <a:pt x="7297577" y="935628"/>
                </a:lnTo>
                <a:lnTo>
                  <a:pt x="7297577" y="1091833"/>
                </a:lnTo>
                <a:lnTo>
                  <a:pt x="7282357" y="1091833"/>
                </a:lnTo>
                <a:lnTo>
                  <a:pt x="7273546" y="1101446"/>
                </a:lnTo>
                <a:lnTo>
                  <a:pt x="7273546" y="1331347"/>
                </a:lnTo>
                <a:lnTo>
                  <a:pt x="7254320" y="1331347"/>
                </a:lnTo>
                <a:lnTo>
                  <a:pt x="7254320" y="1422667"/>
                </a:lnTo>
                <a:lnTo>
                  <a:pt x="7187032" y="1422667"/>
                </a:lnTo>
                <a:lnTo>
                  <a:pt x="7062869" y="416547"/>
                </a:lnTo>
                <a:lnTo>
                  <a:pt x="6476500" y="525490"/>
                </a:lnTo>
                <a:lnTo>
                  <a:pt x="6337918" y="631228"/>
                </a:lnTo>
                <a:lnTo>
                  <a:pt x="6250603" y="1228012"/>
                </a:lnTo>
                <a:lnTo>
                  <a:pt x="6224168" y="1228012"/>
                </a:lnTo>
                <a:lnTo>
                  <a:pt x="6224168" y="1199174"/>
                </a:lnTo>
                <a:lnTo>
                  <a:pt x="6214556" y="1199174"/>
                </a:lnTo>
                <a:lnTo>
                  <a:pt x="6214556" y="1124676"/>
                </a:lnTo>
                <a:lnTo>
                  <a:pt x="6197734" y="1124676"/>
                </a:lnTo>
                <a:lnTo>
                  <a:pt x="6197734" y="1135090"/>
                </a:lnTo>
                <a:lnTo>
                  <a:pt x="6134451" y="1135090"/>
                </a:lnTo>
                <a:lnTo>
                  <a:pt x="6134451" y="1212792"/>
                </a:lnTo>
                <a:lnTo>
                  <a:pt x="6059152" y="1212792"/>
                </a:lnTo>
                <a:lnTo>
                  <a:pt x="6059152" y="1232017"/>
                </a:lnTo>
                <a:lnTo>
                  <a:pt x="6064759" y="1232017"/>
                </a:lnTo>
                <a:lnTo>
                  <a:pt x="6064759" y="1318531"/>
                </a:lnTo>
                <a:lnTo>
                  <a:pt x="6042330" y="1318531"/>
                </a:lnTo>
                <a:lnTo>
                  <a:pt x="6042330" y="1562050"/>
                </a:lnTo>
                <a:lnTo>
                  <a:pt x="6003879" y="1562050"/>
                </a:lnTo>
                <a:lnTo>
                  <a:pt x="6003879" y="1539621"/>
                </a:lnTo>
                <a:lnTo>
                  <a:pt x="5962225" y="1539621"/>
                </a:lnTo>
                <a:lnTo>
                  <a:pt x="5962225" y="1489955"/>
                </a:lnTo>
                <a:lnTo>
                  <a:pt x="5954214" y="1489955"/>
                </a:lnTo>
                <a:lnTo>
                  <a:pt x="5954214" y="1283284"/>
                </a:lnTo>
                <a:lnTo>
                  <a:pt x="5898140" y="1283284"/>
                </a:lnTo>
                <a:cubicBezTo>
                  <a:pt x="5898140" y="1283284"/>
                  <a:pt x="5874910" y="841104"/>
                  <a:pt x="5860491" y="620815"/>
                </a:cubicBezTo>
                <a:cubicBezTo>
                  <a:pt x="5846072" y="400526"/>
                  <a:pt x="5818837" y="28838"/>
                  <a:pt x="5818837" y="28838"/>
                </a:cubicBezTo>
                <a:lnTo>
                  <a:pt x="5782789" y="16021"/>
                </a:lnTo>
                <a:lnTo>
                  <a:pt x="5777182" y="16021"/>
                </a:lnTo>
                <a:lnTo>
                  <a:pt x="5777182" y="20026"/>
                </a:lnTo>
                <a:lnTo>
                  <a:pt x="5659427" y="20026"/>
                </a:lnTo>
                <a:lnTo>
                  <a:pt x="5659427" y="0"/>
                </a:lnTo>
                <a:lnTo>
                  <a:pt x="5647412" y="0"/>
                </a:lnTo>
                <a:lnTo>
                  <a:pt x="5647412" y="16021"/>
                </a:lnTo>
                <a:lnTo>
                  <a:pt x="5598548" y="16021"/>
                </a:lnTo>
                <a:cubicBezTo>
                  <a:pt x="5598548" y="16021"/>
                  <a:pt x="5582527" y="549521"/>
                  <a:pt x="5580123" y="686501"/>
                </a:cubicBezTo>
                <a:cubicBezTo>
                  <a:pt x="5577720" y="822680"/>
                  <a:pt x="5580123" y="1188760"/>
                  <a:pt x="5580123" y="1188760"/>
                </a:cubicBezTo>
                <a:lnTo>
                  <a:pt x="5557694" y="1188760"/>
                </a:lnTo>
                <a:lnTo>
                  <a:pt x="5557694" y="1272871"/>
                </a:lnTo>
                <a:lnTo>
                  <a:pt x="5543275" y="1272871"/>
                </a:lnTo>
                <a:lnTo>
                  <a:pt x="5543275" y="1292897"/>
                </a:lnTo>
                <a:lnTo>
                  <a:pt x="5496814" y="1292897"/>
                </a:lnTo>
                <a:lnTo>
                  <a:pt x="5496814" y="1256850"/>
                </a:lnTo>
                <a:lnTo>
                  <a:pt x="5475186" y="1256850"/>
                </a:lnTo>
                <a:lnTo>
                  <a:pt x="5475186" y="1273672"/>
                </a:lnTo>
                <a:lnTo>
                  <a:pt x="5368646" y="1273672"/>
                </a:lnTo>
                <a:lnTo>
                  <a:pt x="5368646" y="948445"/>
                </a:lnTo>
                <a:lnTo>
                  <a:pt x="5282132" y="948445"/>
                </a:lnTo>
                <a:lnTo>
                  <a:pt x="5282132" y="930021"/>
                </a:lnTo>
                <a:lnTo>
                  <a:pt x="5246085" y="930021"/>
                </a:lnTo>
                <a:lnTo>
                  <a:pt x="5242080" y="938832"/>
                </a:lnTo>
                <a:lnTo>
                  <a:pt x="5143550" y="938832"/>
                </a:lnTo>
                <a:lnTo>
                  <a:pt x="5143550" y="961262"/>
                </a:lnTo>
                <a:lnTo>
                  <a:pt x="5109105" y="961262"/>
                </a:lnTo>
                <a:lnTo>
                  <a:pt x="5109105" y="1134289"/>
                </a:lnTo>
                <a:lnTo>
                  <a:pt x="5089079" y="1153514"/>
                </a:lnTo>
                <a:lnTo>
                  <a:pt x="5089079" y="1202378"/>
                </a:lnTo>
                <a:lnTo>
                  <a:pt x="5076262" y="1202378"/>
                </a:lnTo>
                <a:lnTo>
                  <a:pt x="5076262" y="1262457"/>
                </a:lnTo>
                <a:lnTo>
                  <a:pt x="4999361" y="1262457"/>
                </a:lnTo>
                <a:lnTo>
                  <a:pt x="4999361" y="1314525"/>
                </a:lnTo>
                <a:lnTo>
                  <a:pt x="4974529" y="1314525"/>
                </a:lnTo>
                <a:lnTo>
                  <a:pt x="4974529" y="1568459"/>
                </a:lnTo>
                <a:lnTo>
                  <a:pt x="4953701" y="1568459"/>
                </a:lnTo>
                <a:lnTo>
                  <a:pt x="4953701" y="904387"/>
                </a:lnTo>
                <a:lnTo>
                  <a:pt x="4898429" y="904387"/>
                </a:lnTo>
                <a:lnTo>
                  <a:pt x="4898429" y="890769"/>
                </a:lnTo>
                <a:lnTo>
                  <a:pt x="4743024" y="890769"/>
                </a:lnTo>
                <a:lnTo>
                  <a:pt x="4743024" y="901984"/>
                </a:lnTo>
                <a:lnTo>
                  <a:pt x="4705375" y="901984"/>
                </a:lnTo>
                <a:lnTo>
                  <a:pt x="4705375" y="1249640"/>
                </a:lnTo>
                <a:lnTo>
                  <a:pt x="4694161" y="1249640"/>
                </a:lnTo>
                <a:lnTo>
                  <a:pt x="4694161" y="1229614"/>
                </a:lnTo>
                <a:lnTo>
                  <a:pt x="4678140" y="1229614"/>
                </a:lnTo>
                <a:lnTo>
                  <a:pt x="4678140" y="1207184"/>
                </a:lnTo>
                <a:lnTo>
                  <a:pt x="4578809" y="1207184"/>
                </a:lnTo>
                <a:lnTo>
                  <a:pt x="4578809" y="1147106"/>
                </a:lnTo>
                <a:lnTo>
                  <a:pt x="4571600" y="1147106"/>
                </a:lnTo>
                <a:lnTo>
                  <a:pt x="4571600" y="1259253"/>
                </a:lnTo>
                <a:lnTo>
                  <a:pt x="4537155" y="1256850"/>
                </a:lnTo>
                <a:lnTo>
                  <a:pt x="4537155" y="986895"/>
                </a:lnTo>
                <a:lnTo>
                  <a:pt x="4532348" y="979686"/>
                </a:lnTo>
                <a:lnTo>
                  <a:pt x="4516327" y="979686"/>
                </a:lnTo>
                <a:lnTo>
                  <a:pt x="4516327" y="967670"/>
                </a:lnTo>
                <a:lnTo>
                  <a:pt x="4470667" y="967670"/>
                </a:lnTo>
                <a:lnTo>
                  <a:pt x="4470667" y="950047"/>
                </a:lnTo>
                <a:lnTo>
                  <a:pt x="4367332" y="950047"/>
                </a:lnTo>
                <a:lnTo>
                  <a:pt x="4367332" y="954052"/>
                </a:lnTo>
                <a:lnTo>
                  <a:pt x="4361724" y="954052"/>
                </a:lnTo>
                <a:lnTo>
                  <a:pt x="4361724" y="942837"/>
                </a:lnTo>
                <a:lnTo>
                  <a:pt x="4346504" y="942837"/>
                </a:lnTo>
                <a:lnTo>
                  <a:pt x="4346504" y="971675"/>
                </a:lnTo>
                <a:lnTo>
                  <a:pt x="4296038" y="971675"/>
                </a:lnTo>
                <a:lnTo>
                  <a:pt x="4296038" y="983691"/>
                </a:lnTo>
                <a:lnTo>
                  <a:pt x="4158257" y="983691"/>
                </a:lnTo>
                <a:lnTo>
                  <a:pt x="4158257" y="997309"/>
                </a:lnTo>
                <a:lnTo>
                  <a:pt x="4098979" y="997309"/>
                </a:lnTo>
                <a:lnTo>
                  <a:pt x="4098979" y="1199174"/>
                </a:lnTo>
                <a:lnTo>
                  <a:pt x="4050115" y="1199174"/>
                </a:lnTo>
                <a:lnTo>
                  <a:pt x="4050115" y="1181551"/>
                </a:lnTo>
                <a:lnTo>
                  <a:pt x="3981225" y="1181551"/>
                </a:lnTo>
                <a:lnTo>
                  <a:pt x="3981225" y="1189561"/>
                </a:lnTo>
                <a:lnTo>
                  <a:pt x="3965204" y="1189561"/>
                </a:lnTo>
                <a:lnTo>
                  <a:pt x="3965204" y="1173540"/>
                </a:lnTo>
                <a:lnTo>
                  <a:pt x="3933162" y="1173540"/>
                </a:lnTo>
                <a:lnTo>
                  <a:pt x="3933162" y="1191964"/>
                </a:lnTo>
                <a:lnTo>
                  <a:pt x="3903523" y="1191964"/>
                </a:lnTo>
                <a:lnTo>
                  <a:pt x="3903523" y="1058189"/>
                </a:lnTo>
                <a:lnTo>
                  <a:pt x="3896313" y="1058189"/>
                </a:lnTo>
                <a:lnTo>
                  <a:pt x="3896313" y="1067801"/>
                </a:lnTo>
                <a:lnTo>
                  <a:pt x="3873884" y="1067801"/>
                </a:lnTo>
                <a:lnTo>
                  <a:pt x="3873884" y="945241"/>
                </a:lnTo>
                <a:lnTo>
                  <a:pt x="3856261" y="945241"/>
                </a:lnTo>
                <a:lnTo>
                  <a:pt x="3856261" y="953251"/>
                </a:lnTo>
                <a:lnTo>
                  <a:pt x="3839439" y="953251"/>
                </a:lnTo>
                <a:lnTo>
                  <a:pt x="3839439" y="949246"/>
                </a:lnTo>
                <a:lnTo>
                  <a:pt x="3821816" y="949246"/>
                </a:lnTo>
                <a:lnTo>
                  <a:pt x="3821816" y="952450"/>
                </a:lnTo>
                <a:lnTo>
                  <a:pt x="3771349" y="952450"/>
                </a:lnTo>
                <a:lnTo>
                  <a:pt x="3771349" y="966068"/>
                </a:lnTo>
                <a:lnTo>
                  <a:pt x="3717679" y="966068"/>
                </a:lnTo>
                <a:lnTo>
                  <a:pt x="3717679" y="913199"/>
                </a:lnTo>
                <a:lnTo>
                  <a:pt x="3714475" y="913199"/>
                </a:lnTo>
                <a:lnTo>
                  <a:pt x="3714475" y="966869"/>
                </a:lnTo>
                <a:lnTo>
                  <a:pt x="3687239" y="966869"/>
                </a:lnTo>
                <a:lnTo>
                  <a:pt x="3687239" y="986895"/>
                </a:lnTo>
                <a:lnTo>
                  <a:pt x="3657600" y="986895"/>
                </a:lnTo>
                <a:lnTo>
                  <a:pt x="3602328" y="1003717"/>
                </a:lnTo>
                <a:lnTo>
                  <a:pt x="3602328" y="1022141"/>
                </a:lnTo>
                <a:lnTo>
                  <a:pt x="3594317" y="1022141"/>
                </a:lnTo>
                <a:lnTo>
                  <a:pt x="3594317" y="1012529"/>
                </a:lnTo>
                <a:lnTo>
                  <a:pt x="3545453" y="1012529"/>
                </a:lnTo>
                <a:lnTo>
                  <a:pt x="3545453" y="461406"/>
                </a:lnTo>
                <a:lnTo>
                  <a:pt x="3402866" y="461406"/>
                </a:lnTo>
                <a:lnTo>
                  <a:pt x="3402866" y="437374"/>
                </a:lnTo>
                <a:lnTo>
                  <a:pt x="3394855" y="437374"/>
                </a:lnTo>
                <a:lnTo>
                  <a:pt x="3394855" y="449390"/>
                </a:lnTo>
                <a:lnTo>
                  <a:pt x="3281106" y="449390"/>
                </a:lnTo>
                <a:lnTo>
                  <a:pt x="3281106" y="781826"/>
                </a:lnTo>
                <a:lnTo>
                  <a:pt x="3208210" y="781826"/>
                </a:lnTo>
                <a:lnTo>
                  <a:pt x="3208210" y="1120671"/>
                </a:lnTo>
                <a:lnTo>
                  <a:pt x="3172163" y="1120671"/>
                </a:lnTo>
                <a:lnTo>
                  <a:pt x="3172163" y="759397"/>
                </a:lnTo>
                <a:lnTo>
                  <a:pt x="2893397" y="759397"/>
                </a:lnTo>
                <a:lnTo>
                  <a:pt x="2893397" y="1132687"/>
                </a:lnTo>
                <a:lnTo>
                  <a:pt x="2881382" y="1132687"/>
                </a:lnTo>
                <a:lnTo>
                  <a:pt x="2881382" y="1173540"/>
                </a:lnTo>
                <a:lnTo>
                  <a:pt x="2840528" y="1173540"/>
                </a:lnTo>
                <a:lnTo>
                  <a:pt x="2840528" y="1115063"/>
                </a:lnTo>
                <a:lnTo>
                  <a:pt x="2830915" y="1115063"/>
                </a:lnTo>
                <a:lnTo>
                  <a:pt x="2830915" y="1275274"/>
                </a:lnTo>
                <a:lnTo>
                  <a:pt x="2806083" y="1275274"/>
                </a:lnTo>
                <a:lnTo>
                  <a:pt x="2806083" y="1452306"/>
                </a:lnTo>
                <a:lnTo>
                  <a:pt x="2783653" y="1452306"/>
                </a:lnTo>
                <a:lnTo>
                  <a:pt x="2783653" y="1422667"/>
                </a:lnTo>
                <a:lnTo>
                  <a:pt x="2754014" y="1422667"/>
                </a:lnTo>
                <a:lnTo>
                  <a:pt x="2754014" y="1161524"/>
                </a:lnTo>
                <a:lnTo>
                  <a:pt x="2726779" y="1161524"/>
                </a:lnTo>
                <a:lnTo>
                  <a:pt x="2726779" y="990099"/>
                </a:lnTo>
                <a:lnTo>
                  <a:pt x="2701946" y="990099"/>
                </a:lnTo>
                <a:lnTo>
                  <a:pt x="2701946" y="903586"/>
                </a:lnTo>
                <a:lnTo>
                  <a:pt x="2698742" y="903586"/>
                </a:lnTo>
                <a:lnTo>
                  <a:pt x="2698742" y="955654"/>
                </a:lnTo>
                <a:lnTo>
                  <a:pt x="2673108" y="938832"/>
                </a:lnTo>
                <a:lnTo>
                  <a:pt x="2673108" y="909193"/>
                </a:lnTo>
                <a:lnTo>
                  <a:pt x="2659490" y="893172"/>
                </a:lnTo>
                <a:lnTo>
                  <a:pt x="2659490" y="873146"/>
                </a:lnTo>
                <a:lnTo>
                  <a:pt x="2651480" y="873146"/>
                </a:lnTo>
                <a:lnTo>
                  <a:pt x="2557757" y="961262"/>
                </a:lnTo>
                <a:lnTo>
                  <a:pt x="2557757" y="968471"/>
                </a:lnTo>
                <a:lnTo>
                  <a:pt x="2545741" y="978885"/>
                </a:lnTo>
                <a:lnTo>
                  <a:pt x="2545741" y="991702"/>
                </a:lnTo>
                <a:lnTo>
                  <a:pt x="2515301" y="991702"/>
                </a:lnTo>
                <a:lnTo>
                  <a:pt x="2515301" y="1124676"/>
                </a:lnTo>
                <a:lnTo>
                  <a:pt x="2503285" y="1124676"/>
                </a:lnTo>
                <a:lnTo>
                  <a:pt x="2503285" y="1271268"/>
                </a:lnTo>
                <a:lnTo>
                  <a:pt x="2496076" y="1271268"/>
                </a:lnTo>
                <a:lnTo>
                  <a:pt x="2496076" y="1284085"/>
                </a:lnTo>
                <a:lnTo>
                  <a:pt x="2475248" y="1306515"/>
                </a:lnTo>
                <a:lnTo>
                  <a:pt x="2475248" y="1322536"/>
                </a:lnTo>
                <a:lnTo>
                  <a:pt x="2448013" y="1322536"/>
                </a:lnTo>
                <a:lnTo>
                  <a:pt x="2448013" y="1340159"/>
                </a:lnTo>
                <a:lnTo>
                  <a:pt x="2453620" y="1340159"/>
                </a:lnTo>
                <a:lnTo>
                  <a:pt x="2453620" y="1390625"/>
                </a:lnTo>
                <a:lnTo>
                  <a:pt x="2413567" y="1390625"/>
                </a:lnTo>
                <a:lnTo>
                  <a:pt x="2413567" y="1419463"/>
                </a:lnTo>
                <a:lnTo>
                  <a:pt x="2410363" y="1416259"/>
                </a:lnTo>
                <a:lnTo>
                  <a:pt x="2403955" y="1407447"/>
                </a:lnTo>
                <a:lnTo>
                  <a:pt x="2382326" y="1407447"/>
                </a:lnTo>
                <a:lnTo>
                  <a:pt x="2382326" y="1398636"/>
                </a:lnTo>
                <a:lnTo>
                  <a:pt x="2363902" y="1398636"/>
                </a:lnTo>
                <a:lnTo>
                  <a:pt x="2363902" y="1391426"/>
                </a:lnTo>
                <a:lnTo>
                  <a:pt x="2348682" y="1391426"/>
                </a:lnTo>
                <a:lnTo>
                  <a:pt x="2340672" y="1384217"/>
                </a:lnTo>
                <a:lnTo>
                  <a:pt x="2340672" y="1374604"/>
                </a:lnTo>
                <a:lnTo>
                  <a:pt x="2312635" y="1374604"/>
                </a:lnTo>
                <a:lnTo>
                  <a:pt x="2312635" y="1368997"/>
                </a:lnTo>
                <a:lnTo>
                  <a:pt x="2303824" y="1368997"/>
                </a:lnTo>
                <a:lnTo>
                  <a:pt x="2303824" y="1374604"/>
                </a:lnTo>
                <a:lnTo>
                  <a:pt x="2265373" y="1374604"/>
                </a:lnTo>
                <a:lnTo>
                  <a:pt x="2265373" y="1408248"/>
                </a:lnTo>
                <a:lnTo>
                  <a:pt x="2238137" y="1408248"/>
                </a:lnTo>
                <a:lnTo>
                  <a:pt x="2238137" y="1429076"/>
                </a:lnTo>
                <a:lnTo>
                  <a:pt x="2227724" y="1429076"/>
                </a:lnTo>
                <a:lnTo>
                  <a:pt x="2227724" y="1437887"/>
                </a:lnTo>
                <a:lnTo>
                  <a:pt x="2181263" y="1437887"/>
                </a:lnTo>
                <a:lnTo>
                  <a:pt x="2181263" y="1335353"/>
                </a:lnTo>
                <a:lnTo>
                  <a:pt x="2178860" y="1335353"/>
                </a:lnTo>
                <a:lnTo>
                  <a:pt x="2178860" y="1254446"/>
                </a:lnTo>
                <a:lnTo>
                  <a:pt x="2182865" y="1254446"/>
                </a:lnTo>
                <a:lnTo>
                  <a:pt x="2182865" y="1236022"/>
                </a:lnTo>
                <a:cubicBezTo>
                  <a:pt x="2182865" y="1236022"/>
                  <a:pt x="2183666" y="1210389"/>
                  <a:pt x="2174854" y="1210389"/>
                </a:cubicBezTo>
                <a:lnTo>
                  <a:pt x="2162838" y="1210389"/>
                </a:lnTo>
                <a:lnTo>
                  <a:pt x="2162838" y="1195169"/>
                </a:lnTo>
                <a:cubicBezTo>
                  <a:pt x="2162838" y="1195169"/>
                  <a:pt x="2132399" y="1169535"/>
                  <a:pt x="2084336" y="1159922"/>
                </a:cubicBezTo>
                <a:cubicBezTo>
                  <a:pt x="2036272" y="1150310"/>
                  <a:pt x="2008236" y="1151111"/>
                  <a:pt x="2008236" y="1151111"/>
                </a:cubicBezTo>
                <a:lnTo>
                  <a:pt x="2004230" y="1157519"/>
                </a:lnTo>
                <a:lnTo>
                  <a:pt x="1994618" y="1157519"/>
                </a:lnTo>
                <a:lnTo>
                  <a:pt x="1994618" y="1114262"/>
                </a:lnTo>
                <a:lnTo>
                  <a:pt x="1990612" y="1114262"/>
                </a:lnTo>
                <a:lnTo>
                  <a:pt x="1990612" y="1157519"/>
                </a:lnTo>
                <a:lnTo>
                  <a:pt x="1973790" y="1157519"/>
                </a:lnTo>
                <a:lnTo>
                  <a:pt x="1973790" y="1121472"/>
                </a:lnTo>
                <a:lnTo>
                  <a:pt x="1968183" y="1121472"/>
                </a:lnTo>
                <a:lnTo>
                  <a:pt x="1956167" y="1109456"/>
                </a:lnTo>
                <a:lnTo>
                  <a:pt x="1952963" y="1109456"/>
                </a:lnTo>
                <a:lnTo>
                  <a:pt x="1952963" y="1134289"/>
                </a:lnTo>
                <a:lnTo>
                  <a:pt x="1933738" y="1134289"/>
                </a:lnTo>
                <a:lnTo>
                  <a:pt x="1933738" y="1142299"/>
                </a:lnTo>
                <a:lnTo>
                  <a:pt x="1938544" y="1145503"/>
                </a:lnTo>
                <a:lnTo>
                  <a:pt x="1938544" y="1150310"/>
                </a:lnTo>
                <a:lnTo>
                  <a:pt x="1866449" y="1150310"/>
                </a:lnTo>
                <a:lnTo>
                  <a:pt x="1866449" y="1157519"/>
                </a:lnTo>
                <a:cubicBezTo>
                  <a:pt x="1866449" y="1157519"/>
                  <a:pt x="1820790" y="1164729"/>
                  <a:pt x="1794355" y="1171137"/>
                </a:cubicBezTo>
                <a:cubicBezTo>
                  <a:pt x="1767920" y="1178347"/>
                  <a:pt x="1736679" y="1192765"/>
                  <a:pt x="1736679" y="1192765"/>
                </a:cubicBezTo>
                <a:lnTo>
                  <a:pt x="1729470" y="1192765"/>
                </a:lnTo>
                <a:lnTo>
                  <a:pt x="1729470" y="1207184"/>
                </a:lnTo>
                <a:lnTo>
                  <a:pt x="1721459" y="1207184"/>
                </a:lnTo>
                <a:lnTo>
                  <a:pt x="1721459" y="1203179"/>
                </a:lnTo>
                <a:lnTo>
                  <a:pt x="1703836" y="1203179"/>
                </a:lnTo>
                <a:lnTo>
                  <a:pt x="1703836" y="1207184"/>
                </a:lnTo>
                <a:lnTo>
                  <a:pt x="1698229" y="1207184"/>
                </a:lnTo>
                <a:cubicBezTo>
                  <a:pt x="1698229" y="1207184"/>
                  <a:pt x="1682208" y="1215996"/>
                  <a:pt x="1668590" y="1227211"/>
                </a:cubicBezTo>
                <a:cubicBezTo>
                  <a:pt x="1654972" y="1237624"/>
                  <a:pt x="1647762" y="1246436"/>
                  <a:pt x="1647762" y="1246436"/>
                </a:cubicBezTo>
                <a:lnTo>
                  <a:pt x="1647762" y="1331347"/>
                </a:lnTo>
                <a:lnTo>
                  <a:pt x="1642956" y="1331347"/>
                </a:lnTo>
                <a:lnTo>
                  <a:pt x="1642956" y="1406646"/>
                </a:lnTo>
                <a:lnTo>
                  <a:pt x="1590087" y="1406646"/>
                </a:lnTo>
                <a:lnTo>
                  <a:pt x="1590087" y="1416259"/>
                </a:lnTo>
                <a:lnTo>
                  <a:pt x="1582877" y="1416259"/>
                </a:lnTo>
                <a:lnTo>
                  <a:pt x="1582877" y="1421065"/>
                </a:lnTo>
                <a:lnTo>
                  <a:pt x="1556443" y="1421065"/>
                </a:lnTo>
                <a:lnTo>
                  <a:pt x="1556443" y="1426672"/>
                </a:lnTo>
                <a:lnTo>
                  <a:pt x="1546830" y="1426672"/>
                </a:lnTo>
                <a:lnTo>
                  <a:pt x="1546830" y="1429877"/>
                </a:lnTo>
                <a:lnTo>
                  <a:pt x="1543626" y="1429877"/>
                </a:lnTo>
                <a:lnTo>
                  <a:pt x="1543626" y="1420264"/>
                </a:lnTo>
                <a:lnTo>
                  <a:pt x="1517992" y="1420264"/>
                </a:lnTo>
                <a:lnTo>
                  <a:pt x="1517992" y="1441091"/>
                </a:lnTo>
                <a:lnTo>
                  <a:pt x="1522799" y="1441091"/>
                </a:lnTo>
                <a:lnTo>
                  <a:pt x="1522799" y="1457913"/>
                </a:lnTo>
                <a:lnTo>
                  <a:pt x="1493160" y="1457913"/>
                </a:lnTo>
                <a:lnTo>
                  <a:pt x="1493160" y="1527605"/>
                </a:lnTo>
                <a:lnTo>
                  <a:pt x="1458714" y="1527605"/>
                </a:lnTo>
                <a:lnTo>
                  <a:pt x="1435484" y="1010927"/>
                </a:lnTo>
                <a:lnTo>
                  <a:pt x="1449903" y="1006120"/>
                </a:lnTo>
                <a:lnTo>
                  <a:pt x="1449903" y="962864"/>
                </a:lnTo>
                <a:lnTo>
                  <a:pt x="1455510" y="955654"/>
                </a:lnTo>
                <a:lnTo>
                  <a:pt x="1455510" y="929220"/>
                </a:lnTo>
                <a:lnTo>
                  <a:pt x="1470730" y="920408"/>
                </a:lnTo>
                <a:lnTo>
                  <a:pt x="1478741" y="914000"/>
                </a:lnTo>
                <a:lnTo>
                  <a:pt x="1492359" y="883560"/>
                </a:lnTo>
                <a:lnTo>
                  <a:pt x="1492359" y="858727"/>
                </a:lnTo>
                <a:lnTo>
                  <a:pt x="1488353" y="857125"/>
                </a:lnTo>
                <a:lnTo>
                  <a:pt x="1488353" y="850716"/>
                </a:lnTo>
                <a:lnTo>
                  <a:pt x="1485950" y="849114"/>
                </a:lnTo>
                <a:lnTo>
                  <a:pt x="1485950" y="846711"/>
                </a:lnTo>
                <a:lnTo>
                  <a:pt x="1483547" y="845109"/>
                </a:lnTo>
                <a:lnTo>
                  <a:pt x="1483547" y="841104"/>
                </a:lnTo>
                <a:lnTo>
                  <a:pt x="1454709" y="834695"/>
                </a:lnTo>
                <a:lnTo>
                  <a:pt x="1457112" y="831491"/>
                </a:lnTo>
                <a:lnTo>
                  <a:pt x="1463521" y="806659"/>
                </a:lnTo>
                <a:lnTo>
                  <a:pt x="1463521" y="802653"/>
                </a:lnTo>
                <a:lnTo>
                  <a:pt x="1461117" y="802653"/>
                </a:lnTo>
                <a:lnTo>
                  <a:pt x="1461117" y="805057"/>
                </a:lnTo>
                <a:lnTo>
                  <a:pt x="1438688" y="791439"/>
                </a:lnTo>
                <a:lnTo>
                  <a:pt x="1438688" y="771412"/>
                </a:lnTo>
                <a:lnTo>
                  <a:pt x="1433882" y="771412"/>
                </a:lnTo>
                <a:lnTo>
                  <a:pt x="1433882" y="765805"/>
                </a:lnTo>
                <a:lnTo>
                  <a:pt x="1425070" y="764203"/>
                </a:lnTo>
                <a:lnTo>
                  <a:pt x="1423468" y="641642"/>
                </a:lnTo>
                <a:lnTo>
                  <a:pt x="1425070" y="639239"/>
                </a:lnTo>
                <a:lnTo>
                  <a:pt x="1425070" y="635234"/>
                </a:lnTo>
                <a:lnTo>
                  <a:pt x="1421065" y="633632"/>
                </a:lnTo>
                <a:lnTo>
                  <a:pt x="1423468" y="535102"/>
                </a:lnTo>
                <a:lnTo>
                  <a:pt x="1425871" y="528694"/>
                </a:lnTo>
                <a:lnTo>
                  <a:pt x="1421866" y="526291"/>
                </a:lnTo>
                <a:lnTo>
                  <a:pt x="1421866" y="521484"/>
                </a:lnTo>
                <a:lnTo>
                  <a:pt x="1418662" y="519081"/>
                </a:lnTo>
                <a:lnTo>
                  <a:pt x="1417861" y="417348"/>
                </a:lnTo>
                <a:lnTo>
                  <a:pt x="1423468" y="417348"/>
                </a:lnTo>
                <a:lnTo>
                  <a:pt x="1423468" y="412541"/>
                </a:lnTo>
                <a:lnTo>
                  <a:pt x="1417060" y="412541"/>
                </a:lnTo>
                <a:lnTo>
                  <a:pt x="1417060" y="410138"/>
                </a:lnTo>
                <a:lnTo>
                  <a:pt x="1420264" y="408536"/>
                </a:lnTo>
                <a:lnTo>
                  <a:pt x="1420264" y="406133"/>
                </a:lnTo>
                <a:lnTo>
                  <a:pt x="1421065" y="404531"/>
                </a:lnTo>
                <a:lnTo>
                  <a:pt x="1421065" y="401327"/>
                </a:lnTo>
                <a:lnTo>
                  <a:pt x="1416259" y="400526"/>
                </a:lnTo>
                <a:lnTo>
                  <a:pt x="1416259" y="286776"/>
                </a:lnTo>
                <a:lnTo>
                  <a:pt x="1417060" y="286776"/>
                </a:lnTo>
                <a:lnTo>
                  <a:pt x="1417060" y="284373"/>
                </a:lnTo>
                <a:lnTo>
                  <a:pt x="1414657" y="284373"/>
                </a:lnTo>
                <a:lnTo>
                  <a:pt x="1414657" y="266750"/>
                </a:lnTo>
                <a:lnTo>
                  <a:pt x="1412253" y="265148"/>
                </a:lnTo>
                <a:lnTo>
                  <a:pt x="1409850" y="266750"/>
                </a:lnTo>
                <a:lnTo>
                  <a:pt x="1409850" y="284373"/>
                </a:lnTo>
                <a:lnTo>
                  <a:pt x="1407447" y="284373"/>
                </a:lnTo>
                <a:lnTo>
                  <a:pt x="1407447" y="286776"/>
                </a:lnTo>
                <a:lnTo>
                  <a:pt x="1408248" y="286776"/>
                </a:lnTo>
                <a:lnTo>
                  <a:pt x="1408248" y="401327"/>
                </a:lnTo>
                <a:lnTo>
                  <a:pt x="1402641" y="402128"/>
                </a:lnTo>
                <a:lnTo>
                  <a:pt x="1402641" y="405332"/>
                </a:lnTo>
                <a:lnTo>
                  <a:pt x="1403442" y="406934"/>
                </a:lnTo>
                <a:lnTo>
                  <a:pt x="1403442" y="408536"/>
                </a:lnTo>
                <a:lnTo>
                  <a:pt x="1406646" y="410138"/>
                </a:lnTo>
                <a:lnTo>
                  <a:pt x="1406646" y="412541"/>
                </a:lnTo>
                <a:lnTo>
                  <a:pt x="1401840" y="412541"/>
                </a:lnTo>
                <a:lnTo>
                  <a:pt x="1401840" y="417348"/>
                </a:lnTo>
                <a:lnTo>
                  <a:pt x="1407447" y="417348"/>
                </a:lnTo>
                <a:lnTo>
                  <a:pt x="1406646" y="519882"/>
                </a:lnTo>
                <a:lnTo>
                  <a:pt x="1403442" y="522285"/>
                </a:lnTo>
                <a:lnTo>
                  <a:pt x="1403442" y="527092"/>
                </a:lnTo>
                <a:lnTo>
                  <a:pt x="1399437" y="529495"/>
                </a:lnTo>
                <a:lnTo>
                  <a:pt x="1401840" y="535903"/>
                </a:lnTo>
                <a:lnTo>
                  <a:pt x="1404243" y="634433"/>
                </a:lnTo>
                <a:lnTo>
                  <a:pt x="1400238" y="636035"/>
                </a:lnTo>
                <a:lnTo>
                  <a:pt x="1400238" y="640040"/>
                </a:lnTo>
                <a:lnTo>
                  <a:pt x="1401840" y="642443"/>
                </a:lnTo>
                <a:lnTo>
                  <a:pt x="1400238" y="765004"/>
                </a:lnTo>
                <a:lnTo>
                  <a:pt x="1391426" y="766606"/>
                </a:lnTo>
                <a:lnTo>
                  <a:pt x="1391426" y="772214"/>
                </a:lnTo>
                <a:lnTo>
                  <a:pt x="1387421" y="772214"/>
                </a:lnTo>
                <a:lnTo>
                  <a:pt x="1387421" y="793041"/>
                </a:lnTo>
                <a:lnTo>
                  <a:pt x="1364991" y="806659"/>
                </a:lnTo>
                <a:lnTo>
                  <a:pt x="1364991" y="804256"/>
                </a:lnTo>
                <a:lnTo>
                  <a:pt x="1362588" y="804256"/>
                </a:lnTo>
                <a:lnTo>
                  <a:pt x="1362588" y="808261"/>
                </a:lnTo>
                <a:lnTo>
                  <a:pt x="1368997" y="833093"/>
                </a:lnTo>
                <a:lnTo>
                  <a:pt x="1370599" y="836298"/>
                </a:lnTo>
                <a:lnTo>
                  <a:pt x="1341761" y="842706"/>
                </a:lnTo>
                <a:lnTo>
                  <a:pt x="1341761" y="846711"/>
                </a:lnTo>
                <a:lnTo>
                  <a:pt x="1339358" y="848313"/>
                </a:lnTo>
                <a:lnTo>
                  <a:pt x="1339358" y="850716"/>
                </a:lnTo>
                <a:lnTo>
                  <a:pt x="1336955" y="852319"/>
                </a:lnTo>
                <a:lnTo>
                  <a:pt x="1336955" y="858727"/>
                </a:lnTo>
                <a:lnTo>
                  <a:pt x="1332949" y="860329"/>
                </a:lnTo>
                <a:lnTo>
                  <a:pt x="1332949" y="885162"/>
                </a:lnTo>
                <a:lnTo>
                  <a:pt x="1346567" y="915602"/>
                </a:lnTo>
                <a:lnTo>
                  <a:pt x="1354578" y="922010"/>
                </a:lnTo>
                <a:lnTo>
                  <a:pt x="1369798" y="930822"/>
                </a:lnTo>
                <a:lnTo>
                  <a:pt x="1369798" y="958858"/>
                </a:lnTo>
                <a:lnTo>
                  <a:pt x="1375405" y="966068"/>
                </a:lnTo>
                <a:lnTo>
                  <a:pt x="1375405" y="1009325"/>
                </a:lnTo>
                <a:lnTo>
                  <a:pt x="1389824" y="1014131"/>
                </a:lnTo>
                <a:lnTo>
                  <a:pt x="1363389" y="1604506"/>
                </a:lnTo>
                <a:lnTo>
                  <a:pt x="1350573" y="1604506"/>
                </a:lnTo>
                <a:lnTo>
                  <a:pt x="1350573" y="1650967"/>
                </a:lnTo>
                <a:lnTo>
                  <a:pt x="1332949" y="1650967"/>
                </a:lnTo>
                <a:lnTo>
                  <a:pt x="1332949" y="1659778"/>
                </a:lnTo>
                <a:lnTo>
                  <a:pt x="1280881" y="1659778"/>
                </a:lnTo>
                <a:lnTo>
                  <a:pt x="1276876" y="1655773"/>
                </a:lnTo>
                <a:lnTo>
                  <a:pt x="1276876" y="1642956"/>
                </a:lnTo>
                <a:lnTo>
                  <a:pt x="1272870" y="1642956"/>
                </a:lnTo>
                <a:lnTo>
                  <a:pt x="1272870" y="1630139"/>
                </a:lnTo>
                <a:lnTo>
                  <a:pt x="1319331" y="1620527"/>
                </a:lnTo>
                <a:lnTo>
                  <a:pt x="1319331" y="1602103"/>
                </a:lnTo>
                <a:cubicBezTo>
                  <a:pt x="1256849" y="1594893"/>
                  <a:pt x="1236823" y="1580474"/>
                  <a:pt x="1236823" y="1580474"/>
                </a:cubicBezTo>
                <a:lnTo>
                  <a:pt x="1236823" y="1575668"/>
                </a:lnTo>
                <a:lnTo>
                  <a:pt x="1229614" y="1575668"/>
                </a:lnTo>
                <a:lnTo>
                  <a:pt x="1229614" y="1555642"/>
                </a:lnTo>
                <a:lnTo>
                  <a:pt x="1256048" y="1555642"/>
                </a:lnTo>
                <a:lnTo>
                  <a:pt x="1260054" y="1548432"/>
                </a:lnTo>
                <a:lnTo>
                  <a:pt x="1272870" y="1548432"/>
                </a:lnTo>
                <a:lnTo>
                  <a:pt x="1272870" y="1544427"/>
                </a:lnTo>
                <a:lnTo>
                  <a:pt x="1270467" y="1544427"/>
                </a:lnTo>
                <a:lnTo>
                  <a:pt x="1270467" y="1530008"/>
                </a:lnTo>
                <a:lnTo>
                  <a:pt x="1234420" y="1530008"/>
                </a:lnTo>
                <a:lnTo>
                  <a:pt x="1234420" y="1521196"/>
                </a:lnTo>
                <a:lnTo>
                  <a:pt x="1231216" y="1516390"/>
                </a:lnTo>
                <a:lnTo>
                  <a:pt x="1220802" y="1516390"/>
                </a:lnTo>
                <a:lnTo>
                  <a:pt x="1220802" y="1523600"/>
                </a:lnTo>
                <a:cubicBezTo>
                  <a:pt x="1220802" y="1523600"/>
                  <a:pt x="1183153" y="1516390"/>
                  <a:pt x="1146304" y="1496364"/>
                </a:cubicBezTo>
                <a:cubicBezTo>
                  <a:pt x="1109456" y="1477139"/>
                  <a:pt x="1084623" y="1440290"/>
                  <a:pt x="1084623" y="1440290"/>
                </a:cubicBezTo>
                <a:lnTo>
                  <a:pt x="1084623" y="1431479"/>
                </a:lnTo>
                <a:lnTo>
                  <a:pt x="1089430" y="1431479"/>
                </a:lnTo>
                <a:lnTo>
                  <a:pt x="1089430" y="1426672"/>
                </a:lnTo>
                <a:lnTo>
                  <a:pt x="1084623" y="1426672"/>
                </a:lnTo>
                <a:lnTo>
                  <a:pt x="1084623" y="1419463"/>
                </a:lnTo>
                <a:lnTo>
                  <a:pt x="1082220" y="1417861"/>
                </a:lnTo>
                <a:lnTo>
                  <a:pt x="1076613" y="1417861"/>
                </a:lnTo>
                <a:lnTo>
                  <a:pt x="1076613" y="1405845"/>
                </a:lnTo>
                <a:lnTo>
                  <a:pt x="1071006" y="1405845"/>
                </a:lnTo>
                <a:lnTo>
                  <a:pt x="1071006" y="1417060"/>
                </a:lnTo>
                <a:lnTo>
                  <a:pt x="1063796" y="1417060"/>
                </a:lnTo>
                <a:lnTo>
                  <a:pt x="1063796" y="1405845"/>
                </a:lnTo>
                <a:lnTo>
                  <a:pt x="1058990" y="1405845"/>
                </a:lnTo>
                <a:lnTo>
                  <a:pt x="1058990" y="1428275"/>
                </a:lnTo>
                <a:lnTo>
                  <a:pt x="1053382" y="1428275"/>
                </a:lnTo>
                <a:lnTo>
                  <a:pt x="1053382" y="1433081"/>
                </a:lnTo>
                <a:lnTo>
                  <a:pt x="902785" y="1433081"/>
                </a:lnTo>
                <a:lnTo>
                  <a:pt x="748983" y="1433081"/>
                </a:lnTo>
                <a:lnTo>
                  <a:pt x="748983" y="1428275"/>
                </a:lnTo>
                <a:lnTo>
                  <a:pt x="743376" y="1428275"/>
                </a:lnTo>
                <a:lnTo>
                  <a:pt x="743376" y="1405845"/>
                </a:lnTo>
                <a:lnTo>
                  <a:pt x="738569" y="1405845"/>
                </a:lnTo>
                <a:lnTo>
                  <a:pt x="738569" y="1417060"/>
                </a:lnTo>
                <a:lnTo>
                  <a:pt x="731360" y="1417060"/>
                </a:lnTo>
                <a:lnTo>
                  <a:pt x="731360" y="1405845"/>
                </a:lnTo>
                <a:lnTo>
                  <a:pt x="725752" y="1405845"/>
                </a:lnTo>
                <a:lnTo>
                  <a:pt x="725752" y="1417861"/>
                </a:lnTo>
                <a:lnTo>
                  <a:pt x="720145" y="1417861"/>
                </a:lnTo>
                <a:lnTo>
                  <a:pt x="717742" y="1419463"/>
                </a:lnTo>
                <a:lnTo>
                  <a:pt x="717742" y="1426672"/>
                </a:lnTo>
                <a:lnTo>
                  <a:pt x="712936" y="1426672"/>
                </a:lnTo>
                <a:lnTo>
                  <a:pt x="712936" y="1431479"/>
                </a:lnTo>
                <a:lnTo>
                  <a:pt x="717742" y="1431479"/>
                </a:lnTo>
                <a:lnTo>
                  <a:pt x="717742" y="1440290"/>
                </a:lnTo>
                <a:cubicBezTo>
                  <a:pt x="717742" y="1440290"/>
                  <a:pt x="692909" y="1476338"/>
                  <a:pt x="656061" y="1496364"/>
                </a:cubicBezTo>
                <a:cubicBezTo>
                  <a:pt x="618412" y="1516390"/>
                  <a:pt x="581563" y="1523600"/>
                  <a:pt x="581563" y="1523600"/>
                </a:cubicBezTo>
                <a:lnTo>
                  <a:pt x="581563" y="1516390"/>
                </a:lnTo>
                <a:lnTo>
                  <a:pt x="571150" y="1516390"/>
                </a:lnTo>
                <a:lnTo>
                  <a:pt x="567945" y="1521196"/>
                </a:lnTo>
                <a:lnTo>
                  <a:pt x="567945" y="1530008"/>
                </a:lnTo>
                <a:lnTo>
                  <a:pt x="531898" y="1530008"/>
                </a:lnTo>
                <a:lnTo>
                  <a:pt x="531898" y="1544427"/>
                </a:lnTo>
                <a:lnTo>
                  <a:pt x="528694" y="1544427"/>
                </a:lnTo>
                <a:lnTo>
                  <a:pt x="528694" y="1548432"/>
                </a:lnTo>
                <a:lnTo>
                  <a:pt x="541511" y="1548432"/>
                </a:lnTo>
                <a:lnTo>
                  <a:pt x="545516" y="1555642"/>
                </a:lnTo>
                <a:lnTo>
                  <a:pt x="571951" y="1555642"/>
                </a:lnTo>
                <a:lnTo>
                  <a:pt x="571951" y="1575668"/>
                </a:lnTo>
                <a:lnTo>
                  <a:pt x="564741" y="1575668"/>
                </a:lnTo>
                <a:lnTo>
                  <a:pt x="564741" y="1580474"/>
                </a:lnTo>
                <a:cubicBezTo>
                  <a:pt x="564741" y="1580474"/>
                  <a:pt x="544715" y="1594893"/>
                  <a:pt x="482233" y="1602103"/>
                </a:cubicBezTo>
                <a:lnTo>
                  <a:pt x="482233" y="1619726"/>
                </a:lnTo>
                <a:lnTo>
                  <a:pt x="528694" y="1629338"/>
                </a:lnTo>
                <a:lnTo>
                  <a:pt x="528694" y="1642155"/>
                </a:lnTo>
                <a:lnTo>
                  <a:pt x="524689" y="1642155"/>
                </a:lnTo>
                <a:lnTo>
                  <a:pt x="524689" y="1654972"/>
                </a:lnTo>
                <a:lnTo>
                  <a:pt x="520683" y="1658977"/>
                </a:lnTo>
                <a:lnTo>
                  <a:pt x="266750" y="1658977"/>
                </a:lnTo>
                <a:lnTo>
                  <a:pt x="266750" y="1654972"/>
                </a:lnTo>
                <a:lnTo>
                  <a:pt x="261143" y="1654972"/>
                </a:lnTo>
                <a:lnTo>
                  <a:pt x="261143" y="1662182"/>
                </a:lnTo>
                <a:lnTo>
                  <a:pt x="256336" y="1662182"/>
                </a:lnTo>
                <a:lnTo>
                  <a:pt x="256336" y="1670993"/>
                </a:lnTo>
                <a:lnTo>
                  <a:pt x="260342" y="1670993"/>
                </a:lnTo>
                <a:lnTo>
                  <a:pt x="260342" y="1683810"/>
                </a:lnTo>
                <a:lnTo>
                  <a:pt x="251530" y="1683810"/>
                </a:lnTo>
                <a:lnTo>
                  <a:pt x="251530" y="1689417"/>
                </a:lnTo>
                <a:lnTo>
                  <a:pt x="251530" y="1725465"/>
                </a:lnTo>
                <a:lnTo>
                  <a:pt x="202666" y="1725465"/>
                </a:lnTo>
                <a:lnTo>
                  <a:pt x="202666" y="1747894"/>
                </a:lnTo>
                <a:lnTo>
                  <a:pt x="120158" y="1747894"/>
                </a:lnTo>
                <a:lnTo>
                  <a:pt x="120158" y="1758308"/>
                </a:lnTo>
                <a:lnTo>
                  <a:pt x="106540" y="1758308"/>
                </a:lnTo>
                <a:lnTo>
                  <a:pt x="106540" y="1766318"/>
                </a:lnTo>
                <a:lnTo>
                  <a:pt x="112147" y="1766318"/>
                </a:lnTo>
                <a:lnTo>
                  <a:pt x="112147" y="1777533"/>
                </a:lnTo>
                <a:lnTo>
                  <a:pt x="20827" y="1777533"/>
                </a:lnTo>
                <a:lnTo>
                  <a:pt x="20827" y="1793554"/>
                </a:lnTo>
                <a:lnTo>
                  <a:pt x="12817" y="1793554"/>
                </a:lnTo>
                <a:lnTo>
                  <a:pt x="12817" y="1788748"/>
                </a:lnTo>
                <a:lnTo>
                  <a:pt x="0" y="1788748"/>
                </a:lnTo>
                <a:lnTo>
                  <a:pt x="0" y="1839214"/>
                </a:lnTo>
                <a:lnTo>
                  <a:pt x="12192000" y="1839214"/>
                </a:lnTo>
                <a:lnTo>
                  <a:pt x="12192000" y="1807172"/>
                </a:lnTo>
                <a:lnTo>
                  <a:pt x="12164764" y="1807172"/>
                </a:lnTo>
                <a:close/>
                <a:moveTo>
                  <a:pt x="2412767" y="1433081"/>
                </a:moveTo>
                <a:lnTo>
                  <a:pt x="2412767" y="1420264"/>
                </a:lnTo>
                <a:lnTo>
                  <a:pt x="2415170" y="1420264"/>
                </a:lnTo>
                <a:lnTo>
                  <a:pt x="2415170" y="1433081"/>
                </a:lnTo>
                <a:lnTo>
                  <a:pt x="2412767" y="1433081"/>
                </a:lnTo>
                <a:close/>
                <a:moveTo>
                  <a:pt x="6799323" y="1419463"/>
                </a:moveTo>
                <a:lnTo>
                  <a:pt x="6799323" y="1430678"/>
                </a:lnTo>
                <a:lnTo>
                  <a:pt x="6785705" y="1443494"/>
                </a:lnTo>
                <a:lnTo>
                  <a:pt x="6743250" y="1443494"/>
                </a:lnTo>
                <a:lnTo>
                  <a:pt x="6743250" y="1408248"/>
                </a:lnTo>
                <a:lnTo>
                  <a:pt x="6702396" y="1408248"/>
                </a:lnTo>
                <a:lnTo>
                  <a:pt x="6702396" y="1417861"/>
                </a:lnTo>
                <a:lnTo>
                  <a:pt x="6716815" y="1417861"/>
                </a:lnTo>
                <a:lnTo>
                  <a:pt x="6716815" y="1438688"/>
                </a:lnTo>
                <a:lnTo>
                  <a:pt x="6603066" y="1438688"/>
                </a:lnTo>
                <a:lnTo>
                  <a:pt x="6603066" y="1231216"/>
                </a:lnTo>
                <a:lnTo>
                  <a:pt x="6587045" y="1231216"/>
                </a:lnTo>
                <a:lnTo>
                  <a:pt x="6587045" y="1195169"/>
                </a:lnTo>
                <a:lnTo>
                  <a:pt x="6561411" y="1195169"/>
                </a:lnTo>
                <a:lnTo>
                  <a:pt x="6561411" y="1179949"/>
                </a:lnTo>
                <a:lnTo>
                  <a:pt x="6550997" y="1179949"/>
                </a:lnTo>
                <a:lnTo>
                  <a:pt x="6550997" y="1188760"/>
                </a:lnTo>
                <a:lnTo>
                  <a:pt x="6542987" y="1188760"/>
                </a:lnTo>
                <a:lnTo>
                  <a:pt x="6594254" y="808261"/>
                </a:lnTo>
                <a:lnTo>
                  <a:pt x="6771286" y="808261"/>
                </a:lnTo>
                <a:lnTo>
                  <a:pt x="6831365" y="1419463"/>
                </a:lnTo>
                <a:lnTo>
                  <a:pt x="6799323" y="1419463"/>
                </a:lnTo>
                <a:close/>
                <a:moveTo>
                  <a:pt x="9199273" y="711334"/>
                </a:moveTo>
                <a:cubicBezTo>
                  <a:pt x="9199273" y="711334"/>
                  <a:pt x="9238524" y="535903"/>
                  <a:pt x="9292194" y="535903"/>
                </a:cubicBezTo>
                <a:cubicBezTo>
                  <a:pt x="9345064" y="535903"/>
                  <a:pt x="9365090" y="711334"/>
                  <a:pt x="9365090" y="711334"/>
                </a:cubicBezTo>
                <a:lnTo>
                  <a:pt x="9199273" y="711334"/>
                </a:lnTo>
                <a:close/>
              </a:path>
            </a:pathLst>
          </a:custGeom>
          <a:gradFill>
            <a:gsLst>
              <a:gs pos="0">
                <a:srgbClr val="BDC8DD">
                  <a:alpha val="0"/>
                </a:srgbClr>
              </a:gs>
              <a:gs pos="100000">
                <a:srgbClr val="91A3C7">
                  <a:alpha val="44000"/>
                </a:srgb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 dirty="0">
              <a:cs typeface="+mn-ea"/>
            </a:endParaRPr>
          </a:p>
        </p:txBody>
      </p:sp>
      <p:sp>
        <p:nvSpPr>
          <p:cNvPr id="278" name="Freeform 7" descr="D:\51PPT模板网\51pptmoban.com\图片.jpg">
            <a:extLst>
              <a:ext uri="{FF2B5EF4-FFF2-40B4-BE49-F238E27FC236}">
                <a16:creationId xmlns:a16="http://schemas.microsoft.com/office/drawing/2014/main" id="{3CFEA650-391B-6963-2F2C-7737CDA4AB4B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-584201" y="4485897"/>
            <a:ext cx="4994405" cy="1384048"/>
          </a:xfrm>
          <a:custGeom>
            <a:avLst/>
            <a:gdLst>
              <a:gd name="T0" fmla="*/ 15500 w 16792"/>
              <a:gd name="T1" fmla="*/ 3324 h 4654"/>
              <a:gd name="T2" fmla="*/ 14617 w 16792"/>
              <a:gd name="T3" fmla="*/ 3660 h 4654"/>
              <a:gd name="T4" fmla="*/ 14480 w 16792"/>
              <a:gd name="T5" fmla="*/ 3428 h 4654"/>
              <a:gd name="T6" fmla="*/ 14456 w 16792"/>
              <a:gd name="T7" fmla="*/ 3336 h 4654"/>
              <a:gd name="T8" fmla="*/ 14433 w 16792"/>
              <a:gd name="T9" fmla="*/ 3411 h 4654"/>
              <a:gd name="T10" fmla="*/ 14286 w 16792"/>
              <a:gd name="T11" fmla="*/ 3584 h 4654"/>
              <a:gd name="T12" fmla="*/ 13542 w 16792"/>
              <a:gd name="T13" fmla="*/ 2209 h 4654"/>
              <a:gd name="T14" fmla="*/ 13374 w 16792"/>
              <a:gd name="T15" fmla="*/ 2948 h 4654"/>
              <a:gd name="T16" fmla="*/ 12611 w 16792"/>
              <a:gd name="T17" fmla="*/ 2939 h 4654"/>
              <a:gd name="T18" fmla="*/ 11834 w 16792"/>
              <a:gd name="T19" fmla="*/ 1548 h 4654"/>
              <a:gd name="T20" fmla="*/ 10627 w 16792"/>
              <a:gd name="T21" fmla="*/ 1257 h 4654"/>
              <a:gd name="T22" fmla="*/ 10549 w 16792"/>
              <a:gd name="T23" fmla="*/ 834 h 4654"/>
              <a:gd name="T24" fmla="*/ 10455 w 16792"/>
              <a:gd name="T25" fmla="*/ 681 h 4654"/>
              <a:gd name="T26" fmla="*/ 10363 w 16792"/>
              <a:gd name="T27" fmla="*/ 607 h 4654"/>
              <a:gd name="T28" fmla="*/ 10174 w 16792"/>
              <a:gd name="T29" fmla="*/ 1184 h 4654"/>
              <a:gd name="T30" fmla="*/ 10155 w 16792"/>
              <a:gd name="T31" fmla="*/ 1822 h 4654"/>
              <a:gd name="T32" fmla="*/ 9968 w 16792"/>
              <a:gd name="T33" fmla="*/ 2079 h 4654"/>
              <a:gd name="T34" fmla="*/ 9869 w 16792"/>
              <a:gd name="T35" fmla="*/ 2030 h 4654"/>
              <a:gd name="T36" fmla="*/ 9545 w 16792"/>
              <a:gd name="T37" fmla="*/ 1982 h 4654"/>
              <a:gd name="T38" fmla="*/ 9470 w 16792"/>
              <a:gd name="T39" fmla="*/ 1857 h 4654"/>
              <a:gd name="T40" fmla="*/ 9075 w 16792"/>
              <a:gd name="T41" fmla="*/ 1850 h 4654"/>
              <a:gd name="T42" fmla="*/ 8374 w 16792"/>
              <a:gd name="T43" fmla="*/ 2209 h 4654"/>
              <a:gd name="T44" fmla="*/ 7889 w 16792"/>
              <a:gd name="T45" fmla="*/ 2419 h 4654"/>
              <a:gd name="T46" fmla="*/ 7885 w 16792"/>
              <a:gd name="T47" fmla="*/ 2119 h 4654"/>
              <a:gd name="T48" fmla="*/ 7870 w 16792"/>
              <a:gd name="T49" fmla="*/ 2417 h 4654"/>
              <a:gd name="T50" fmla="*/ 7724 w 16792"/>
              <a:gd name="T51" fmla="*/ 2417 h 4654"/>
              <a:gd name="T52" fmla="*/ 7715 w 16792"/>
              <a:gd name="T53" fmla="*/ 2115 h 4654"/>
              <a:gd name="T54" fmla="*/ 7705 w 16792"/>
              <a:gd name="T55" fmla="*/ 2415 h 4654"/>
              <a:gd name="T56" fmla="*/ 7604 w 16792"/>
              <a:gd name="T57" fmla="*/ 2474 h 4654"/>
              <a:gd name="T58" fmla="*/ 7228 w 16792"/>
              <a:gd name="T59" fmla="*/ 2417 h 4654"/>
              <a:gd name="T60" fmla="*/ 6985 w 16792"/>
              <a:gd name="T61" fmla="*/ 2488 h 4654"/>
              <a:gd name="T62" fmla="*/ 6708 w 16792"/>
              <a:gd name="T63" fmla="*/ 2405 h 4654"/>
              <a:gd name="T64" fmla="*/ 6673 w 16792"/>
              <a:gd name="T65" fmla="*/ 2698 h 4654"/>
              <a:gd name="T66" fmla="*/ 6359 w 16792"/>
              <a:gd name="T67" fmla="*/ 1264 h 4654"/>
              <a:gd name="T68" fmla="*/ 5615 w 16792"/>
              <a:gd name="T69" fmla="*/ 2034 h 4654"/>
              <a:gd name="T70" fmla="*/ 5104 w 16792"/>
              <a:gd name="T71" fmla="*/ 3929 h 4654"/>
              <a:gd name="T72" fmla="*/ 4216 w 16792"/>
              <a:gd name="T73" fmla="*/ 2757 h 4654"/>
              <a:gd name="T74" fmla="*/ 4058 w 16792"/>
              <a:gd name="T75" fmla="*/ 2528 h 4654"/>
              <a:gd name="T76" fmla="*/ 3819 w 16792"/>
              <a:gd name="T77" fmla="*/ 2459 h 4654"/>
              <a:gd name="T78" fmla="*/ 2981 w 16792"/>
              <a:gd name="T79" fmla="*/ 3525 h 4654"/>
              <a:gd name="T80" fmla="*/ 1549 w 16792"/>
              <a:gd name="T81" fmla="*/ 3752 h 4654"/>
              <a:gd name="T82" fmla="*/ 1185 w 16792"/>
              <a:gd name="T83" fmla="*/ 3123 h 4654"/>
              <a:gd name="T84" fmla="*/ 1025 w 16792"/>
              <a:gd name="T85" fmla="*/ 1285 h 4654"/>
              <a:gd name="T86" fmla="*/ 1032 w 16792"/>
              <a:gd name="T87" fmla="*/ 945 h 4654"/>
              <a:gd name="T88" fmla="*/ 999 w 16792"/>
              <a:gd name="T89" fmla="*/ 428 h 4654"/>
              <a:gd name="T90" fmla="*/ 937 w 16792"/>
              <a:gd name="T91" fmla="*/ 426 h 4654"/>
              <a:gd name="T92" fmla="*/ 911 w 16792"/>
              <a:gd name="T93" fmla="*/ 933 h 4654"/>
              <a:gd name="T94" fmla="*/ 916 w 16792"/>
              <a:gd name="T95" fmla="*/ 1288 h 4654"/>
              <a:gd name="T96" fmla="*/ 708 w 16792"/>
              <a:gd name="T97" fmla="*/ 3251 h 4654"/>
              <a:gd name="T98" fmla="*/ 666 w 16792"/>
              <a:gd name="T99" fmla="*/ 3889 h 4654"/>
              <a:gd name="T100" fmla="*/ 621 w 16792"/>
              <a:gd name="T101" fmla="*/ 3943 h 4654"/>
              <a:gd name="T102" fmla="*/ 19 w 16792"/>
              <a:gd name="T103" fmla="*/ 3952 h 4654"/>
              <a:gd name="T104" fmla="*/ 11078 w 16792"/>
              <a:gd name="T105" fmla="*/ 437 h 4654"/>
              <a:gd name="T106" fmla="*/ 6694 w 16792"/>
              <a:gd name="T107" fmla="*/ 2658 h 4654"/>
              <a:gd name="T108" fmla="*/ 6675 w 16792"/>
              <a:gd name="T109" fmla="*/ 2500 h 4654"/>
              <a:gd name="T110" fmla="*/ 956 w 16792"/>
              <a:gd name="T111" fmla="*/ 1937 h 4654"/>
              <a:gd name="T112" fmla="*/ 959 w 16792"/>
              <a:gd name="T113" fmla="*/ 2048 h 4654"/>
              <a:gd name="T114" fmla="*/ 933 w 16792"/>
              <a:gd name="T115" fmla="*/ 2226 h 4654"/>
              <a:gd name="T116" fmla="*/ 911 w 16792"/>
              <a:gd name="T117" fmla="*/ 2405 h 4654"/>
              <a:gd name="T118" fmla="*/ 940 w 16792"/>
              <a:gd name="T119" fmla="*/ 2530 h 4654"/>
              <a:gd name="T120" fmla="*/ 961 w 16792"/>
              <a:gd name="T121" fmla="*/ 2639 h 4654"/>
              <a:gd name="T122" fmla="*/ 952 w 16792"/>
              <a:gd name="T123" fmla="*/ 2868 h 4654"/>
              <a:gd name="T124" fmla="*/ 1067 w 16792"/>
              <a:gd name="T125" fmla="*/ 3938 h 4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6792" h="4654">
                <a:moveTo>
                  <a:pt x="16360" y="3823"/>
                </a:moveTo>
                <a:lnTo>
                  <a:pt x="16400" y="3823"/>
                </a:lnTo>
                <a:lnTo>
                  <a:pt x="16400" y="3466"/>
                </a:lnTo>
                <a:lnTo>
                  <a:pt x="16436" y="3454"/>
                </a:lnTo>
                <a:lnTo>
                  <a:pt x="16542" y="3409"/>
                </a:lnTo>
                <a:lnTo>
                  <a:pt x="16792" y="3279"/>
                </a:lnTo>
                <a:lnTo>
                  <a:pt x="16719" y="3279"/>
                </a:lnTo>
                <a:lnTo>
                  <a:pt x="16580" y="3334"/>
                </a:lnTo>
                <a:lnTo>
                  <a:pt x="16549" y="3343"/>
                </a:lnTo>
                <a:lnTo>
                  <a:pt x="16400" y="3343"/>
                </a:lnTo>
                <a:lnTo>
                  <a:pt x="16400" y="3322"/>
                </a:lnTo>
                <a:lnTo>
                  <a:pt x="16107" y="3324"/>
                </a:lnTo>
                <a:lnTo>
                  <a:pt x="16105" y="3331"/>
                </a:lnTo>
                <a:lnTo>
                  <a:pt x="16105" y="3334"/>
                </a:lnTo>
                <a:lnTo>
                  <a:pt x="15892" y="3334"/>
                </a:lnTo>
                <a:lnTo>
                  <a:pt x="15892" y="3343"/>
                </a:lnTo>
                <a:lnTo>
                  <a:pt x="15701" y="3343"/>
                </a:lnTo>
                <a:lnTo>
                  <a:pt x="15699" y="3334"/>
                </a:lnTo>
                <a:lnTo>
                  <a:pt x="15675" y="3334"/>
                </a:lnTo>
                <a:lnTo>
                  <a:pt x="15510" y="3334"/>
                </a:lnTo>
                <a:lnTo>
                  <a:pt x="15510" y="3334"/>
                </a:lnTo>
                <a:lnTo>
                  <a:pt x="15500" y="3324"/>
                </a:lnTo>
                <a:lnTo>
                  <a:pt x="15210" y="3324"/>
                </a:lnTo>
                <a:lnTo>
                  <a:pt x="15210" y="3345"/>
                </a:lnTo>
                <a:lnTo>
                  <a:pt x="15049" y="3345"/>
                </a:lnTo>
                <a:lnTo>
                  <a:pt x="15018" y="3336"/>
                </a:lnTo>
                <a:lnTo>
                  <a:pt x="14881" y="3284"/>
                </a:lnTo>
                <a:lnTo>
                  <a:pt x="14792" y="3284"/>
                </a:lnTo>
                <a:lnTo>
                  <a:pt x="15092" y="3411"/>
                </a:lnTo>
                <a:lnTo>
                  <a:pt x="15198" y="3456"/>
                </a:lnTo>
                <a:lnTo>
                  <a:pt x="15210" y="3459"/>
                </a:lnTo>
                <a:lnTo>
                  <a:pt x="15210" y="3823"/>
                </a:lnTo>
                <a:lnTo>
                  <a:pt x="15238" y="3823"/>
                </a:lnTo>
                <a:lnTo>
                  <a:pt x="15070" y="3912"/>
                </a:lnTo>
                <a:lnTo>
                  <a:pt x="15070" y="3728"/>
                </a:lnTo>
                <a:lnTo>
                  <a:pt x="14610" y="3728"/>
                </a:lnTo>
                <a:lnTo>
                  <a:pt x="14610" y="3685"/>
                </a:lnTo>
                <a:lnTo>
                  <a:pt x="14614" y="3685"/>
                </a:lnTo>
                <a:lnTo>
                  <a:pt x="14614" y="3685"/>
                </a:lnTo>
                <a:lnTo>
                  <a:pt x="14614" y="3683"/>
                </a:lnTo>
                <a:lnTo>
                  <a:pt x="14617" y="3678"/>
                </a:lnTo>
                <a:lnTo>
                  <a:pt x="14617" y="3678"/>
                </a:lnTo>
                <a:lnTo>
                  <a:pt x="14617" y="3678"/>
                </a:lnTo>
                <a:lnTo>
                  <a:pt x="14617" y="3660"/>
                </a:lnTo>
                <a:lnTo>
                  <a:pt x="14610" y="3660"/>
                </a:lnTo>
                <a:lnTo>
                  <a:pt x="14612" y="3608"/>
                </a:lnTo>
                <a:lnTo>
                  <a:pt x="14614" y="3608"/>
                </a:lnTo>
                <a:lnTo>
                  <a:pt x="14614" y="3603"/>
                </a:lnTo>
                <a:lnTo>
                  <a:pt x="14614" y="3598"/>
                </a:lnTo>
                <a:lnTo>
                  <a:pt x="14614" y="3598"/>
                </a:lnTo>
                <a:lnTo>
                  <a:pt x="14614" y="3596"/>
                </a:lnTo>
                <a:lnTo>
                  <a:pt x="14614" y="3586"/>
                </a:lnTo>
                <a:lnTo>
                  <a:pt x="14612" y="3586"/>
                </a:lnTo>
                <a:lnTo>
                  <a:pt x="14612" y="3560"/>
                </a:lnTo>
                <a:lnTo>
                  <a:pt x="14589" y="3560"/>
                </a:lnTo>
                <a:lnTo>
                  <a:pt x="14567" y="3558"/>
                </a:lnTo>
                <a:lnTo>
                  <a:pt x="14567" y="3525"/>
                </a:lnTo>
                <a:lnTo>
                  <a:pt x="14560" y="3525"/>
                </a:lnTo>
                <a:lnTo>
                  <a:pt x="14560" y="3508"/>
                </a:lnTo>
                <a:lnTo>
                  <a:pt x="14558" y="3508"/>
                </a:lnTo>
                <a:lnTo>
                  <a:pt x="14555" y="3504"/>
                </a:lnTo>
                <a:lnTo>
                  <a:pt x="14546" y="3478"/>
                </a:lnTo>
                <a:lnTo>
                  <a:pt x="14529" y="3456"/>
                </a:lnTo>
                <a:lnTo>
                  <a:pt x="14527" y="3454"/>
                </a:lnTo>
                <a:lnTo>
                  <a:pt x="14506" y="3437"/>
                </a:lnTo>
                <a:lnTo>
                  <a:pt x="14480" y="3428"/>
                </a:lnTo>
                <a:lnTo>
                  <a:pt x="14477" y="3428"/>
                </a:lnTo>
                <a:lnTo>
                  <a:pt x="14473" y="3426"/>
                </a:lnTo>
                <a:lnTo>
                  <a:pt x="14473" y="3419"/>
                </a:lnTo>
                <a:lnTo>
                  <a:pt x="14475" y="3419"/>
                </a:lnTo>
                <a:lnTo>
                  <a:pt x="14477" y="3416"/>
                </a:lnTo>
                <a:lnTo>
                  <a:pt x="14477" y="3416"/>
                </a:lnTo>
                <a:lnTo>
                  <a:pt x="14475" y="3414"/>
                </a:lnTo>
                <a:lnTo>
                  <a:pt x="14473" y="3414"/>
                </a:lnTo>
                <a:lnTo>
                  <a:pt x="14468" y="3411"/>
                </a:lnTo>
                <a:lnTo>
                  <a:pt x="14466" y="3411"/>
                </a:lnTo>
                <a:lnTo>
                  <a:pt x="14463" y="3409"/>
                </a:lnTo>
                <a:lnTo>
                  <a:pt x="14461" y="3409"/>
                </a:lnTo>
                <a:lnTo>
                  <a:pt x="14461" y="3409"/>
                </a:lnTo>
                <a:lnTo>
                  <a:pt x="14461" y="3385"/>
                </a:lnTo>
                <a:lnTo>
                  <a:pt x="14461" y="3385"/>
                </a:lnTo>
                <a:lnTo>
                  <a:pt x="14459" y="3385"/>
                </a:lnTo>
                <a:lnTo>
                  <a:pt x="14459" y="3385"/>
                </a:lnTo>
                <a:lnTo>
                  <a:pt x="14456" y="3385"/>
                </a:lnTo>
                <a:lnTo>
                  <a:pt x="14456" y="3385"/>
                </a:lnTo>
                <a:lnTo>
                  <a:pt x="14456" y="3336"/>
                </a:lnTo>
                <a:lnTo>
                  <a:pt x="14456" y="3336"/>
                </a:lnTo>
                <a:lnTo>
                  <a:pt x="14456" y="3336"/>
                </a:lnTo>
                <a:lnTo>
                  <a:pt x="14454" y="3336"/>
                </a:lnTo>
                <a:lnTo>
                  <a:pt x="14454" y="3336"/>
                </a:lnTo>
                <a:lnTo>
                  <a:pt x="14454" y="3336"/>
                </a:lnTo>
                <a:lnTo>
                  <a:pt x="14454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36"/>
                </a:lnTo>
                <a:lnTo>
                  <a:pt x="14451" y="3385"/>
                </a:lnTo>
                <a:lnTo>
                  <a:pt x="14449" y="3385"/>
                </a:lnTo>
                <a:lnTo>
                  <a:pt x="14447" y="3385"/>
                </a:lnTo>
                <a:lnTo>
                  <a:pt x="14447" y="3385"/>
                </a:lnTo>
                <a:lnTo>
                  <a:pt x="14447" y="3385"/>
                </a:lnTo>
                <a:lnTo>
                  <a:pt x="14444" y="3385"/>
                </a:lnTo>
                <a:lnTo>
                  <a:pt x="14447" y="3409"/>
                </a:lnTo>
                <a:lnTo>
                  <a:pt x="14444" y="3409"/>
                </a:lnTo>
                <a:lnTo>
                  <a:pt x="14442" y="3409"/>
                </a:lnTo>
                <a:lnTo>
                  <a:pt x="14440" y="3409"/>
                </a:lnTo>
                <a:lnTo>
                  <a:pt x="14437" y="3411"/>
                </a:lnTo>
                <a:lnTo>
                  <a:pt x="14433" y="3411"/>
                </a:lnTo>
                <a:lnTo>
                  <a:pt x="14430" y="3414"/>
                </a:lnTo>
                <a:lnTo>
                  <a:pt x="14428" y="3414"/>
                </a:lnTo>
                <a:lnTo>
                  <a:pt x="14426" y="3416"/>
                </a:lnTo>
                <a:lnTo>
                  <a:pt x="14428" y="3416"/>
                </a:lnTo>
                <a:lnTo>
                  <a:pt x="14430" y="3419"/>
                </a:lnTo>
                <a:lnTo>
                  <a:pt x="14433" y="3419"/>
                </a:lnTo>
                <a:lnTo>
                  <a:pt x="14433" y="3426"/>
                </a:lnTo>
                <a:lnTo>
                  <a:pt x="14430" y="3428"/>
                </a:lnTo>
                <a:lnTo>
                  <a:pt x="14407" y="3435"/>
                </a:lnTo>
                <a:lnTo>
                  <a:pt x="14402" y="3437"/>
                </a:lnTo>
                <a:lnTo>
                  <a:pt x="14381" y="3454"/>
                </a:lnTo>
                <a:lnTo>
                  <a:pt x="14364" y="3475"/>
                </a:lnTo>
                <a:lnTo>
                  <a:pt x="14352" y="3501"/>
                </a:lnTo>
                <a:lnTo>
                  <a:pt x="14352" y="3504"/>
                </a:lnTo>
                <a:lnTo>
                  <a:pt x="14352" y="3508"/>
                </a:lnTo>
                <a:lnTo>
                  <a:pt x="14345" y="3508"/>
                </a:lnTo>
                <a:lnTo>
                  <a:pt x="14345" y="3556"/>
                </a:lnTo>
                <a:lnTo>
                  <a:pt x="14314" y="3560"/>
                </a:lnTo>
                <a:lnTo>
                  <a:pt x="14312" y="3558"/>
                </a:lnTo>
                <a:lnTo>
                  <a:pt x="14289" y="3558"/>
                </a:lnTo>
                <a:lnTo>
                  <a:pt x="14289" y="3584"/>
                </a:lnTo>
                <a:lnTo>
                  <a:pt x="14286" y="3584"/>
                </a:lnTo>
                <a:lnTo>
                  <a:pt x="14284" y="3593"/>
                </a:lnTo>
                <a:lnTo>
                  <a:pt x="14289" y="3596"/>
                </a:lnTo>
                <a:lnTo>
                  <a:pt x="14289" y="3662"/>
                </a:lnTo>
                <a:lnTo>
                  <a:pt x="14281" y="3674"/>
                </a:lnTo>
                <a:lnTo>
                  <a:pt x="14281" y="3676"/>
                </a:lnTo>
                <a:lnTo>
                  <a:pt x="14286" y="3676"/>
                </a:lnTo>
                <a:lnTo>
                  <a:pt x="14289" y="3678"/>
                </a:lnTo>
                <a:lnTo>
                  <a:pt x="14289" y="3728"/>
                </a:lnTo>
                <a:lnTo>
                  <a:pt x="14076" y="3728"/>
                </a:lnTo>
                <a:lnTo>
                  <a:pt x="14090" y="3348"/>
                </a:lnTo>
                <a:lnTo>
                  <a:pt x="14092" y="2868"/>
                </a:lnTo>
                <a:lnTo>
                  <a:pt x="14095" y="2202"/>
                </a:lnTo>
                <a:lnTo>
                  <a:pt x="14052" y="1623"/>
                </a:lnTo>
                <a:lnTo>
                  <a:pt x="14043" y="1491"/>
                </a:lnTo>
                <a:lnTo>
                  <a:pt x="14019" y="1458"/>
                </a:lnTo>
                <a:lnTo>
                  <a:pt x="13759" y="1522"/>
                </a:lnTo>
                <a:lnTo>
                  <a:pt x="13759" y="1557"/>
                </a:lnTo>
                <a:lnTo>
                  <a:pt x="13722" y="1559"/>
                </a:lnTo>
                <a:lnTo>
                  <a:pt x="13722" y="1522"/>
                </a:lnTo>
                <a:lnTo>
                  <a:pt x="13577" y="1481"/>
                </a:lnTo>
                <a:lnTo>
                  <a:pt x="13570" y="1623"/>
                </a:lnTo>
                <a:lnTo>
                  <a:pt x="13542" y="2209"/>
                </a:lnTo>
                <a:lnTo>
                  <a:pt x="13549" y="2854"/>
                </a:lnTo>
                <a:lnTo>
                  <a:pt x="13552" y="3319"/>
                </a:lnTo>
                <a:lnTo>
                  <a:pt x="13552" y="3322"/>
                </a:lnTo>
                <a:lnTo>
                  <a:pt x="13533" y="3322"/>
                </a:lnTo>
                <a:lnTo>
                  <a:pt x="13533" y="3161"/>
                </a:lnTo>
                <a:lnTo>
                  <a:pt x="13495" y="3159"/>
                </a:lnTo>
                <a:lnTo>
                  <a:pt x="13495" y="3097"/>
                </a:lnTo>
                <a:lnTo>
                  <a:pt x="13457" y="3093"/>
                </a:lnTo>
                <a:lnTo>
                  <a:pt x="13457" y="3093"/>
                </a:lnTo>
                <a:lnTo>
                  <a:pt x="13457" y="2948"/>
                </a:lnTo>
                <a:lnTo>
                  <a:pt x="13455" y="2946"/>
                </a:lnTo>
                <a:lnTo>
                  <a:pt x="13452" y="2946"/>
                </a:lnTo>
                <a:lnTo>
                  <a:pt x="13445" y="2944"/>
                </a:lnTo>
                <a:lnTo>
                  <a:pt x="13436" y="2944"/>
                </a:lnTo>
                <a:lnTo>
                  <a:pt x="13426" y="2941"/>
                </a:lnTo>
                <a:lnTo>
                  <a:pt x="13417" y="2941"/>
                </a:lnTo>
                <a:lnTo>
                  <a:pt x="13405" y="2941"/>
                </a:lnTo>
                <a:lnTo>
                  <a:pt x="13396" y="2944"/>
                </a:lnTo>
                <a:lnTo>
                  <a:pt x="13386" y="2944"/>
                </a:lnTo>
                <a:lnTo>
                  <a:pt x="13381" y="2946"/>
                </a:lnTo>
                <a:lnTo>
                  <a:pt x="13377" y="2946"/>
                </a:lnTo>
                <a:lnTo>
                  <a:pt x="13374" y="2948"/>
                </a:lnTo>
                <a:lnTo>
                  <a:pt x="13374" y="2972"/>
                </a:lnTo>
                <a:lnTo>
                  <a:pt x="13261" y="2970"/>
                </a:lnTo>
                <a:lnTo>
                  <a:pt x="13259" y="2958"/>
                </a:lnTo>
                <a:lnTo>
                  <a:pt x="13138" y="2958"/>
                </a:lnTo>
                <a:lnTo>
                  <a:pt x="13138" y="2861"/>
                </a:lnTo>
                <a:lnTo>
                  <a:pt x="13126" y="2821"/>
                </a:lnTo>
                <a:lnTo>
                  <a:pt x="13119" y="2823"/>
                </a:lnTo>
                <a:lnTo>
                  <a:pt x="12900" y="2823"/>
                </a:lnTo>
                <a:lnTo>
                  <a:pt x="12890" y="2821"/>
                </a:lnTo>
                <a:lnTo>
                  <a:pt x="12890" y="2887"/>
                </a:lnTo>
                <a:lnTo>
                  <a:pt x="12890" y="2958"/>
                </a:lnTo>
                <a:lnTo>
                  <a:pt x="12758" y="2956"/>
                </a:lnTo>
                <a:lnTo>
                  <a:pt x="12758" y="2970"/>
                </a:lnTo>
                <a:lnTo>
                  <a:pt x="12659" y="2967"/>
                </a:lnTo>
                <a:lnTo>
                  <a:pt x="12659" y="2946"/>
                </a:lnTo>
                <a:lnTo>
                  <a:pt x="12659" y="2944"/>
                </a:lnTo>
                <a:lnTo>
                  <a:pt x="12656" y="2944"/>
                </a:lnTo>
                <a:lnTo>
                  <a:pt x="12649" y="2941"/>
                </a:lnTo>
                <a:lnTo>
                  <a:pt x="12642" y="2941"/>
                </a:lnTo>
                <a:lnTo>
                  <a:pt x="12633" y="2939"/>
                </a:lnTo>
                <a:lnTo>
                  <a:pt x="12621" y="2939"/>
                </a:lnTo>
                <a:lnTo>
                  <a:pt x="12611" y="2939"/>
                </a:lnTo>
                <a:lnTo>
                  <a:pt x="12600" y="2939"/>
                </a:lnTo>
                <a:lnTo>
                  <a:pt x="12590" y="2939"/>
                </a:lnTo>
                <a:lnTo>
                  <a:pt x="12583" y="2941"/>
                </a:lnTo>
                <a:lnTo>
                  <a:pt x="12578" y="2941"/>
                </a:lnTo>
                <a:lnTo>
                  <a:pt x="12576" y="2944"/>
                </a:lnTo>
                <a:lnTo>
                  <a:pt x="12576" y="3093"/>
                </a:lnTo>
                <a:lnTo>
                  <a:pt x="12552" y="3090"/>
                </a:lnTo>
                <a:lnTo>
                  <a:pt x="12522" y="3093"/>
                </a:lnTo>
                <a:lnTo>
                  <a:pt x="12522" y="3154"/>
                </a:lnTo>
                <a:lnTo>
                  <a:pt x="12489" y="3159"/>
                </a:lnTo>
                <a:lnTo>
                  <a:pt x="12489" y="3319"/>
                </a:lnTo>
                <a:lnTo>
                  <a:pt x="12479" y="3319"/>
                </a:lnTo>
                <a:lnTo>
                  <a:pt x="12451" y="3322"/>
                </a:lnTo>
                <a:lnTo>
                  <a:pt x="12451" y="3286"/>
                </a:lnTo>
                <a:lnTo>
                  <a:pt x="12451" y="1562"/>
                </a:lnTo>
                <a:lnTo>
                  <a:pt x="12418" y="1550"/>
                </a:lnTo>
                <a:lnTo>
                  <a:pt x="12411" y="1219"/>
                </a:lnTo>
                <a:lnTo>
                  <a:pt x="12231" y="1151"/>
                </a:lnTo>
                <a:lnTo>
                  <a:pt x="12118" y="1146"/>
                </a:lnTo>
                <a:lnTo>
                  <a:pt x="11907" y="1203"/>
                </a:lnTo>
                <a:lnTo>
                  <a:pt x="11900" y="1533"/>
                </a:lnTo>
                <a:lnTo>
                  <a:pt x="11834" y="1548"/>
                </a:lnTo>
                <a:lnTo>
                  <a:pt x="11832" y="2183"/>
                </a:lnTo>
                <a:lnTo>
                  <a:pt x="11553" y="2183"/>
                </a:lnTo>
                <a:lnTo>
                  <a:pt x="11548" y="92"/>
                </a:lnTo>
                <a:lnTo>
                  <a:pt x="10946" y="88"/>
                </a:lnTo>
                <a:lnTo>
                  <a:pt x="10929" y="2183"/>
                </a:lnTo>
                <a:lnTo>
                  <a:pt x="10672" y="2181"/>
                </a:lnTo>
                <a:lnTo>
                  <a:pt x="10672" y="2169"/>
                </a:lnTo>
                <a:lnTo>
                  <a:pt x="10681" y="2103"/>
                </a:lnTo>
                <a:lnTo>
                  <a:pt x="10665" y="2100"/>
                </a:lnTo>
                <a:lnTo>
                  <a:pt x="10663" y="1874"/>
                </a:lnTo>
                <a:lnTo>
                  <a:pt x="10672" y="1807"/>
                </a:lnTo>
                <a:lnTo>
                  <a:pt x="10655" y="1805"/>
                </a:lnTo>
                <a:lnTo>
                  <a:pt x="10653" y="1675"/>
                </a:lnTo>
                <a:lnTo>
                  <a:pt x="10663" y="1614"/>
                </a:lnTo>
                <a:lnTo>
                  <a:pt x="10646" y="1609"/>
                </a:lnTo>
                <a:lnTo>
                  <a:pt x="10644" y="1510"/>
                </a:lnTo>
                <a:lnTo>
                  <a:pt x="10653" y="1446"/>
                </a:lnTo>
                <a:lnTo>
                  <a:pt x="10637" y="1444"/>
                </a:lnTo>
                <a:lnTo>
                  <a:pt x="10637" y="1361"/>
                </a:lnTo>
                <a:lnTo>
                  <a:pt x="10646" y="1300"/>
                </a:lnTo>
                <a:lnTo>
                  <a:pt x="10627" y="1295"/>
                </a:lnTo>
                <a:lnTo>
                  <a:pt x="10627" y="1257"/>
                </a:lnTo>
                <a:lnTo>
                  <a:pt x="10637" y="1196"/>
                </a:lnTo>
                <a:lnTo>
                  <a:pt x="10622" y="1193"/>
                </a:lnTo>
                <a:lnTo>
                  <a:pt x="10627" y="1160"/>
                </a:lnTo>
                <a:lnTo>
                  <a:pt x="10622" y="1158"/>
                </a:lnTo>
                <a:lnTo>
                  <a:pt x="10629" y="1118"/>
                </a:lnTo>
                <a:lnTo>
                  <a:pt x="10625" y="1118"/>
                </a:lnTo>
                <a:lnTo>
                  <a:pt x="10627" y="1101"/>
                </a:lnTo>
                <a:lnTo>
                  <a:pt x="10618" y="1099"/>
                </a:lnTo>
                <a:lnTo>
                  <a:pt x="10627" y="1042"/>
                </a:lnTo>
                <a:lnTo>
                  <a:pt x="10618" y="1040"/>
                </a:lnTo>
                <a:lnTo>
                  <a:pt x="10627" y="983"/>
                </a:lnTo>
                <a:lnTo>
                  <a:pt x="10592" y="974"/>
                </a:lnTo>
                <a:lnTo>
                  <a:pt x="10596" y="938"/>
                </a:lnTo>
                <a:lnTo>
                  <a:pt x="10585" y="915"/>
                </a:lnTo>
                <a:lnTo>
                  <a:pt x="10580" y="912"/>
                </a:lnTo>
                <a:lnTo>
                  <a:pt x="10582" y="898"/>
                </a:lnTo>
                <a:lnTo>
                  <a:pt x="10573" y="896"/>
                </a:lnTo>
                <a:lnTo>
                  <a:pt x="10575" y="874"/>
                </a:lnTo>
                <a:lnTo>
                  <a:pt x="10559" y="846"/>
                </a:lnTo>
                <a:lnTo>
                  <a:pt x="10552" y="844"/>
                </a:lnTo>
                <a:lnTo>
                  <a:pt x="10554" y="834"/>
                </a:lnTo>
                <a:lnTo>
                  <a:pt x="10549" y="834"/>
                </a:lnTo>
                <a:lnTo>
                  <a:pt x="10552" y="829"/>
                </a:lnTo>
                <a:lnTo>
                  <a:pt x="10547" y="829"/>
                </a:lnTo>
                <a:lnTo>
                  <a:pt x="10549" y="825"/>
                </a:lnTo>
                <a:lnTo>
                  <a:pt x="10544" y="825"/>
                </a:lnTo>
                <a:lnTo>
                  <a:pt x="10547" y="820"/>
                </a:lnTo>
                <a:lnTo>
                  <a:pt x="10544" y="820"/>
                </a:lnTo>
                <a:lnTo>
                  <a:pt x="10544" y="811"/>
                </a:lnTo>
                <a:lnTo>
                  <a:pt x="10530" y="780"/>
                </a:lnTo>
                <a:lnTo>
                  <a:pt x="10526" y="780"/>
                </a:lnTo>
                <a:lnTo>
                  <a:pt x="10523" y="778"/>
                </a:lnTo>
                <a:lnTo>
                  <a:pt x="10526" y="770"/>
                </a:lnTo>
                <a:lnTo>
                  <a:pt x="10521" y="770"/>
                </a:lnTo>
                <a:lnTo>
                  <a:pt x="10521" y="766"/>
                </a:lnTo>
                <a:lnTo>
                  <a:pt x="10516" y="763"/>
                </a:lnTo>
                <a:lnTo>
                  <a:pt x="10516" y="754"/>
                </a:lnTo>
                <a:lnTo>
                  <a:pt x="10500" y="723"/>
                </a:lnTo>
                <a:lnTo>
                  <a:pt x="10495" y="726"/>
                </a:lnTo>
                <a:lnTo>
                  <a:pt x="10488" y="711"/>
                </a:lnTo>
                <a:lnTo>
                  <a:pt x="10488" y="711"/>
                </a:lnTo>
                <a:lnTo>
                  <a:pt x="10488" y="711"/>
                </a:lnTo>
                <a:lnTo>
                  <a:pt x="10471" y="681"/>
                </a:lnTo>
                <a:lnTo>
                  <a:pt x="10455" y="681"/>
                </a:lnTo>
                <a:lnTo>
                  <a:pt x="10452" y="671"/>
                </a:lnTo>
                <a:lnTo>
                  <a:pt x="10443" y="626"/>
                </a:lnTo>
                <a:lnTo>
                  <a:pt x="10443" y="626"/>
                </a:lnTo>
                <a:lnTo>
                  <a:pt x="10443" y="598"/>
                </a:lnTo>
                <a:lnTo>
                  <a:pt x="10438" y="598"/>
                </a:lnTo>
                <a:lnTo>
                  <a:pt x="10450" y="534"/>
                </a:lnTo>
                <a:lnTo>
                  <a:pt x="10443" y="534"/>
                </a:lnTo>
                <a:lnTo>
                  <a:pt x="10452" y="468"/>
                </a:lnTo>
                <a:lnTo>
                  <a:pt x="10415" y="480"/>
                </a:lnTo>
                <a:lnTo>
                  <a:pt x="10403" y="310"/>
                </a:lnTo>
                <a:lnTo>
                  <a:pt x="10393" y="452"/>
                </a:lnTo>
                <a:lnTo>
                  <a:pt x="10393" y="452"/>
                </a:lnTo>
                <a:lnTo>
                  <a:pt x="10386" y="470"/>
                </a:lnTo>
                <a:lnTo>
                  <a:pt x="10386" y="482"/>
                </a:lnTo>
                <a:lnTo>
                  <a:pt x="10353" y="475"/>
                </a:lnTo>
                <a:lnTo>
                  <a:pt x="10358" y="513"/>
                </a:lnTo>
                <a:lnTo>
                  <a:pt x="10355" y="511"/>
                </a:lnTo>
                <a:lnTo>
                  <a:pt x="10370" y="593"/>
                </a:lnTo>
                <a:lnTo>
                  <a:pt x="10370" y="600"/>
                </a:lnTo>
                <a:lnTo>
                  <a:pt x="10363" y="605"/>
                </a:lnTo>
                <a:lnTo>
                  <a:pt x="10363" y="607"/>
                </a:lnTo>
                <a:lnTo>
                  <a:pt x="10363" y="607"/>
                </a:lnTo>
                <a:lnTo>
                  <a:pt x="10344" y="690"/>
                </a:lnTo>
                <a:lnTo>
                  <a:pt x="10299" y="692"/>
                </a:lnTo>
                <a:lnTo>
                  <a:pt x="10306" y="740"/>
                </a:lnTo>
                <a:lnTo>
                  <a:pt x="10259" y="742"/>
                </a:lnTo>
                <a:lnTo>
                  <a:pt x="10266" y="792"/>
                </a:lnTo>
                <a:lnTo>
                  <a:pt x="10228" y="794"/>
                </a:lnTo>
                <a:lnTo>
                  <a:pt x="10235" y="846"/>
                </a:lnTo>
                <a:lnTo>
                  <a:pt x="10202" y="848"/>
                </a:lnTo>
                <a:lnTo>
                  <a:pt x="10211" y="907"/>
                </a:lnTo>
                <a:lnTo>
                  <a:pt x="10204" y="910"/>
                </a:lnTo>
                <a:lnTo>
                  <a:pt x="10176" y="926"/>
                </a:lnTo>
                <a:lnTo>
                  <a:pt x="10185" y="981"/>
                </a:lnTo>
                <a:lnTo>
                  <a:pt x="10176" y="985"/>
                </a:lnTo>
                <a:lnTo>
                  <a:pt x="10183" y="1042"/>
                </a:lnTo>
                <a:lnTo>
                  <a:pt x="10176" y="1047"/>
                </a:lnTo>
                <a:lnTo>
                  <a:pt x="10183" y="1101"/>
                </a:lnTo>
                <a:lnTo>
                  <a:pt x="10176" y="1106"/>
                </a:lnTo>
                <a:lnTo>
                  <a:pt x="10181" y="1148"/>
                </a:lnTo>
                <a:lnTo>
                  <a:pt x="10181" y="1148"/>
                </a:lnTo>
                <a:lnTo>
                  <a:pt x="10185" y="1177"/>
                </a:lnTo>
                <a:lnTo>
                  <a:pt x="10185" y="1179"/>
                </a:lnTo>
                <a:lnTo>
                  <a:pt x="10174" y="1184"/>
                </a:lnTo>
                <a:lnTo>
                  <a:pt x="10181" y="1222"/>
                </a:lnTo>
                <a:lnTo>
                  <a:pt x="10171" y="1226"/>
                </a:lnTo>
                <a:lnTo>
                  <a:pt x="10181" y="1285"/>
                </a:lnTo>
                <a:lnTo>
                  <a:pt x="10181" y="1285"/>
                </a:lnTo>
                <a:lnTo>
                  <a:pt x="10174" y="1290"/>
                </a:lnTo>
                <a:lnTo>
                  <a:pt x="10178" y="1314"/>
                </a:lnTo>
                <a:lnTo>
                  <a:pt x="10176" y="1316"/>
                </a:lnTo>
                <a:lnTo>
                  <a:pt x="10176" y="1323"/>
                </a:lnTo>
                <a:lnTo>
                  <a:pt x="10164" y="1328"/>
                </a:lnTo>
                <a:lnTo>
                  <a:pt x="10174" y="1389"/>
                </a:lnTo>
                <a:lnTo>
                  <a:pt x="10174" y="1460"/>
                </a:lnTo>
                <a:lnTo>
                  <a:pt x="10169" y="1463"/>
                </a:lnTo>
                <a:lnTo>
                  <a:pt x="10169" y="1470"/>
                </a:lnTo>
                <a:lnTo>
                  <a:pt x="10157" y="1477"/>
                </a:lnTo>
                <a:lnTo>
                  <a:pt x="10166" y="1536"/>
                </a:lnTo>
                <a:lnTo>
                  <a:pt x="10166" y="1626"/>
                </a:lnTo>
                <a:lnTo>
                  <a:pt x="10162" y="1628"/>
                </a:lnTo>
                <a:lnTo>
                  <a:pt x="10164" y="1635"/>
                </a:lnTo>
                <a:lnTo>
                  <a:pt x="10148" y="1640"/>
                </a:lnTo>
                <a:lnTo>
                  <a:pt x="10157" y="1701"/>
                </a:lnTo>
                <a:lnTo>
                  <a:pt x="10157" y="1822"/>
                </a:lnTo>
                <a:lnTo>
                  <a:pt x="10155" y="1822"/>
                </a:lnTo>
                <a:lnTo>
                  <a:pt x="10157" y="1826"/>
                </a:lnTo>
                <a:lnTo>
                  <a:pt x="10141" y="1833"/>
                </a:lnTo>
                <a:lnTo>
                  <a:pt x="10150" y="1900"/>
                </a:lnTo>
                <a:lnTo>
                  <a:pt x="10148" y="2119"/>
                </a:lnTo>
                <a:lnTo>
                  <a:pt x="10131" y="2124"/>
                </a:lnTo>
                <a:lnTo>
                  <a:pt x="10141" y="2193"/>
                </a:lnTo>
                <a:lnTo>
                  <a:pt x="10141" y="2469"/>
                </a:lnTo>
                <a:lnTo>
                  <a:pt x="10122" y="2474"/>
                </a:lnTo>
                <a:lnTo>
                  <a:pt x="10131" y="2547"/>
                </a:lnTo>
                <a:lnTo>
                  <a:pt x="10131" y="2908"/>
                </a:lnTo>
                <a:lnTo>
                  <a:pt x="10112" y="2911"/>
                </a:lnTo>
                <a:lnTo>
                  <a:pt x="10122" y="3000"/>
                </a:lnTo>
                <a:lnTo>
                  <a:pt x="10119" y="3411"/>
                </a:lnTo>
                <a:lnTo>
                  <a:pt x="10103" y="3411"/>
                </a:lnTo>
                <a:lnTo>
                  <a:pt x="10112" y="3511"/>
                </a:lnTo>
                <a:lnTo>
                  <a:pt x="10110" y="3834"/>
                </a:lnTo>
                <a:lnTo>
                  <a:pt x="10084" y="3832"/>
                </a:lnTo>
                <a:lnTo>
                  <a:pt x="10084" y="3778"/>
                </a:lnTo>
                <a:lnTo>
                  <a:pt x="10081" y="2100"/>
                </a:lnTo>
                <a:lnTo>
                  <a:pt x="10051" y="2093"/>
                </a:lnTo>
                <a:lnTo>
                  <a:pt x="10011" y="2086"/>
                </a:lnTo>
                <a:lnTo>
                  <a:pt x="9968" y="2079"/>
                </a:lnTo>
                <a:lnTo>
                  <a:pt x="9921" y="2074"/>
                </a:lnTo>
                <a:lnTo>
                  <a:pt x="9871" y="2072"/>
                </a:lnTo>
                <a:lnTo>
                  <a:pt x="9819" y="2070"/>
                </a:lnTo>
                <a:lnTo>
                  <a:pt x="9770" y="2070"/>
                </a:lnTo>
                <a:lnTo>
                  <a:pt x="9718" y="2072"/>
                </a:lnTo>
                <a:lnTo>
                  <a:pt x="9670" y="2077"/>
                </a:lnTo>
                <a:lnTo>
                  <a:pt x="9630" y="2079"/>
                </a:lnTo>
                <a:lnTo>
                  <a:pt x="9630" y="2037"/>
                </a:lnTo>
                <a:lnTo>
                  <a:pt x="9590" y="2030"/>
                </a:lnTo>
                <a:lnTo>
                  <a:pt x="9590" y="2086"/>
                </a:lnTo>
                <a:lnTo>
                  <a:pt x="9595" y="2086"/>
                </a:lnTo>
                <a:lnTo>
                  <a:pt x="9588" y="2086"/>
                </a:lnTo>
                <a:lnTo>
                  <a:pt x="9557" y="2093"/>
                </a:lnTo>
                <a:lnTo>
                  <a:pt x="9545" y="1999"/>
                </a:lnTo>
                <a:lnTo>
                  <a:pt x="9545" y="1999"/>
                </a:lnTo>
                <a:lnTo>
                  <a:pt x="9576" y="2006"/>
                </a:lnTo>
                <a:lnTo>
                  <a:pt x="9618" y="2013"/>
                </a:lnTo>
                <a:lnTo>
                  <a:pt x="9666" y="2020"/>
                </a:lnTo>
                <a:lnTo>
                  <a:pt x="9713" y="2025"/>
                </a:lnTo>
                <a:lnTo>
                  <a:pt x="9765" y="2030"/>
                </a:lnTo>
                <a:lnTo>
                  <a:pt x="9817" y="2032"/>
                </a:lnTo>
                <a:lnTo>
                  <a:pt x="9869" y="2030"/>
                </a:lnTo>
                <a:lnTo>
                  <a:pt x="9921" y="2030"/>
                </a:lnTo>
                <a:lnTo>
                  <a:pt x="9970" y="2025"/>
                </a:lnTo>
                <a:lnTo>
                  <a:pt x="10011" y="2020"/>
                </a:lnTo>
                <a:lnTo>
                  <a:pt x="10011" y="2067"/>
                </a:lnTo>
                <a:lnTo>
                  <a:pt x="10051" y="2074"/>
                </a:lnTo>
                <a:lnTo>
                  <a:pt x="10051" y="2018"/>
                </a:lnTo>
                <a:lnTo>
                  <a:pt x="10041" y="2015"/>
                </a:lnTo>
                <a:lnTo>
                  <a:pt x="10060" y="2013"/>
                </a:lnTo>
                <a:lnTo>
                  <a:pt x="10098" y="2004"/>
                </a:lnTo>
                <a:lnTo>
                  <a:pt x="10098" y="1992"/>
                </a:lnTo>
                <a:lnTo>
                  <a:pt x="10065" y="1982"/>
                </a:lnTo>
                <a:lnTo>
                  <a:pt x="10025" y="1973"/>
                </a:lnTo>
                <a:lnTo>
                  <a:pt x="9980" y="1966"/>
                </a:lnTo>
                <a:lnTo>
                  <a:pt x="9930" y="1959"/>
                </a:lnTo>
                <a:lnTo>
                  <a:pt x="9876" y="1956"/>
                </a:lnTo>
                <a:lnTo>
                  <a:pt x="9819" y="1954"/>
                </a:lnTo>
                <a:lnTo>
                  <a:pt x="9765" y="1954"/>
                </a:lnTo>
                <a:lnTo>
                  <a:pt x="9711" y="1956"/>
                </a:lnTo>
                <a:lnTo>
                  <a:pt x="9659" y="1961"/>
                </a:lnTo>
                <a:lnTo>
                  <a:pt x="9614" y="1968"/>
                </a:lnTo>
                <a:lnTo>
                  <a:pt x="9571" y="1975"/>
                </a:lnTo>
                <a:lnTo>
                  <a:pt x="9545" y="1982"/>
                </a:lnTo>
                <a:lnTo>
                  <a:pt x="9543" y="1982"/>
                </a:lnTo>
                <a:lnTo>
                  <a:pt x="9541" y="1968"/>
                </a:lnTo>
                <a:lnTo>
                  <a:pt x="9543" y="1732"/>
                </a:lnTo>
                <a:lnTo>
                  <a:pt x="9543" y="1732"/>
                </a:lnTo>
                <a:lnTo>
                  <a:pt x="9541" y="1732"/>
                </a:lnTo>
                <a:lnTo>
                  <a:pt x="9538" y="1732"/>
                </a:lnTo>
                <a:lnTo>
                  <a:pt x="9536" y="2155"/>
                </a:lnTo>
                <a:lnTo>
                  <a:pt x="9552" y="2178"/>
                </a:lnTo>
                <a:lnTo>
                  <a:pt x="9545" y="3782"/>
                </a:lnTo>
                <a:lnTo>
                  <a:pt x="9545" y="3782"/>
                </a:lnTo>
                <a:lnTo>
                  <a:pt x="9545" y="3834"/>
                </a:lnTo>
                <a:lnTo>
                  <a:pt x="9538" y="3837"/>
                </a:lnTo>
                <a:lnTo>
                  <a:pt x="9538" y="3780"/>
                </a:lnTo>
                <a:lnTo>
                  <a:pt x="9531" y="3778"/>
                </a:lnTo>
                <a:lnTo>
                  <a:pt x="9517" y="3773"/>
                </a:lnTo>
                <a:lnTo>
                  <a:pt x="9493" y="3771"/>
                </a:lnTo>
                <a:lnTo>
                  <a:pt x="9479" y="3771"/>
                </a:lnTo>
                <a:lnTo>
                  <a:pt x="9460" y="1968"/>
                </a:lnTo>
                <a:lnTo>
                  <a:pt x="9441" y="1963"/>
                </a:lnTo>
                <a:lnTo>
                  <a:pt x="9441" y="1876"/>
                </a:lnTo>
                <a:lnTo>
                  <a:pt x="9451" y="1871"/>
                </a:lnTo>
                <a:lnTo>
                  <a:pt x="9470" y="1857"/>
                </a:lnTo>
                <a:lnTo>
                  <a:pt x="9472" y="1850"/>
                </a:lnTo>
                <a:lnTo>
                  <a:pt x="9470" y="1824"/>
                </a:lnTo>
                <a:lnTo>
                  <a:pt x="9439" y="1815"/>
                </a:lnTo>
                <a:lnTo>
                  <a:pt x="9439" y="1616"/>
                </a:lnTo>
                <a:lnTo>
                  <a:pt x="9323" y="1576"/>
                </a:lnTo>
                <a:lnTo>
                  <a:pt x="9314" y="1578"/>
                </a:lnTo>
                <a:lnTo>
                  <a:pt x="9290" y="1583"/>
                </a:lnTo>
                <a:lnTo>
                  <a:pt x="9252" y="1590"/>
                </a:lnTo>
                <a:lnTo>
                  <a:pt x="9215" y="1600"/>
                </a:lnTo>
                <a:lnTo>
                  <a:pt x="9179" y="1609"/>
                </a:lnTo>
                <a:lnTo>
                  <a:pt x="9177" y="1609"/>
                </a:lnTo>
                <a:lnTo>
                  <a:pt x="9167" y="1640"/>
                </a:lnTo>
                <a:lnTo>
                  <a:pt x="9158" y="1673"/>
                </a:lnTo>
                <a:lnTo>
                  <a:pt x="9148" y="1704"/>
                </a:lnTo>
                <a:lnTo>
                  <a:pt x="9146" y="1718"/>
                </a:lnTo>
                <a:lnTo>
                  <a:pt x="9141" y="1734"/>
                </a:lnTo>
                <a:lnTo>
                  <a:pt x="9137" y="1765"/>
                </a:lnTo>
                <a:lnTo>
                  <a:pt x="9129" y="1796"/>
                </a:lnTo>
                <a:lnTo>
                  <a:pt x="9125" y="1829"/>
                </a:lnTo>
                <a:lnTo>
                  <a:pt x="9120" y="1855"/>
                </a:lnTo>
                <a:lnTo>
                  <a:pt x="9085" y="1845"/>
                </a:lnTo>
                <a:lnTo>
                  <a:pt x="9075" y="1850"/>
                </a:lnTo>
                <a:lnTo>
                  <a:pt x="9049" y="1862"/>
                </a:lnTo>
                <a:lnTo>
                  <a:pt x="9026" y="1871"/>
                </a:lnTo>
                <a:lnTo>
                  <a:pt x="9007" y="1883"/>
                </a:lnTo>
                <a:lnTo>
                  <a:pt x="8988" y="1895"/>
                </a:lnTo>
                <a:lnTo>
                  <a:pt x="8974" y="1907"/>
                </a:lnTo>
                <a:lnTo>
                  <a:pt x="8976" y="2996"/>
                </a:lnTo>
                <a:lnTo>
                  <a:pt x="8851" y="2913"/>
                </a:lnTo>
                <a:lnTo>
                  <a:pt x="8782" y="2906"/>
                </a:lnTo>
                <a:lnTo>
                  <a:pt x="8697" y="2908"/>
                </a:lnTo>
                <a:lnTo>
                  <a:pt x="8555" y="2989"/>
                </a:lnTo>
                <a:lnTo>
                  <a:pt x="8558" y="3038"/>
                </a:lnTo>
                <a:lnTo>
                  <a:pt x="8537" y="3038"/>
                </a:lnTo>
                <a:lnTo>
                  <a:pt x="8541" y="2337"/>
                </a:lnTo>
                <a:lnTo>
                  <a:pt x="8534" y="2337"/>
                </a:lnTo>
                <a:lnTo>
                  <a:pt x="8534" y="2240"/>
                </a:lnTo>
                <a:lnTo>
                  <a:pt x="8610" y="2207"/>
                </a:lnTo>
                <a:lnTo>
                  <a:pt x="8610" y="2183"/>
                </a:lnTo>
                <a:lnTo>
                  <a:pt x="8534" y="2174"/>
                </a:lnTo>
                <a:lnTo>
                  <a:pt x="8494" y="2183"/>
                </a:lnTo>
                <a:lnTo>
                  <a:pt x="8454" y="2193"/>
                </a:lnTo>
                <a:lnTo>
                  <a:pt x="8414" y="2200"/>
                </a:lnTo>
                <a:lnTo>
                  <a:pt x="8374" y="2209"/>
                </a:lnTo>
                <a:lnTo>
                  <a:pt x="8333" y="2219"/>
                </a:lnTo>
                <a:lnTo>
                  <a:pt x="8293" y="2226"/>
                </a:lnTo>
                <a:lnTo>
                  <a:pt x="8253" y="2235"/>
                </a:lnTo>
                <a:lnTo>
                  <a:pt x="8215" y="2242"/>
                </a:lnTo>
                <a:lnTo>
                  <a:pt x="8178" y="2249"/>
                </a:lnTo>
                <a:lnTo>
                  <a:pt x="8137" y="2256"/>
                </a:lnTo>
                <a:lnTo>
                  <a:pt x="8100" y="2263"/>
                </a:lnTo>
                <a:lnTo>
                  <a:pt x="8062" y="2270"/>
                </a:lnTo>
                <a:lnTo>
                  <a:pt x="7998" y="2308"/>
                </a:lnTo>
                <a:lnTo>
                  <a:pt x="7998" y="2332"/>
                </a:lnTo>
                <a:lnTo>
                  <a:pt x="8024" y="2330"/>
                </a:lnTo>
                <a:lnTo>
                  <a:pt x="8022" y="2360"/>
                </a:lnTo>
                <a:lnTo>
                  <a:pt x="7996" y="2374"/>
                </a:lnTo>
                <a:lnTo>
                  <a:pt x="7986" y="3064"/>
                </a:lnTo>
                <a:lnTo>
                  <a:pt x="7934" y="3008"/>
                </a:lnTo>
                <a:lnTo>
                  <a:pt x="7934" y="2622"/>
                </a:lnTo>
                <a:lnTo>
                  <a:pt x="7927" y="2620"/>
                </a:lnTo>
                <a:lnTo>
                  <a:pt x="7927" y="2618"/>
                </a:lnTo>
                <a:lnTo>
                  <a:pt x="7887" y="2618"/>
                </a:lnTo>
                <a:lnTo>
                  <a:pt x="7887" y="2422"/>
                </a:lnTo>
                <a:lnTo>
                  <a:pt x="7887" y="2422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9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7"/>
                </a:lnTo>
                <a:lnTo>
                  <a:pt x="7889" y="2412"/>
                </a:lnTo>
                <a:lnTo>
                  <a:pt x="7889" y="2412"/>
                </a:lnTo>
                <a:lnTo>
                  <a:pt x="7887" y="2412"/>
                </a:lnTo>
                <a:lnTo>
                  <a:pt x="7887" y="2410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5" y="2119"/>
                </a:lnTo>
                <a:lnTo>
                  <a:pt x="7882" y="2117"/>
                </a:lnTo>
                <a:lnTo>
                  <a:pt x="7882" y="2117"/>
                </a:lnTo>
                <a:lnTo>
                  <a:pt x="7882" y="2117"/>
                </a:lnTo>
                <a:lnTo>
                  <a:pt x="7882" y="2117"/>
                </a:lnTo>
                <a:lnTo>
                  <a:pt x="7880" y="2117"/>
                </a:lnTo>
                <a:lnTo>
                  <a:pt x="7880" y="2117"/>
                </a:lnTo>
                <a:lnTo>
                  <a:pt x="7878" y="2117"/>
                </a:lnTo>
                <a:lnTo>
                  <a:pt x="7878" y="2117"/>
                </a:lnTo>
                <a:lnTo>
                  <a:pt x="7878" y="2117"/>
                </a:lnTo>
                <a:lnTo>
                  <a:pt x="7875" y="2117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5" y="2119"/>
                </a:lnTo>
                <a:lnTo>
                  <a:pt x="7870" y="2410"/>
                </a:lnTo>
                <a:lnTo>
                  <a:pt x="7870" y="2412"/>
                </a:lnTo>
                <a:lnTo>
                  <a:pt x="7870" y="2412"/>
                </a:lnTo>
                <a:lnTo>
                  <a:pt x="7870" y="2417"/>
                </a:lnTo>
                <a:lnTo>
                  <a:pt x="7870" y="2417"/>
                </a:lnTo>
                <a:lnTo>
                  <a:pt x="7868" y="2417"/>
                </a:lnTo>
                <a:lnTo>
                  <a:pt x="7868" y="2417"/>
                </a:lnTo>
                <a:lnTo>
                  <a:pt x="7868" y="2417"/>
                </a:lnTo>
                <a:lnTo>
                  <a:pt x="7868" y="2417"/>
                </a:lnTo>
                <a:lnTo>
                  <a:pt x="7868" y="2419"/>
                </a:lnTo>
                <a:lnTo>
                  <a:pt x="7868" y="2419"/>
                </a:lnTo>
                <a:lnTo>
                  <a:pt x="7868" y="2419"/>
                </a:lnTo>
                <a:lnTo>
                  <a:pt x="7870" y="2419"/>
                </a:lnTo>
                <a:lnTo>
                  <a:pt x="7870" y="2419"/>
                </a:lnTo>
                <a:lnTo>
                  <a:pt x="7870" y="2419"/>
                </a:lnTo>
                <a:lnTo>
                  <a:pt x="7870" y="2422"/>
                </a:lnTo>
                <a:lnTo>
                  <a:pt x="7870" y="2422"/>
                </a:lnTo>
                <a:lnTo>
                  <a:pt x="7870" y="2618"/>
                </a:lnTo>
                <a:lnTo>
                  <a:pt x="7842" y="2618"/>
                </a:lnTo>
                <a:lnTo>
                  <a:pt x="7823" y="2618"/>
                </a:lnTo>
                <a:lnTo>
                  <a:pt x="7764" y="2615"/>
                </a:lnTo>
                <a:lnTo>
                  <a:pt x="7748" y="2615"/>
                </a:lnTo>
                <a:lnTo>
                  <a:pt x="7722" y="2615"/>
                </a:lnTo>
                <a:lnTo>
                  <a:pt x="7722" y="2419"/>
                </a:lnTo>
                <a:lnTo>
                  <a:pt x="7724" y="2419"/>
                </a:lnTo>
                <a:lnTo>
                  <a:pt x="7724" y="2419"/>
                </a:lnTo>
                <a:lnTo>
                  <a:pt x="7724" y="2417"/>
                </a:lnTo>
                <a:lnTo>
                  <a:pt x="7724" y="2417"/>
                </a:lnTo>
                <a:lnTo>
                  <a:pt x="7724" y="2417"/>
                </a:lnTo>
                <a:lnTo>
                  <a:pt x="7726" y="2417"/>
                </a:lnTo>
                <a:lnTo>
                  <a:pt x="7726" y="2417"/>
                </a:lnTo>
                <a:lnTo>
                  <a:pt x="7726" y="2417"/>
                </a:lnTo>
                <a:lnTo>
                  <a:pt x="7726" y="2415"/>
                </a:lnTo>
                <a:lnTo>
                  <a:pt x="7726" y="2415"/>
                </a:lnTo>
                <a:lnTo>
                  <a:pt x="7724" y="2415"/>
                </a:lnTo>
                <a:lnTo>
                  <a:pt x="7724" y="2415"/>
                </a:lnTo>
                <a:lnTo>
                  <a:pt x="7724" y="2415"/>
                </a:lnTo>
                <a:lnTo>
                  <a:pt x="7724" y="2410"/>
                </a:lnTo>
                <a:lnTo>
                  <a:pt x="7724" y="2410"/>
                </a:lnTo>
                <a:lnTo>
                  <a:pt x="7724" y="2410"/>
                </a:lnTo>
                <a:lnTo>
                  <a:pt x="7722" y="2410"/>
                </a:lnTo>
                <a:lnTo>
                  <a:pt x="7722" y="2117"/>
                </a:lnTo>
                <a:lnTo>
                  <a:pt x="7722" y="2117"/>
                </a:lnTo>
                <a:lnTo>
                  <a:pt x="7722" y="2117"/>
                </a:lnTo>
                <a:lnTo>
                  <a:pt x="7719" y="2117"/>
                </a:lnTo>
                <a:lnTo>
                  <a:pt x="7719" y="2115"/>
                </a:lnTo>
                <a:lnTo>
                  <a:pt x="7719" y="2115"/>
                </a:lnTo>
                <a:lnTo>
                  <a:pt x="7717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5" y="2115"/>
                </a:lnTo>
                <a:lnTo>
                  <a:pt x="7712" y="2115"/>
                </a:lnTo>
                <a:lnTo>
                  <a:pt x="7712" y="2115"/>
                </a:lnTo>
                <a:lnTo>
                  <a:pt x="7712" y="2115"/>
                </a:lnTo>
                <a:lnTo>
                  <a:pt x="7710" y="2117"/>
                </a:lnTo>
                <a:lnTo>
                  <a:pt x="7710" y="2117"/>
                </a:lnTo>
                <a:lnTo>
                  <a:pt x="7710" y="2117"/>
                </a:lnTo>
                <a:lnTo>
                  <a:pt x="7707" y="2408"/>
                </a:lnTo>
                <a:lnTo>
                  <a:pt x="7707" y="2408"/>
                </a:lnTo>
                <a:lnTo>
                  <a:pt x="7705" y="2410"/>
                </a:lnTo>
                <a:lnTo>
                  <a:pt x="7705" y="2410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5" y="2415"/>
                </a:lnTo>
                <a:lnTo>
                  <a:pt x="7703" y="2415"/>
                </a:lnTo>
                <a:lnTo>
                  <a:pt x="7703" y="2415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5" y="2417"/>
                </a:lnTo>
                <a:lnTo>
                  <a:pt x="7707" y="2419"/>
                </a:lnTo>
                <a:lnTo>
                  <a:pt x="7707" y="2419"/>
                </a:lnTo>
                <a:lnTo>
                  <a:pt x="7707" y="2615"/>
                </a:lnTo>
                <a:lnTo>
                  <a:pt x="7660" y="2615"/>
                </a:lnTo>
                <a:lnTo>
                  <a:pt x="7660" y="2618"/>
                </a:lnTo>
                <a:lnTo>
                  <a:pt x="7655" y="2620"/>
                </a:lnTo>
                <a:lnTo>
                  <a:pt x="7653" y="3005"/>
                </a:lnTo>
                <a:lnTo>
                  <a:pt x="7604" y="3052"/>
                </a:lnTo>
                <a:lnTo>
                  <a:pt x="7606" y="2478"/>
                </a:lnTo>
                <a:lnTo>
                  <a:pt x="7606" y="2478"/>
                </a:lnTo>
                <a:lnTo>
                  <a:pt x="7606" y="2476"/>
                </a:lnTo>
                <a:lnTo>
                  <a:pt x="7604" y="2476"/>
                </a:lnTo>
                <a:lnTo>
                  <a:pt x="7604" y="2476"/>
                </a:lnTo>
                <a:lnTo>
                  <a:pt x="7604" y="2474"/>
                </a:lnTo>
                <a:lnTo>
                  <a:pt x="7604" y="2474"/>
                </a:lnTo>
                <a:lnTo>
                  <a:pt x="7604" y="2471"/>
                </a:lnTo>
                <a:lnTo>
                  <a:pt x="7604" y="2471"/>
                </a:lnTo>
                <a:lnTo>
                  <a:pt x="7604" y="2471"/>
                </a:lnTo>
                <a:lnTo>
                  <a:pt x="7604" y="2469"/>
                </a:lnTo>
                <a:lnTo>
                  <a:pt x="7604" y="2469"/>
                </a:lnTo>
                <a:lnTo>
                  <a:pt x="7601" y="2469"/>
                </a:lnTo>
                <a:lnTo>
                  <a:pt x="7568" y="2412"/>
                </a:lnTo>
                <a:lnTo>
                  <a:pt x="7568" y="2412"/>
                </a:lnTo>
                <a:lnTo>
                  <a:pt x="7568" y="2410"/>
                </a:lnTo>
                <a:lnTo>
                  <a:pt x="7568" y="2410"/>
                </a:lnTo>
                <a:lnTo>
                  <a:pt x="7566" y="2410"/>
                </a:lnTo>
                <a:lnTo>
                  <a:pt x="7566" y="2408"/>
                </a:lnTo>
                <a:lnTo>
                  <a:pt x="7563" y="2408"/>
                </a:lnTo>
                <a:lnTo>
                  <a:pt x="7563" y="2408"/>
                </a:lnTo>
                <a:lnTo>
                  <a:pt x="7563" y="2408"/>
                </a:lnTo>
                <a:lnTo>
                  <a:pt x="7561" y="2405"/>
                </a:lnTo>
                <a:lnTo>
                  <a:pt x="7561" y="2405"/>
                </a:lnTo>
                <a:lnTo>
                  <a:pt x="7561" y="2332"/>
                </a:lnTo>
                <a:lnTo>
                  <a:pt x="7386" y="2377"/>
                </a:lnTo>
                <a:lnTo>
                  <a:pt x="7230" y="2457"/>
                </a:lnTo>
                <a:lnTo>
                  <a:pt x="7228" y="2417"/>
                </a:lnTo>
                <a:lnTo>
                  <a:pt x="7131" y="2408"/>
                </a:lnTo>
                <a:lnTo>
                  <a:pt x="7131" y="2408"/>
                </a:lnTo>
                <a:lnTo>
                  <a:pt x="7129" y="2408"/>
                </a:lnTo>
                <a:lnTo>
                  <a:pt x="7129" y="2408"/>
                </a:lnTo>
                <a:lnTo>
                  <a:pt x="7126" y="2408"/>
                </a:lnTo>
                <a:lnTo>
                  <a:pt x="7126" y="2408"/>
                </a:lnTo>
                <a:lnTo>
                  <a:pt x="7037" y="2433"/>
                </a:lnTo>
                <a:lnTo>
                  <a:pt x="7037" y="2433"/>
                </a:lnTo>
                <a:lnTo>
                  <a:pt x="7037" y="2433"/>
                </a:lnTo>
                <a:lnTo>
                  <a:pt x="7034" y="2433"/>
                </a:lnTo>
                <a:lnTo>
                  <a:pt x="7034" y="2433"/>
                </a:lnTo>
                <a:lnTo>
                  <a:pt x="7032" y="2436"/>
                </a:lnTo>
                <a:lnTo>
                  <a:pt x="7032" y="2436"/>
                </a:lnTo>
                <a:lnTo>
                  <a:pt x="7032" y="2436"/>
                </a:lnTo>
                <a:lnTo>
                  <a:pt x="6987" y="2483"/>
                </a:lnTo>
                <a:lnTo>
                  <a:pt x="6987" y="2483"/>
                </a:lnTo>
                <a:lnTo>
                  <a:pt x="6987" y="2483"/>
                </a:lnTo>
                <a:lnTo>
                  <a:pt x="6985" y="2485"/>
                </a:lnTo>
                <a:lnTo>
                  <a:pt x="6985" y="2485"/>
                </a:lnTo>
                <a:lnTo>
                  <a:pt x="6985" y="2485"/>
                </a:lnTo>
                <a:lnTo>
                  <a:pt x="6985" y="2488"/>
                </a:lnTo>
                <a:lnTo>
                  <a:pt x="6985" y="2488"/>
                </a:lnTo>
                <a:lnTo>
                  <a:pt x="6982" y="2490"/>
                </a:lnTo>
                <a:lnTo>
                  <a:pt x="6982" y="2490"/>
                </a:lnTo>
                <a:lnTo>
                  <a:pt x="6982" y="2490"/>
                </a:lnTo>
                <a:lnTo>
                  <a:pt x="6982" y="2493"/>
                </a:lnTo>
                <a:lnTo>
                  <a:pt x="6982" y="2493"/>
                </a:lnTo>
                <a:lnTo>
                  <a:pt x="6987" y="2958"/>
                </a:lnTo>
                <a:lnTo>
                  <a:pt x="6845" y="2816"/>
                </a:lnTo>
                <a:lnTo>
                  <a:pt x="6722" y="2696"/>
                </a:lnTo>
                <a:lnTo>
                  <a:pt x="6713" y="2696"/>
                </a:lnTo>
                <a:lnTo>
                  <a:pt x="6713" y="2495"/>
                </a:lnTo>
                <a:lnTo>
                  <a:pt x="6713" y="2495"/>
                </a:lnTo>
                <a:lnTo>
                  <a:pt x="6711" y="2495"/>
                </a:lnTo>
                <a:lnTo>
                  <a:pt x="6711" y="2405"/>
                </a:lnTo>
                <a:lnTo>
                  <a:pt x="6711" y="2405"/>
                </a:lnTo>
                <a:lnTo>
                  <a:pt x="6711" y="2405"/>
                </a:lnTo>
                <a:lnTo>
                  <a:pt x="6711" y="2405"/>
                </a:lnTo>
                <a:lnTo>
                  <a:pt x="6711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8" y="2405"/>
                </a:lnTo>
                <a:lnTo>
                  <a:pt x="6706" y="2405"/>
                </a:lnTo>
                <a:lnTo>
                  <a:pt x="6706" y="2405"/>
                </a:lnTo>
                <a:lnTo>
                  <a:pt x="6706" y="2405"/>
                </a:lnTo>
                <a:lnTo>
                  <a:pt x="6708" y="2495"/>
                </a:lnTo>
                <a:lnTo>
                  <a:pt x="6675" y="2497"/>
                </a:lnTo>
                <a:lnTo>
                  <a:pt x="6675" y="2408"/>
                </a:lnTo>
                <a:lnTo>
                  <a:pt x="6675" y="2408"/>
                </a:lnTo>
                <a:lnTo>
                  <a:pt x="6675" y="2408"/>
                </a:lnTo>
                <a:lnTo>
                  <a:pt x="6675" y="2408"/>
                </a:lnTo>
                <a:lnTo>
                  <a:pt x="6675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3" y="2408"/>
                </a:lnTo>
                <a:lnTo>
                  <a:pt x="6670" y="2408"/>
                </a:lnTo>
                <a:lnTo>
                  <a:pt x="6670" y="2408"/>
                </a:lnTo>
                <a:lnTo>
                  <a:pt x="6670" y="2408"/>
                </a:lnTo>
                <a:lnTo>
                  <a:pt x="6670" y="2497"/>
                </a:lnTo>
                <a:lnTo>
                  <a:pt x="6670" y="2497"/>
                </a:lnTo>
                <a:lnTo>
                  <a:pt x="6670" y="2500"/>
                </a:lnTo>
                <a:lnTo>
                  <a:pt x="6673" y="2698"/>
                </a:lnTo>
                <a:lnTo>
                  <a:pt x="6652" y="2698"/>
                </a:lnTo>
                <a:lnTo>
                  <a:pt x="6654" y="3010"/>
                </a:lnTo>
                <a:lnTo>
                  <a:pt x="6536" y="3107"/>
                </a:lnTo>
                <a:lnTo>
                  <a:pt x="6538" y="2124"/>
                </a:lnTo>
                <a:lnTo>
                  <a:pt x="6500" y="2105"/>
                </a:lnTo>
                <a:lnTo>
                  <a:pt x="6503" y="1833"/>
                </a:lnTo>
                <a:lnTo>
                  <a:pt x="6467" y="1822"/>
                </a:lnTo>
                <a:lnTo>
                  <a:pt x="6467" y="1670"/>
                </a:lnTo>
                <a:lnTo>
                  <a:pt x="6420" y="1656"/>
                </a:lnTo>
                <a:lnTo>
                  <a:pt x="6418" y="1538"/>
                </a:lnTo>
                <a:lnTo>
                  <a:pt x="6387" y="1533"/>
                </a:lnTo>
                <a:lnTo>
                  <a:pt x="6385" y="1479"/>
                </a:lnTo>
                <a:lnTo>
                  <a:pt x="6375" y="1477"/>
                </a:lnTo>
                <a:lnTo>
                  <a:pt x="6373" y="1477"/>
                </a:lnTo>
                <a:lnTo>
                  <a:pt x="6373" y="1264"/>
                </a:lnTo>
                <a:lnTo>
                  <a:pt x="6373" y="1264"/>
                </a:lnTo>
                <a:lnTo>
                  <a:pt x="6370" y="1264"/>
                </a:lnTo>
                <a:lnTo>
                  <a:pt x="6368" y="1264"/>
                </a:lnTo>
                <a:lnTo>
                  <a:pt x="6366" y="1264"/>
                </a:lnTo>
                <a:lnTo>
                  <a:pt x="6363" y="1264"/>
                </a:lnTo>
                <a:lnTo>
                  <a:pt x="6361" y="1264"/>
                </a:lnTo>
                <a:lnTo>
                  <a:pt x="6359" y="1264"/>
                </a:lnTo>
                <a:lnTo>
                  <a:pt x="6356" y="1264"/>
                </a:lnTo>
                <a:lnTo>
                  <a:pt x="6354" y="1264"/>
                </a:lnTo>
                <a:lnTo>
                  <a:pt x="6352" y="1264"/>
                </a:lnTo>
                <a:lnTo>
                  <a:pt x="6352" y="1264"/>
                </a:lnTo>
                <a:lnTo>
                  <a:pt x="6349" y="1264"/>
                </a:lnTo>
                <a:lnTo>
                  <a:pt x="6352" y="1479"/>
                </a:lnTo>
                <a:lnTo>
                  <a:pt x="6340" y="1479"/>
                </a:lnTo>
                <a:lnTo>
                  <a:pt x="6340" y="1536"/>
                </a:lnTo>
                <a:lnTo>
                  <a:pt x="6302" y="1536"/>
                </a:lnTo>
                <a:lnTo>
                  <a:pt x="6302" y="1633"/>
                </a:lnTo>
                <a:lnTo>
                  <a:pt x="6087" y="1637"/>
                </a:lnTo>
                <a:lnTo>
                  <a:pt x="5900" y="1654"/>
                </a:lnTo>
                <a:lnTo>
                  <a:pt x="5903" y="1798"/>
                </a:lnTo>
                <a:lnTo>
                  <a:pt x="5806" y="1810"/>
                </a:lnTo>
                <a:lnTo>
                  <a:pt x="5811" y="2072"/>
                </a:lnTo>
                <a:lnTo>
                  <a:pt x="5707" y="2091"/>
                </a:lnTo>
                <a:lnTo>
                  <a:pt x="5744" y="3678"/>
                </a:lnTo>
                <a:lnTo>
                  <a:pt x="5633" y="3730"/>
                </a:lnTo>
                <a:lnTo>
                  <a:pt x="5622" y="2039"/>
                </a:lnTo>
                <a:lnTo>
                  <a:pt x="5619" y="2037"/>
                </a:lnTo>
                <a:lnTo>
                  <a:pt x="5619" y="2037"/>
                </a:lnTo>
                <a:lnTo>
                  <a:pt x="5615" y="2034"/>
                </a:lnTo>
                <a:lnTo>
                  <a:pt x="5612" y="2034"/>
                </a:lnTo>
                <a:lnTo>
                  <a:pt x="5605" y="2032"/>
                </a:lnTo>
                <a:lnTo>
                  <a:pt x="5600" y="2032"/>
                </a:lnTo>
                <a:lnTo>
                  <a:pt x="5593" y="2030"/>
                </a:lnTo>
                <a:lnTo>
                  <a:pt x="5584" y="2030"/>
                </a:lnTo>
                <a:lnTo>
                  <a:pt x="5574" y="2027"/>
                </a:lnTo>
                <a:lnTo>
                  <a:pt x="5565" y="2027"/>
                </a:lnTo>
                <a:lnTo>
                  <a:pt x="5556" y="2025"/>
                </a:lnTo>
                <a:lnTo>
                  <a:pt x="5544" y="2025"/>
                </a:lnTo>
                <a:lnTo>
                  <a:pt x="5194" y="2020"/>
                </a:lnTo>
                <a:lnTo>
                  <a:pt x="5180" y="2020"/>
                </a:lnTo>
                <a:lnTo>
                  <a:pt x="5168" y="2020"/>
                </a:lnTo>
                <a:lnTo>
                  <a:pt x="5154" y="2022"/>
                </a:lnTo>
                <a:lnTo>
                  <a:pt x="5142" y="2022"/>
                </a:lnTo>
                <a:lnTo>
                  <a:pt x="5130" y="2022"/>
                </a:lnTo>
                <a:lnTo>
                  <a:pt x="5121" y="2025"/>
                </a:lnTo>
                <a:lnTo>
                  <a:pt x="5111" y="2025"/>
                </a:lnTo>
                <a:lnTo>
                  <a:pt x="5107" y="2027"/>
                </a:lnTo>
                <a:lnTo>
                  <a:pt x="5102" y="2030"/>
                </a:lnTo>
                <a:lnTo>
                  <a:pt x="5100" y="2030"/>
                </a:lnTo>
                <a:lnTo>
                  <a:pt x="5144" y="3929"/>
                </a:lnTo>
                <a:lnTo>
                  <a:pt x="5104" y="3929"/>
                </a:lnTo>
                <a:lnTo>
                  <a:pt x="5104" y="2835"/>
                </a:lnTo>
                <a:lnTo>
                  <a:pt x="5069" y="2835"/>
                </a:lnTo>
                <a:lnTo>
                  <a:pt x="5069" y="2826"/>
                </a:lnTo>
                <a:lnTo>
                  <a:pt x="5067" y="2819"/>
                </a:lnTo>
                <a:lnTo>
                  <a:pt x="5057" y="2811"/>
                </a:lnTo>
                <a:lnTo>
                  <a:pt x="5038" y="2804"/>
                </a:lnTo>
                <a:lnTo>
                  <a:pt x="5012" y="2800"/>
                </a:lnTo>
                <a:lnTo>
                  <a:pt x="4979" y="2795"/>
                </a:lnTo>
                <a:lnTo>
                  <a:pt x="4944" y="2793"/>
                </a:lnTo>
                <a:lnTo>
                  <a:pt x="4908" y="2793"/>
                </a:lnTo>
                <a:lnTo>
                  <a:pt x="4873" y="2795"/>
                </a:lnTo>
                <a:lnTo>
                  <a:pt x="4844" y="2800"/>
                </a:lnTo>
                <a:lnTo>
                  <a:pt x="4823" y="2804"/>
                </a:lnTo>
                <a:lnTo>
                  <a:pt x="4821" y="2807"/>
                </a:lnTo>
                <a:lnTo>
                  <a:pt x="4823" y="2308"/>
                </a:lnTo>
                <a:lnTo>
                  <a:pt x="4738" y="2294"/>
                </a:lnTo>
                <a:lnTo>
                  <a:pt x="4334" y="2207"/>
                </a:lnTo>
                <a:lnTo>
                  <a:pt x="4280" y="2197"/>
                </a:lnTo>
                <a:lnTo>
                  <a:pt x="4285" y="2856"/>
                </a:lnTo>
                <a:lnTo>
                  <a:pt x="4228" y="2856"/>
                </a:lnTo>
                <a:lnTo>
                  <a:pt x="4228" y="2757"/>
                </a:lnTo>
                <a:lnTo>
                  <a:pt x="4216" y="2757"/>
                </a:lnTo>
                <a:lnTo>
                  <a:pt x="4214" y="2757"/>
                </a:lnTo>
                <a:lnTo>
                  <a:pt x="4197" y="2757"/>
                </a:lnTo>
                <a:lnTo>
                  <a:pt x="4197" y="2528"/>
                </a:lnTo>
                <a:lnTo>
                  <a:pt x="4185" y="2528"/>
                </a:lnTo>
                <a:lnTo>
                  <a:pt x="4185" y="2462"/>
                </a:lnTo>
                <a:lnTo>
                  <a:pt x="4174" y="2462"/>
                </a:lnTo>
                <a:lnTo>
                  <a:pt x="4174" y="2462"/>
                </a:lnTo>
                <a:lnTo>
                  <a:pt x="4159" y="2462"/>
                </a:lnTo>
                <a:lnTo>
                  <a:pt x="4159" y="2266"/>
                </a:lnTo>
                <a:lnTo>
                  <a:pt x="4155" y="2266"/>
                </a:lnTo>
                <a:lnTo>
                  <a:pt x="4152" y="2268"/>
                </a:lnTo>
                <a:lnTo>
                  <a:pt x="4155" y="2462"/>
                </a:lnTo>
                <a:lnTo>
                  <a:pt x="4136" y="2462"/>
                </a:lnTo>
                <a:lnTo>
                  <a:pt x="4136" y="2462"/>
                </a:lnTo>
                <a:lnTo>
                  <a:pt x="4122" y="2462"/>
                </a:lnTo>
                <a:lnTo>
                  <a:pt x="4122" y="2462"/>
                </a:lnTo>
                <a:lnTo>
                  <a:pt x="4112" y="2493"/>
                </a:lnTo>
                <a:lnTo>
                  <a:pt x="4112" y="2493"/>
                </a:lnTo>
                <a:lnTo>
                  <a:pt x="4112" y="2526"/>
                </a:lnTo>
                <a:lnTo>
                  <a:pt x="4100" y="2526"/>
                </a:lnTo>
                <a:lnTo>
                  <a:pt x="4079" y="2528"/>
                </a:lnTo>
                <a:lnTo>
                  <a:pt x="4058" y="2528"/>
                </a:lnTo>
                <a:lnTo>
                  <a:pt x="4037" y="2528"/>
                </a:lnTo>
                <a:lnTo>
                  <a:pt x="4015" y="2528"/>
                </a:lnTo>
                <a:lnTo>
                  <a:pt x="3994" y="2528"/>
                </a:lnTo>
                <a:lnTo>
                  <a:pt x="3973" y="2528"/>
                </a:lnTo>
                <a:lnTo>
                  <a:pt x="3952" y="2528"/>
                </a:lnTo>
                <a:lnTo>
                  <a:pt x="3930" y="2528"/>
                </a:lnTo>
                <a:lnTo>
                  <a:pt x="3909" y="2528"/>
                </a:lnTo>
                <a:lnTo>
                  <a:pt x="3890" y="2526"/>
                </a:lnTo>
                <a:lnTo>
                  <a:pt x="3869" y="2526"/>
                </a:lnTo>
                <a:lnTo>
                  <a:pt x="3869" y="2493"/>
                </a:lnTo>
                <a:lnTo>
                  <a:pt x="3869" y="2490"/>
                </a:lnTo>
                <a:lnTo>
                  <a:pt x="3869" y="2462"/>
                </a:lnTo>
                <a:lnTo>
                  <a:pt x="3869" y="2459"/>
                </a:lnTo>
                <a:lnTo>
                  <a:pt x="3857" y="2459"/>
                </a:lnTo>
                <a:lnTo>
                  <a:pt x="3857" y="2462"/>
                </a:lnTo>
                <a:lnTo>
                  <a:pt x="3838" y="2462"/>
                </a:lnTo>
                <a:lnTo>
                  <a:pt x="3838" y="2268"/>
                </a:lnTo>
                <a:lnTo>
                  <a:pt x="3838" y="2266"/>
                </a:lnTo>
                <a:lnTo>
                  <a:pt x="3833" y="2266"/>
                </a:lnTo>
                <a:lnTo>
                  <a:pt x="3833" y="2462"/>
                </a:lnTo>
                <a:lnTo>
                  <a:pt x="3819" y="2462"/>
                </a:lnTo>
                <a:lnTo>
                  <a:pt x="3819" y="2459"/>
                </a:lnTo>
                <a:lnTo>
                  <a:pt x="3805" y="2459"/>
                </a:lnTo>
                <a:lnTo>
                  <a:pt x="3805" y="2528"/>
                </a:lnTo>
                <a:lnTo>
                  <a:pt x="3796" y="2528"/>
                </a:lnTo>
                <a:lnTo>
                  <a:pt x="3793" y="2757"/>
                </a:lnTo>
                <a:lnTo>
                  <a:pt x="3774" y="2757"/>
                </a:lnTo>
                <a:lnTo>
                  <a:pt x="3774" y="2757"/>
                </a:lnTo>
                <a:lnTo>
                  <a:pt x="3765" y="2757"/>
                </a:lnTo>
                <a:lnTo>
                  <a:pt x="3763" y="3612"/>
                </a:lnTo>
                <a:lnTo>
                  <a:pt x="3727" y="3612"/>
                </a:lnTo>
                <a:lnTo>
                  <a:pt x="3727" y="3612"/>
                </a:lnTo>
                <a:lnTo>
                  <a:pt x="3715" y="3612"/>
                </a:lnTo>
                <a:lnTo>
                  <a:pt x="3715" y="3612"/>
                </a:lnTo>
                <a:lnTo>
                  <a:pt x="3706" y="3631"/>
                </a:lnTo>
                <a:lnTo>
                  <a:pt x="3706" y="3634"/>
                </a:lnTo>
                <a:lnTo>
                  <a:pt x="3706" y="3754"/>
                </a:lnTo>
                <a:lnTo>
                  <a:pt x="3564" y="3754"/>
                </a:lnTo>
                <a:lnTo>
                  <a:pt x="3564" y="3667"/>
                </a:lnTo>
                <a:lnTo>
                  <a:pt x="3564" y="3660"/>
                </a:lnTo>
                <a:lnTo>
                  <a:pt x="3564" y="3657"/>
                </a:lnTo>
                <a:lnTo>
                  <a:pt x="3555" y="3657"/>
                </a:lnTo>
                <a:lnTo>
                  <a:pt x="2981" y="3657"/>
                </a:lnTo>
                <a:lnTo>
                  <a:pt x="2981" y="3525"/>
                </a:lnTo>
                <a:lnTo>
                  <a:pt x="3118" y="3487"/>
                </a:lnTo>
                <a:lnTo>
                  <a:pt x="3276" y="3426"/>
                </a:lnTo>
                <a:lnTo>
                  <a:pt x="3427" y="3345"/>
                </a:lnTo>
                <a:lnTo>
                  <a:pt x="3500" y="3303"/>
                </a:lnTo>
                <a:lnTo>
                  <a:pt x="3663" y="3194"/>
                </a:lnTo>
                <a:lnTo>
                  <a:pt x="3663" y="3161"/>
                </a:lnTo>
                <a:lnTo>
                  <a:pt x="3238" y="3161"/>
                </a:lnTo>
                <a:lnTo>
                  <a:pt x="3226" y="3178"/>
                </a:lnTo>
                <a:lnTo>
                  <a:pt x="1941" y="3180"/>
                </a:lnTo>
                <a:lnTo>
                  <a:pt x="1904" y="3163"/>
                </a:lnTo>
                <a:lnTo>
                  <a:pt x="1481" y="3163"/>
                </a:lnTo>
                <a:lnTo>
                  <a:pt x="1481" y="3197"/>
                </a:lnTo>
                <a:lnTo>
                  <a:pt x="1644" y="3305"/>
                </a:lnTo>
                <a:lnTo>
                  <a:pt x="1816" y="3395"/>
                </a:lnTo>
                <a:lnTo>
                  <a:pt x="1996" y="3466"/>
                </a:lnTo>
                <a:lnTo>
                  <a:pt x="2175" y="3515"/>
                </a:lnTo>
                <a:lnTo>
                  <a:pt x="2178" y="3799"/>
                </a:lnTo>
                <a:lnTo>
                  <a:pt x="1741" y="3799"/>
                </a:lnTo>
                <a:lnTo>
                  <a:pt x="1736" y="3754"/>
                </a:lnTo>
                <a:lnTo>
                  <a:pt x="1719" y="3752"/>
                </a:lnTo>
                <a:lnTo>
                  <a:pt x="1637" y="3749"/>
                </a:lnTo>
                <a:lnTo>
                  <a:pt x="1549" y="3752"/>
                </a:lnTo>
                <a:lnTo>
                  <a:pt x="1519" y="3754"/>
                </a:lnTo>
                <a:lnTo>
                  <a:pt x="1495" y="3938"/>
                </a:lnTo>
                <a:lnTo>
                  <a:pt x="1422" y="3934"/>
                </a:lnTo>
                <a:lnTo>
                  <a:pt x="1275" y="3681"/>
                </a:lnTo>
                <a:lnTo>
                  <a:pt x="1275" y="3674"/>
                </a:lnTo>
                <a:lnTo>
                  <a:pt x="1273" y="3662"/>
                </a:lnTo>
                <a:lnTo>
                  <a:pt x="1273" y="3660"/>
                </a:lnTo>
                <a:lnTo>
                  <a:pt x="1268" y="3650"/>
                </a:lnTo>
                <a:lnTo>
                  <a:pt x="1268" y="3650"/>
                </a:lnTo>
                <a:lnTo>
                  <a:pt x="1261" y="3641"/>
                </a:lnTo>
                <a:lnTo>
                  <a:pt x="1252" y="3634"/>
                </a:lnTo>
                <a:lnTo>
                  <a:pt x="1245" y="3629"/>
                </a:lnTo>
                <a:lnTo>
                  <a:pt x="1136" y="3440"/>
                </a:lnTo>
                <a:lnTo>
                  <a:pt x="1145" y="3433"/>
                </a:lnTo>
                <a:lnTo>
                  <a:pt x="1185" y="3378"/>
                </a:lnTo>
                <a:lnTo>
                  <a:pt x="1200" y="3348"/>
                </a:lnTo>
                <a:lnTo>
                  <a:pt x="1211" y="3317"/>
                </a:lnTo>
                <a:lnTo>
                  <a:pt x="1221" y="3251"/>
                </a:lnTo>
                <a:lnTo>
                  <a:pt x="1219" y="3251"/>
                </a:lnTo>
                <a:lnTo>
                  <a:pt x="1211" y="3185"/>
                </a:lnTo>
                <a:lnTo>
                  <a:pt x="1197" y="3154"/>
                </a:lnTo>
                <a:lnTo>
                  <a:pt x="1185" y="3123"/>
                </a:lnTo>
                <a:lnTo>
                  <a:pt x="1145" y="3071"/>
                </a:lnTo>
                <a:lnTo>
                  <a:pt x="1093" y="3029"/>
                </a:lnTo>
                <a:lnTo>
                  <a:pt x="1089" y="3029"/>
                </a:lnTo>
                <a:lnTo>
                  <a:pt x="1067" y="3019"/>
                </a:lnTo>
                <a:lnTo>
                  <a:pt x="1067" y="1807"/>
                </a:lnTo>
                <a:lnTo>
                  <a:pt x="1074" y="1803"/>
                </a:lnTo>
                <a:lnTo>
                  <a:pt x="1122" y="1767"/>
                </a:lnTo>
                <a:lnTo>
                  <a:pt x="1159" y="1722"/>
                </a:lnTo>
                <a:lnTo>
                  <a:pt x="1171" y="1694"/>
                </a:lnTo>
                <a:lnTo>
                  <a:pt x="1181" y="1668"/>
                </a:lnTo>
                <a:lnTo>
                  <a:pt x="1190" y="1609"/>
                </a:lnTo>
                <a:lnTo>
                  <a:pt x="1190" y="1604"/>
                </a:lnTo>
                <a:lnTo>
                  <a:pt x="1190" y="1600"/>
                </a:lnTo>
                <a:lnTo>
                  <a:pt x="1181" y="1541"/>
                </a:lnTo>
                <a:lnTo>
                  <a:pt x="1159" y="1486"/>
                </a:lnTo>
                <a:lnTo>
                  <a:pt x="1122" y="1441"/>
                </a:lnTo>
                <a:lnTo>
                  <a:pt x="1112" y="1432"/>
                </a:lnTo>
                <a:lnTo>
                  <a:pt x="1067" y="1401"/>
                </a:lnTo>
                <a:lnTo>
                  <a:pt x="1053" y="1394"/>
                </a:lnTo>
                <a:lnTo>
                  <a:pt x="1027" y="1387"/>
                </a:lnTo>
                <a:lnTo>
                  <a:pt x="1015" y="1288"/>
                </a:lnTo>
                <a:lnTo>
                  <a:pt x="1025" y="1285"/>
                </a:lnTo>
                <a:lnTo>
                  <a:pt x="1034" y="1283"/>
                </a:lnTo>
                <a:lnTo>
                  <a:pt x="1037" y="1278"/>
                </a:lnTo>
                <a:lnTo>
                  <a:pt x="1037" y="1267"/>
                </a:lnTo>
                <a:lnTo>
                  <a:pt x="1034" y="1262"/>
                </a:lnTo>
                <a:lnTo>
                  <a:pt x="1030" y="1259"/>
                </a:lnTo>
                <a:lnTo>
                  <a:pt x="1018" y="1255"/>
                </a:lnTo>
                <a:lnTo>
                  <a:pt x="1015" y="1255"/>
                </a:lnTo>
                <a:lnTo>
                  <a:pt x="1015" y="1047"/>
                </a:lnTo>
                <a:lnTo>
                  <a:pt x="1020" y="1044"/>
                </a:lnTo>
                <a:lnTo>
                  <a:pt x="1032" y="1030"/>
                </a:lnTo>
                <a:lnTo>
                  <a:pt x="1039" y="1011"/>
                </a:lnTo>
                <a:lnTo>
                  <a:pt x="1041" y="1007"/>
                </a:lnTo>
                <a:lnTo>
                  <a:pt x="1044" y="997"/>
                </a:lnTo>
                <a:lnTo>
                  <a:pt x="1044" y="990"/>
                </a:lnTo>
                <a:lnTo>
                  <a:pt x="1044" y="988"/>
                </a:lnTo>
                <a:lnTo>
                  <a:pt x="1044" y="988"/>
                </a:lnTo>
                <a:lnTo>
                  <a:pt x="1044" y="988"/>
                </a:lnTo>
                <a:lnTo>
                  <a:pt x="1044" y="985"/>
                </a:lnTo>
                <a:lnTo>
                  <a:pt x="1044" y="978"/>
                </a:lnTo>
                <a:lnTo>
                  <a:pt x="1041" y="969"/>
                </a:lnTo>
                <a:lnTo>
                  <a:pt x="1039" y="964"/>
                </a:lnTo>
                <a:lnTo>
                  <a:pt x="1032" y="945"/>
                </a:lnTo>
                <a:lnTo>
                  <a:pt x="1022" y="933"/>
                </a:lnTo>
                <a:lnTo>
                  <a:pt x="1027" y="931"/>
                </a:lnTo>
                <a:lnTo>
                  <a:pt x="1034" y="926"/>
                </a:lnTo>
                <a:lnTo>
                  <a:pt x="1037" y="922"/>
                </a:lnTo>
                <a:lnTo>
                  <a:pt x="1037" y="912"/>
                </a:lnTo>
                <a:lnTo>
                  <a:pt x="1034" y="907"/>
                </a:lnTo>
                <a:lnTo>
                  <a:pt x="1027" y="903"/>
                </a:lnTo>
                <a:lnTo>
                  <a:pt x="1015" y="898"/>
                </a:lnTo>
                <a:lnTo>
                  <a:pt x="1001" y="896"/>
                </a:lnTo>
                <a:lnTo>
                  <a:pt x="999" y="896"/>
                </a:lnTo>
                <a:lnTo>
                  <a:pt x="999" y="690"/>
                </a:lnTo>
                <a:lnTo>
                  <a:pt x="1015" y="688"/>
                </a:lnTo>
                <a:lnTo>
                  <a:pt x="1015" y="678"/>
                </a:lnTo>
                <a:lnTo>
                  <a:pt x="985" y="657"/>
                </a:lnTo>
                <a:lnTo>
                  <a:pt x="985" y="444"/>
                </a:lnTo>
                <a:lnTo>
                  <a:pt x="987" y="444"/>
                </a:lnTo>
                <a:lnTo>
                  <a:pt x="994" y="442"/>
                </a:lnTo>
                <a:lnTo>
                  <a:pt x="996" y="440"/>
                </a:lnTo>
                <a:lnTo>
                  <a:pt x="999" y="437"/>
                </a:lnTo>
                <a:lnTo>
                  <a:pt x="999" y="435"/>
                </a:lnTo>
                <a:lnTo>
                  <a:pt x="999" y="430"/>
                </a:lnTo>
                <a:lnTo>
                  <a:pt x="999" y="428"/>
                </a:lnTo>
                <a:lnTo>
                  <a:pt x="994" y="426"/>
                </a:lnTo>
                <a:lnTo>
                  <a:pt x="992" y="423"/>
                </a:lnTo>
                <a:lnTo>
                  <a:pt x="985" y="421"/>
                </a:lnTo>
                <a:lnTo>
                  <a:pt x="980" y="421"/>
                </a:lnTo>
                <a:lnTo>
                  <a:pt x="982" y="5"/>
                </a:lnTo>
                <a:lnTo>
                  <a:pt x="980" y="5"/>
                </a:lnTo>
                <a:lnTo>
                  <a:pt x="980" y="3"/>
                </a:lnTo>
                <a:lnTo>
                  <a:pt x="978" y="3"/>
                </a:lnTo>
                <a:lnTo>
                  <a:pt x="973" y="0"/>
                </a:lnTo>
                <a:lnTo>
                  <a:pt x="971" y="0"/>
                </a:lnTo>
                <a:lnTo>
                  <a:pt x="968" y="0"/>
                </a:lnTo>
                <a:lnTo>
                  <a:pt x="963" y="0"/>
                </a:lnTo>
                <a:lnTo>
                  <a:pt x="961" y="0"/>
                </a:lnTo>
                <a:lnTo>
                  <a:pt x="959" y="3"/>
                </a:lnTo>
                <a:lnTo>
                  <a:pt x="956" y="3"/>
                </a:lnTo>
                <a:lnTo>
                  <a:pt x="956" y="5"/>
                </a:lnTo>
                <a:lnTo>
                  <a:pt x="954" y="5"/>
                </a:lnTo>
                <a:lnTo>
                  <a:pt x="954" y="421"/>
                </a:lnTo>
                <a:lnTo>
                  <a:pt x="954" y="421"/>
                </a:lnTo>
                <a:lnTo>
                  <a:pt x="947" y="423"/>
                </a:lnTo>
                <a:lnTo>
                  <a:pt x="942" y="423"/>
                </a:lnTo>
                <a:lnTo>
                  <a:pt x="937" y="426"/>
                </a:lnTo>
                <a:lnTo>
                  <a:pt x="937" y="428"/>
                </a:lnTo>
                <a:lnTo>
                  <a:pt x="937" y="433"/>
                </a:lnTo>
                <a:lnTo>
                  <a:pt x="937" y="435"/>
                </a:lnTo>
                <a:lnTo>
                  <a:pt x="937" y="440"/>
                </a:lnTo>
                <a:lnTo>
                  <a:pt x="940" y="442"/>
                </a:lnTo>
                <a:lnTo>
                  <a:pt x="945" y="444"/>
                </a:lnTo>
                <a:lnTo>
                  <a:pt x="952" y="444"/>
                </a:lnTo>
                <a:lnTo>
                  <a:pt x="952" y="444"/>
                </a:lnTo>
                <a:lnTo>
                  <a:pt x="952" y="662"/>
                </a:lnTo>
                <a:lnTo>
                  <a:pt x="919" y="667"/>
                </a:lnTo>
                <a:lnTo>
                  <a:pt x="919" y="678"/>
                </a:lnTo>
                <a:lnTo>
                  <a:pt x="935" y="688"/>
                </a:lnTo>
                <a:lnTo>
                  <a:pt x="935" y="896"/>
                </a:lnTo>
                <a:lnTo>
                  <a:pt x="930" y="896"/>
                </a:lnTo>
                <a:lnTo>
                  <a:pt x="916" y="898"/>
                </a:lnTo>
                <a:lnTo>
                  <a:pt x="907" y="903"/>
                </a:lnTo>
                <a:lnTo>
                  <a:pt x="900" y="907"/>
                </a:lnTo>
                <a:lnTo>
                  <a:pt x="897" y="912"/>
                </a:lnTo>
                <a:lnTo>
                  <a:pt x="897" y="922"/>
                </a:lnTo>
                <a:lnTo>
                  <a:pt x="900" y="926"/>
                </a:lnTo>
                <a:lnTo>
                  <a:pt x="907" y="931"/>
                </a:lnTo>
                <a:lnTo>
                  <a:pt x="911" y="933"/>
                </a:lnTo>
                <a:lnTo>
                  <a:pt x="902" y="943"/>
                </a:lnTo>
                <a:lnTo>
                  <a:pt x="900" y="948"/>
                </a:lnTo>
                <a:lnTo>
                  <a:pt x="890" y="967"/>
                </a:lnTo>
                <a:lnTo>
                  <a:pt x="890" y="976"/>
                </a:lnTo>
                <a:lnTo>
                  <a:pt x="888" y="985"/>
                </a:lnTo>
                <a:lnTo>
                  <a:pt x="888" y="988"/>
                </a:lnTo>
                <a:lnTo>
                  <a:pt x="888" y="988"/>
                </a:lnTo>
                <a:lnTo>
                  <a:pt x="890" y="997"/>
                </a:lnTo>
                <a:lnTo>
                  <a:pt x="890" y="1007"/>
                </a:lnTo>
                <a:lnTo>
                  <a:pt x="900" y="1026"/>
                </a:lnTo>
                <a:lnTo>
                  <a:pt x="902" y="1030"/>
                </a:lnTo>
                <a:lnTo>
                  <a:pt x="914" y="1044"/>
                </a:lnTo>
                <a:lnTo>
                  <a:pt x="916" y="1047"/>
                </a:lnTo>
                <a:lnTo>
                  <a:pt x="916" y="1255"/>
                </a:lnTo>
                <a:lnTo>
                  <a:pt x="907" y="1257"/>
                </a:lnTo>
                <a:lnTo>
                  <a:pt x="897" y="1262"/>
                </a:lnTo>
                <a:lnTo>
                  <a:pt x="895" y="1267"/>
                </a:lnTo>
                <a:lnTo>
                  <a:pt x="895" y="1276"/>
                </a:lnTo>
                <a:lnTo>
                  <a:pt x="897" y="1281"/>
                </a:lnTo>
                <a:lnTo>
                  <a:pt x="904" y="1285"/>
                </a:lnTo>
                <a:lnTo>
                  <a:pt x="914" y="1288"/>
                </a:lnTo>
                <a:lnTo>
                  <a:pt x="916" y="1288"/>
                </a:lnTo>
                <a:lnTo>
                  <a:pt x="904" y="1382"/>
                </a:lnTo>
                <a:lnTo>
                  <a:pt x="869" y="1394"/>
                </a:lnTo>
                <a:lnTo>
                  <a:pt x="855" y="1399"/>
                </a:lnTo>
                <a:lnTo>
                  <a:pt x="810" y="1432"/>
                </a:lnTo>
                <a:lnTo>
                  <a:pt x="800" y="1441"/>
                </a:lnTo>
                <a:lnTo>
                  <a:pt x="763" y="1486"/>
                </a:lnTo>
                <a:lnTo>
                  <a:pt x="741" y="1541"/>
                </a:lnTo>
                <a:lnTo>
                  <a:pt x="732" y="1600"/>
                </a:lnTo>
                <a:lnTo>
                  <a:pt x="732" y="1600"/>
                </a:lnTo>
                <a:lnTo>
                  <a:pt x="739" y="1659"/>
                </a:lnTo>
                <a:lnTo>
                  <a:pt x="744" y="1668"/>
                </a:lnTo>
                <a:lnTo>
                  <a:pt x="753" y="1696"/>
                </a:lnTo>
                <a:lnTo>
                  <a:pt x="765" y="1722"/>
                </a:lnTo>
                <a:lnTo>
                  <a:pt x="800" y="1770"/>
                </a:lnTo>
                <a:lnTo>
                  <a:pt x="819" y="1784"/>
                </a:lnTo>
                <a:lnTo>
                  <a:pt x="817" y="3045"/>
                </a:lnTo>
                <a:lnTo>
                  <a:pt x="784" y="3069"/>
                </a:lnTo>
                <a:lnTo>
                  <a:pt x="744" y="3123"/>
                </a:lnTo>
                <a:lnTo>
                  <a:pt x="730" y="3154"/>
                </a:lnTo>
                <a:lnTo>
                  <a:pt x="718" y="3185"/>
                </a:lnTo>
                <a:lnTo>
                  <a:pt x="708" y="3251"/>
                </a:lnTo>
                <a:lnTo>
                  <a:pt x="708" y="3251"/>
                </a:lnTo>
                <a:lnTo>
                  <a:pt x="718" y="3317"/>
                </a:lnTo>
                <a:lnTo>
                  <a:pt x="730" y="3348"/>
                </a:lnTo>
                <a:lnTo>
                  <a:pt x="744" y="3378"/>
                </a:lnTo>
                <a:lnTo>
                  <a:pt x="784" y="3433"/>
                </a:lnTo>
                <a:lnTo>
                  <a:pt x="815" y="3456"/>
                </a:lnTo>
                <a:lnTo>
                  <a:pt x="815" y="3596"/>
                </a:lnTo>
                <a:lnTo>
                  <a:pt x="805" y="3629"/>
                </a:lnTo>
                <a:lnTo>
                  <a:pt x="800" y="3631"/>
                </a:lnTo>
                <a:lnTo>
                  <a:pt x="793" y="3638"/>
                </a:lnTo>
                <a:lnTo>
                  <a:pt x="791" y="3648"/>
                </a:lnTo>
                <a:lnTo>
                  <a:pt x="789" y="3648"/>
                </a:lnTo>
                <a:lnTo>
                  <a:pt x="786" y="3652"/>
                </a:lnTo>
                <a:lnTo>
                  <a:pt x="786" y="3664"/>
                </a:lnTo>
                <a:lnTo>
                  <a:pt x="786" y="3669"/>
                </a:lnTo>
                <a:lnTo>
                  <a:pt x="789" y="3681"/>
                </a:lnTo>
                <a:lnTo>
                  <a:pt x="789" y="3681"/>
                </a:lnTo>
                <a:lnTo>
                  <a:pt x="789" y="3685"/>
                </a:lnTo>
                <a:lnTo>
                  <a:pt x="789" y="3685"/>
                </a:lnTo>
                <a:lnTo>
                  <a:pt x="732" y="3886"/>
                </a:lnTo>
                <a:lnTo>
                  <a:pt x="720" y="3886"/>
                </a:lnTo>
                <a:lnTo>
                  <a:pt x="692" y="3886"/>
                </a:lnTo>
                <a:lnTo>
                  <a:pt x="666" y="3889"/>
                </a:lnTo>
                <a:lnTo>
                  <a:pt x="637" y="3889"/>
                </a:lnTo>
                <a:lnTo>
                  <a:pt x="614" y="3889"/>
                </a:lnTo>
                <a:lnTo>
                  <a:pt x="588" y="3891"/>
                </a:lnTo>
                <a:lnTo>
                  <a:pt x="564" y="3891"/>
                </a:lnTo>
                <a:lnTo>
                  <a:pt x="543" y="3893"/>
                </a:lnTo>
                <a:lnTo>
                  <a:pt x="543" y="3908"/>
                </a:lnTo>
                <a:lnTo>
                  <a:pt x="533" y="3908"/>
                </a:lnTo>
                <a:lnTo>
                  <a:pt x="510" y="3910"/>
                </a:lnTo>
                <a:lnTo>
                  <a:pt x="510" y="3919"/>
                </a:lnTo>
                <a:lnTo>
                  <a:pt x="550" y="3922"/>
                </a:lnTo>
                <a:lnTo>
                  <a:pt x="574" y="3919"/>
                </a:lnTo>
                <a:lnTo>
                  <a:pt x="597" y="3919"/>
                </a:lnTo>
                <a:lnTo>
                  <a:pt x="623" y="3917"/>
                </a:lnTo>
                <a:lnTo>
                  <a:pt x="647" y="3917"/>
                </a:lnTo>
                <a:lnTo>
                  <a:pt x="656" y="3917"/>
                </a:lnTo>
                <a:lnTo>
                  <a:pt x="708" y="3917"/>
                </a:lnTo>
                <a:lnTo>
                  <a:pt x="708" y="3952"/>
                </a:lnTo>
                <a:lnTo>
                  <a:pt x="588" y="3952"/>
                </a:lnTo>
                <a:lnTo>
                  <a:pt x="590" y="3950"/>
                </a:lnTo>
                <a:lnTo>
                  <a:pt x="600" y="3948"/>
                </a:lnTo>
                <a:lnTo>
                  <a:pt x="609" y="3945"/>
                </a:lnTo>
                <a:lnTo>
                  <a:pt x="621" y="3943"/>
                </a:lnTo>
                <a:lnTo>
                  <a:pt x="619" y="3941"/>
                </a:lnTo>
                <a:lnTo>
                  <a:pt x="611" y="3941"/>
                </a:lnTo>
                <a:lnTo>
                  <a:pt x="590" y="3938"/>
                </a:lnTo>
                <a:lnTo>
                  <a:pt x="571" y="3938"/>
                </a:lnTo>
                <a:lnTo>
                  <a:pt x="552" y="3936"/>
                </a:lnTo>
                <a:lnTo>
                  <a:pt x="538" y="3936"/>
                </a:lnTo>
                <a:lnTo>
                  <a:pt x="522" y="3934"/>
                </a:lnTo>
                <a:lnTo>
                  <a:pt x="508" y="3934"/>
                </a:lnTo>
                <a:lnTo>
                  <a:pt x="496" y="3931"/>
                </a:lnTo>
                <a:lnTo>
                  <a:pt x="486" y="3929"/>
                </a:lnTo>
                <a:lnTo>
                  <a:pt x="477" y="3929"/>
                </a:lnTo>
                <a:lnTo>
                  <a:pt x="470" y="3926"/>
                </a:lnTo>
                <a:lnTo>
                  <a:pt x="467" y="3926"/>
                </a:lnTo>
                <a:lnTo>
                  <a:pt x="453" y="3929"/>
                </a:lnTo>
                <a:lnTo>
                  <a:pt x="439" y="3931"/>
                </a:lnTo>
                <a:lnTo>
                  <a:pt x="425" y="3934"/>
                </a:lnTo>
                <a:lnTo>
                  <a:pt x="411" y="3936"/>
                </a:lnTo>
                <a:lnTo>
                  <a:pt x="396" y="3941"/>
                </a:lnTo>
                <a:lnTo>
                  <a:pt x="382" y="3945"/>
                </a:lnTo>
                <a:lnTo>
                  <a:pt x="368" y="3950"/>
                </a:lnTo>
                <a:lnTo>
                  <a:pt x="363" y="3952"/>
                </a:lnTo>
                <a:lnTo>
                  <a:pt x="19" y="3952"/>
                </a:lnTo>
                <a:lnTo>
                  <a:pt x="19" y="3986"/>
                </a:lnTo>
                <a:lnTo>
                  <a:pt x="2" y="3986"/>
                </a:lnTo>
                <a:lnTo>
                  <a:pt x="0" y="4309"/>
                </a:lnTo>
                <a:lnTo>
                  <a:pt x="7" y="4314"/>
                </a:lnTo>
                <a:lnTo>
                  <a:pt x="19" y="4319"/>
                </a:lnTo>
                <a:lnTo>
                  <a:pt x="19" y="4654"/>
                </a:lnTo>
                <a:lnTo>
                  <a:pt x="16792" y="4654"/>
                </a:lnTo>
                <a:lnTo>
                  <a:pt x="16792" y="3952"/>
                </a:lnTo>
                <a:lnTo>
                  <a:pt x="16629" y="3952"/>
                </a:lnTo>
                <a:lnTo>
                  <a:pt x="16360" y="3823"/>
                </a:lnTo>
                <a:close/>
                <a:moveTo>
                  <a:pt x="13556" y="3440"/>
                </a:moveTo>
                <a:lnTo>
                  <a:pt x="13556" y="3440"/>
                </a:lnTo>
                <a:lnTo>
                  <a:pt x="13556" y="3426"/>
                </a:lnTo>
                <a:lnTo>
                  <a:pt x="13556" y="3440"/>
                </a:lnTo>
                <a:close/>
                <a:moveTo>
                  <a:pt x="11461" y="192"/>
                </a:moveTo>
                <a:lnTo>
                  <a:pt x="11452" y="241"/>
                </a:lnTo>
                <a:lnTo>
                  <a:pt x="11449" y="258"/>
                </a:lnTo>
                <a:lnTo>
                  <a:pt x="11430" y="359"/>
                </a:lnTo>
                <a:lnTo>
                  <a:pt x="11416" y="440"/>
                </a:lnTo>
                <a:lnTo>
                  <a:pt x="11411" y="470"/>
                </a:lnTo>
                <a:lnTo>
                  <a:pt x="11083" y="468"/>
                </a:lnTo>
                <a:lnTo>
                  <a:pt x="11078" y="437"/>
                </a:lnTo>
                <a:lnTo>
                  <a:pt x="11064" y="357"/>
                </a:lnTo>
                <a:lnTo>
                  <a:pt x="11045" y="255"/>
                </a:lnTo>
                <a:lnTo>
                  <a:pt x="11043" y="239"/>
                </a:lnTo>
                <a:lnTo>
                  <a:pt x="11033" y="189"/>
                </a:lnTo>
                <a:lnTo>
                  <a:pt x="11461" y="192"/>
                </a:lnTo>
                <a:close/>
                <a:moveTo>
                  <a:pt x="6675" y="2511"/>
                </a:moveTo>
                <a:lnTo>
                  <a:pt x="6689" y="2552"/>
                </a:lnTo>
                <a:lnTo>
                  <a:pt x="6678" y="2592"/>
                </a:lnTo>
                <a:lnTo>
                  <a:pt x="6675" y="2511"/>
                </a:lnTo>
                <a:close/>
                <a:moveTo>
                  <a:pt x="6678" y="2698"/>
                </a:moveTo>
                <a:lnTo>
                  <a:pt x="6678" y="2698"/>
                </a:lnTo>
                <a:lnTo>
                  <a:pt x="6678" y="2618"/>
                </a:lnTo>
                <a:lnTo>
                  <a:pt x="6689" y="2658"/>
                </a:lnTo>
                <a:lnTo>
                  <a:pt x="6678" y="2698"/>
                </a:lnTo>
                <a:close/>
                <a:moveTo>
                  <a:pt x="6692" y="2663"/>
                </a:moveTo>
                <a:lnTo>
                  <a:pt x="6704" y="2696"/>
                </a:lnTo>
                <a:lnTo>
                  <a:pt x="6680" y="2698"/>
                </a:lnTo>
                <a:lnTo>
                  <a:pt x="6692" y="2663"/>
                </a:lnTo>
                <a:close/>
                <a:moveTo>
                  <a:pt x="6708" y="2615"/>
                </a:moveTo>
                <a:lnTo>
                  <a:pt x="6708" y="2696"/>
                </a:lnTo>
                <a:lnTo>
                  <a:pt x="6708" y="2696"/>
                </a:lnTo>
                <a:lnTo>
                  <a:pt x="6694" y="2658"/>
                </a:lnTo>
                <a:lnTo>
                  <a:pt x="6708" y="2615"/>
                </a:lnTo>
                <a:close/>
                <a:moveTo>
                  <a:pt x="6708" y="2606"/>
                </a:moveTo>
                <a:lnTo>
                  <a:pt x="6692" y="2653"/>
                </a:lnTo>
                <a:lnTo>
                  <a:pt x="6678" y="2608"/>
                </a:lnTo>
                <a:lnTo>
                  <a:pt x="6678" y="2606"/>
                </a:lnTo>
                <a:lnTo>
                  <a:pt x="6708" y="2606"/>
                </a:lnTo>
                <a:lnTo>
                  <a:pt x="6708" y="2606"/>
                </a:lnTo>
                <a:close/>
                <a:moveTo>
                  <a:pt x="6708" y="2601"/>
                </a:moveTo>
                <a:lnTo>
                  <a:pt x="6708" y="2601"/>
                </a:lnTo>
                <a:lnTo>
                  <a:pt x="6678" y="2604"/>
                </a:lnTo>
                <a:lnTo>
                  <a:pt x="6678" y="2604"/>
                </a:lnTo>
                <a:lnTo>
                  <a:pt x="6692" y="2556"/>
                </a:lnTo>
                <a:lnTo>
                  <a:pt x="6708" y="2601"/>
                </a:lnTo>
                <a:close/>
                <a:moveTo>
                  <a:pt x="6708" y="2589"/>
                </a:moveTo>
                <a:lnTo>
                  <a:pt x="6694" y="2552"/>
                </a:lnTo>
                <a:lnTo>
                  <a:pt x="6706" y="2509"/>
                </a:lnTo>
                <a:lnTo>
                  <a:pt x="6708" y="2589"/>
                </a:lnTo>
                <a:close/>
                <a:moveTo>
                  <a:pt x="6706" y="2497"/>
                </a:moveTo>
                <a:lnTo>
                  <a:pt x="6706" y="2497"/>
                </a:lnTo>
                <a:lnTo>
                  <a:pt x="6692" y="2545"/>
                </a:lnTo>
                <a:lnTo>
                  <a:pt x="6675" y="2500"/>
                </a:lnTo>
                <a:lnTo>
                  <a:pt x="6675" y="2500"/>
                </a:lnTo>
                <a:lnTo>
                  <a:pt x="6706" y="2497"/>
                </a:lnTo>
                <a:close/>
                <a:moveTo>
                  <a:pt x="1067" y="3482"/>
                </a:moveTo>
                <a:lnTo>
                  <a:pt x="1074" y="3480"/>
                </a:lnTo>
                <a:lnTo>
                  <a:pt x="1183" y="3664"/>
                </a:lnTo>
                <a:lnTo>
                  <a:pt x="1181" y="3671"/>
                </a:lnTo>
                <a:lnTo>
                  <a:pt x="1067" y="3851"/>
                </a:lnTo>
                <a:lnTo>
                  <a:pt x="1067" y="3482"/>
                </a:lnTo>
                <a:close/>
                <a:moveTo>
                  <a:pt x="971" y="2868"/>
                </a:moveTo>
                <a:lnTo>
                  <a:pt x="971" y="2868"/>
                </a:lnTo>
                <a:lnTo>
                  <a:pt x="968" y="2868"/>
                </a:lnTo>
                <a:lnTo>
                  <a:pt x="963" y="2868"/>
                </a:lnTo>
                <a:lnTo>
                  <a:pt x="971" y="2868"/>
                </a:lnTo>
                <a:close/>
                <a:moveTo>
                  <a:pt x="911" y="1829"/>
                </a:moveTo>
                <a:lnTo>
                  <a:pt x="916" y="1829"/>
                </a:lnTo>
                <a:lnTo>
                  <a:pt x="926" y="1831"/>
                </a:lnTo>
                <a:lnTo>
                  <a:pt x="940" y="1833"/>
                </a:lnTo>
                <a:lnTo>
                  <a:pt x="956" y="1833"/>
                </a:lnTo>
                <a:lnTo>
                  <a:pt x="961" y="1833"/>
                </a:lnTo>
                <a:lnTo>
                  <a:pt x="961" y="1937"/>
                </a:lnTo>
                <a:lnTo>
                  <a:pt x="961" y="1937"/>
                </a:lnTo>
                <a:lnTo>
                  <a:pt x="959" y="1937"/>
                </a:lnTo>
                <a:lnTo>
                  <a:pt x="956" y="1937"/>
                </a:lnTo>
                <a:lnTo>
                  <a:pt x="954" y="1937"/>
                </a:lnTo>
                <a:lnTo>
                  <a:pt x="945" y="1940"/>
                </a:lnTo>
                <a:lnTo>
                  <a:pt x="942" y="1940"/>
                </a:lnTo>
                <a:lnTo>
                  <a:pt x="933" y="1947"/>
                </a:lnTo>
                <a:lnTo>
                  <a:pt x="930" y="1947"/>
                </a:lnTo>
                <a:lnTo>
                  <a:pt x="923" y="1954"/>
                </a:lnTo>
                <a:lnTo>
                  <a:pt x="919" y="1963"/>
                </a:lnTo>
                <a:lnTo>
                  <a:pt x="916" y="1968"/>
                </a:lnTo>
                <a:lnTo>
                  <a:pt x="916" y="1968"/>
                </a:lnTo>
                <a:lnTo>
                  <a:pt x="911" y="1968"/>
                </a:lnTo>
                <a:lnTo>
                  <a:pt x="911" y="1829"/>
                </a:lnTo>
                <a:close/>
                <a:moveTo>
                  <a:pt x="911" y="2015"/>
                </a:moveTo>
                <a:lnTo>
                  <a:pt x="916" y="2015"/>
                </a:lnTo>
                <a:lnTo>
                  <a:pt x="919" y="2020"/>
                </a:lnTo>
                <a:lnTo>
                  <a:pt x="923" y="2030"/>
                </a:lnTo>
                <a:lnTo>
                  <a:pt x="930" y="2037"/>
                </a:lnTo>
                <a:lnTo>
                  <a:pt x="930" y="2039"/>
                </a:lnTo>
                <a:lnTo>
                  <a:pt x="940" y="2044"/>
                </a:lnTo>
                <a:lnTo>
                  <a:pt x="945" y="2044"/>
                </a:lnTo>
                <a:lnTo>
                  <a:pt x="954" y="2048"/>
                </a:lnTo>
                <a:lnTo>
                  <a:pt x="956" y="2048"/>
                </a:lnTo>
                <a:lnTo>
                  <a:pt x="959" y="2048"/>
                </a:lnTo>
                <a:lnTo>
                  <a:pt x="961" y="2048"/>
                </a:lnTo>
                <a:lnTo>
                  <a:pt x="961" y="2048"/>
                </a:lnTo>
                <a:lnTo>
                  <a:pt x="961" y="2124"/>
                </a:lnTo>
                <a:lnTo>
                  <a:pt x="959" y="2124"/>
                </a:lnTo>
                <a:lnTo>
                  <a:pt x="956" y="2124"/>
                </a:lnTo>
                <a:lnTo>
                  <a:pt x="954" y="2124"/>
                </a:lnTo>
                <a:lnTo>
                  <a:pt x="945" y="2126"/>
                </a:lnTo>
                <a:lnTo>
                  <a:pt x="942" y="2126"/>
                </a:lnTo>
                <a:lnTo>
                  <a:pt x="933" y="2133"/>
                </a:lnTo>
                <a:lnTo>
                  <a:pt x="930" y="2133"/>
                </a:lnTo>
                <a:lnTo>
                  <a:pt x="923" y="2141"/>
                </a:lnTo>
                <a:lnTo>
                  <a:pt x="919" y="2150"/>
                </a:lnTo>
                <a:lnTo>
                  <a:pt x="916" y="2155"/>
                </a:lnTo>
                <a:lnTo>
                  <a:pt x="916" y="2155"/>
                </a:lnTo>
                <a:lnTo>
                  <a:pt x="911" y="2155"/>
                </a:lnTo>
                <a:lnTo>
                  <a:pt x="911" y="2015"/>
                </a:lnTo>
                <a:close/>
                <a:moveTo>
                  <a:pt x="911" y="2202"/>
                </a:moveTo>
                <a:lnTo>
                  <a:pt x="916" y="2202"/>
                </a:lnTo>
                <a:lnTo>
                  <a:pt x="919" y="2207"/>
                </a:lnTo>
                <a:lnTo>
                  <a:pt x="923" y="2216"/>
                </a:lnTo>
                <a:lnTo>
                  <a:pt x="930" y="2223"/>
                </a:lnTo>
                <a:lnTo>
                  <a:pt x="933" y="2226"/>
                </a:lnTo>
                <a:lnTo>
                  <a:pt x="942" y="2230"/>
                </a:lnTo>
                <a:lnTo>
                  <a:pt x="952" y="2233"/>
                </a:lnTo>
                <a:lnTo>
                  <a:pt x="954" y="2235"/>
                </a:lnTo>
                <a:lnTo>
                  <a:pt x="956" y="2235"/>
                </a:lnTo>
                <a:lnTo>
                  <a:pt x="959" y="2235"/>
                </a:lnTo>
                <a:lnTo>
                  <a:pt x="961" y="2235"/>
                </a:lnTo>
                <a:lnTo>
                  <a:pt x="961" y="2325"/>
                </a:lnTo>
                <a:lnTo>
                  <a:pt x="961" y="2325"/>
                </a:lnTo>
                <a:lnTo>
                  <a:pt x="956" y="2325"/>
                </a:lnTo>
                <a:lnTo>
                  <a:pt x="954" y="2327"/>
                </a:lnTo>
                <a:lnTo>
                  <a:pt x="952" y="2327"/>
                </a:lnTo>
                <a:lnTo>
                  <a:pt x="952" y="2327"/>
                </a:lnTo>
                <a:lnTo>
                  <a:pt x="940" y="2330"/>
                </a:lnTo>
                <a:lnTo>
                  <a:pt x="930" y="2334"/>
                </a:lnTo>
                <a:lnTo>
                  <a:pt x="928" y="2337"/>
                </a:lnTo>
                <a:lnTo>
                  <a:pt x="921" y="2344"/>
                </a:lnTo>
                <a:lnTo>
                  <a:pt x="916" y="2353"/>
                </a:lnTo>
                <a:lnTo>
                  <a:pt x="916" y="2360"/>
                </a:lnTo>
                <a:lnTo>
                  <a:pt x="914" y="2360"/>
                </a:lnTo>
                <a:lnTo>
                  <a:pt x="911" y="2358"/>
                </a:lnTo>
                <a:lnTo>
                  <a:pt x="911" y="2202"/>
                </a:lnTo>
                <a:close/>
                <a:moveTo>
                  <a:pt x="911" y="2405"/>
                </a:moveTo>
                <a:lnTo>
                  <a:pt x="916" y="2405"/>
                </a:lnTo>
                <a:lnTo>
                  <a:pt x="916" y="2410"/>
                </a:lnTo>
                <a:lnTo>
                  <a:pt x="921" y="2419"/>
                </a:lnTo>
                <a:lnTo>
                  <a:pt x="928" y="2426"/>
                </a:lnTo>
                <a:lnTo>
                  <a:pt x="930" y="2429"/>
                </a:lnTo>
                <a:lnTo>
                  <a:pt x="940" y="2433"/>
                </a:lnTo>
                <a:lnTo>
                  <a:pt x="952" y="2436"/>
                </a:lnTo>
                <a:lnTo>
                  <a:pt x="952" y="2436"/>
                </a:lnTo>
                <a:lnTo>
                  <a:pt x="954" y="2438"/>
                </a:lnTo>
                <a:lnTo>
                  <a:pt x="956" y="2438"/>
                </a:lnTo>
                <a:lnTo>
                  <a:pt x="959" y="2438"/>
                </a:lnTo>
                <a:lnTo>
                  <a:pt x="961" y="2438"/>
                </a:lnTo>
                <a:lnTo>
                  <a:pt x="961" y="2526"/>
                </a:lnTo>
                <a:lnTo>
                  <a:pt x="963" y="2526"/>
                </a:lnTo>
                <a:lnTo>
                  <a:pt x="963" y="2526"/>
                </a:lnTo>
                <a:lnTo>
                  <a:pt x="961" y="2526"/>
                </a:lnTo>
                <a:lnTo>
                  <a:pt x="959" y="2526"/>
                </a:lnTo>
                <a:lnTo>
                  <a:pt x="956" y="2526"/>
                </a:lnTo>
                <a:lnTo>
                  <a:pt x="954" y="2528"/>
                </a:lnTo>
                <a:lnTo>
                  <a:pt x="952" y="2528"/>
                </a:lnTo>
                <a:lnTo>
                  <a:pt x="942" y="2530"/>
                </a:lnTo>
                <a:lnTo>
                  <a:pt x="940" y="2530"/>
                </a:lnTo>
                <a:lnTo>
                  <a:pt x="930" y="2537"/>
                </a:lnTo>
                <a:lnTo>
                  <a:pt x="923" y="2545"/>
                </a:lnTo>
                <a:lnTo>
                  <a:pt x="919" y="2554"/>
                </a:lnTo>
                <a:lnTo>
                  <a:pt x="916" y="2561"/>
                </a:lnTo>
                <a:lnTo>
                  <a:pt x="916" y="2561"/>
                </a:lnTo>
                <a:lnTo>
                  <a:pt x="911" y="2561"/>
                </a:lnTo>
                <a:lnTo>
                  <a:pt x="911" y="2405"/>
                </a:lnTo>
                <a:close/>
                <a:moveTo>
                  <a:pt x="911" y="2604"/>
                </a:moveTo>
                <a:lnTo>
                  <a:pt x="916" y="2604"/>
                </a:lnTo>
                <a:lnTo>
                  <a:pt x="919" y="2611"/>
                </a:lnTo>
                <a:lnTo>
                  <a:pt x="923" y="2620"/>
                </a:lnTo>
                <a:lnTo>
                  <a:pt x="930" y="2627"/>
                </a:lnTo>
                <a:lnTo>
                  <a:pt x="940" y="2634"/>
                </a:lnTo>
                <a:lnTo>
                  <a:pt x="942" y="2634"/>
                </a:lnTo>
                <a:lnTo>
                  <a:pt x="952" y="2637"/>
                </a:lnTo>
                <a:lnTo>
                  <a:pt x="954" y="2637"/>
                </a:lnTo>
                <a:lnTo>
                  <a:pt x="956" y="2637"/>
                </a:lnTo>
                <a:lnTo>
                  <a:pt x="959" y="2639"/>
                </a:lnTo>
                <a:lnTo>
                  <a:pt x="959" y="2639"/>
                </a:lnTo>
                <a:lnTo>
                  <a:pt x="963" y="2639"/>
                </a:lnTo>
                <a:lnTo>
                  <a:pt x="963" y="2639"/>
                </a:lnTo>
                <a:lnTo>
                  <a:pt x="961" y="2639"/>
                </a:lnTo>
                <a:lnTo>
                  <a:pt x="961" y="2755"/>
                </a:lnTo>
                <a:lnTo>
                  <a:pt x="954" y="2757"/>
                </a:lnTo>
                <a:lnTo>
                  <a:pt x="952" y="2757"/>
                </a:lnTo>
                <a:lnTo>
                  <a:pt x="949" y="2757"/>
                </a:lnTo>
                <a:lnTo>
                  <a:pt x="940" y="2759"/>
                </a:lnTo>
                <a:lnTo>
                  <a:pt x="937" y="2759"/>
                </a:lnTo>
                <a:lnTo>
                  <a:pt x="928" y="2767"/>
                </a:lnTo>
                <a:lnTo>
                  <a:pt x="921" y="2774"/>
                </a:lnTo>
                <a:lnTo>
                  <a:pt x="916" y="2783"/>
                </a:lnTo>
                <a:lnTo>
                  <a:pt x="914" y="2790"/>
                </a:lnTo>
                <a:lnTo>
                  <a:pt x="914" y="2790"/>
                </a:lnTo>
                <a:lnTo>
                  <a:pt x="911" y="2790"/>
                </a:lnTo>
                <a:lnTo>
                  <a:pt x="911" y="2604"/>
                </a:lnTo>
                <a:close/>
                <a:moveTo>
                  <a:pt x="911" y="2833"/>
                </a:moveTo>
                <a:lnTo>
                  <a:pt x="914" y="2833"/>
                </a:lnTo>
                <a:lnTo>
                  <a:pt x="916" y="2840"/>
                </a:lnTo>
                <a:lnTo>
                  <a:pt x="921" y="2849"/>
                </a:lnTo>
                <a:lnTo>
                  <a:pt x="928" y="2856"/>
                </a:lnTo>
                <a:lnTo>
                  <a:pt x="937" y="2863"/>
                </a:lnTo>
                <a:lnTo>
                  <a:pt x="940" y="2863"/>
                </a:lnTo>
                <a:lnTo>
                  <a:pt x="949" y="2868"/>
                </a:lnTo>
                <a:lnTo>
                  <a:pt x="952" y="2868"/>
                </a:lnTo>
                <a:lnTo>
                  <a:pt x="961" y="2868"/>
                </a:lnTo>
                <a:lnTo>
                  <a:pt x="961" y="2868"/>
                </a:lnTo>
                <a:lnTo>
                  <a:pt x="961" y="2951"/>
                </a:lnTo>
                <a:lnTo>
                  <a:pt x="914" y="2953"/>
                </a:lnTo>
                <a:lnTo>
                  <a:pt x="911" y="2953"/>
                </a:lnTo>
                <a:lnTo>
                  <a:pt x="911" y="2833"/>
                </a:lnTo>
                <a:close/>
                <a:moveTo>
                  <a:pt x="909" y="3558"/>
                </a:moveTo>
                <a:lnTo>
                  <a:pt x="923" y="3501"/>
                </a:lnTo>
                <a:lnTo>
                  <a:pt x="959" y="3506"/>
                </a:lnTo>
                <a:lnTo>
                  <a:pt x="959" y="3674"/>
                </a:lnTo>
                <a:lnTo>
                  <a:pt x="909" y="3674"/>
                </a:lnTo>
                <a:lnTo>
                  <a:pt x="909" y="3558"/>
                </a:lnTo>
                <a:close/>
                <a:moveTo>
                  <a:pt x="909" y="3733"/>
                </a:moveTo>
                <a:lnTo>
                  <a:pt x="959" y="3735"/>
                </a:lnTo>
                <a:lnTo>
                  <a:pt x="959" y="3943"/>
                </a:lnTo>
                <a:lnTo>
                  <a:pt x="956" y="3943"/>
                </a:lnTo>
                <a:lnTo>
                  <a:pt x="909" y="3789"/>
                </a:lnTo>
                <a:lnTo>
                  <a:pt x="909" y="3733"/>
                </a:lnTo>
                <a:close/>
                <a:moveTo>
                  <a:pt x="1169" y="3948"/>
                </a:moveTo>
                <a:lnTo>
                  <a:pt x="1117" y="3945"/>
                </a:lnTo>
                <a:lnTo>
                  <a:pt x="1067" y="3943"/>
                </a:lnTo>
                <a:lnTo>
                  <a:pt x="1067" y="3938"/>
                </a:lnTo>
                <a:lnTo>
                  <a:pt x="1211" y="3716"/>
                </a:lnTo>
                <a:lnTo>
                  <a:pt x="1211" y="3716"/>
                </a:lnTo>
                <a:lnTo>
                  <a:pt x="1334" y="3926"/>
                </a:lnTo>
                <a:lnTo>
                  <a:pt x="1237" y="3917"/>
                </a:lnTo>
                <a:lnTo>
                  <a:pt x="1237" y="3952"/>
                </a:lnTo>
                <a:lnTo>
                  <a:pt x="1207" y="3952"/>
                </a:lnTo>
                <a:lnTo>
                  <a:pt x="1169" y="3948"/>
                </a:lnTo>
                <a:close/>
              </a:path>
            </a:pathLst>
          </a:custGeom>
          <a:gradFill>
            <a:gsLst>
              <a:gs pos="60200">
                <a:srgbClr val="BDC8DD"/>
              </a:gs>
              <a:gs pos="100000">
                <a:srgbClr val="91A3C7"/>
              </a:gs>
              <a:gs pos="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51" name="任意多边形: 形状 250">
            <a:extLst>
              <a:ext uri="{FF2B5EF4-FFF2-40B4-BE49-F238E27FC236}">
                <a16:creationId xmlns:a16="http://schemas.microsoft.com/office/drawing/2014/main" id="{0B682E43-E707-9FED-C729-78ADDEF48141}"/>
              </a:ext>
            </a:extLst>
          </p:cNvPr>
          <p:cNvSpPr/>
          <p:nvPr/>
        </p:nvSpPr>
        <p:spPr>
          <a:xfrm>
            <a:off x="0" y="4096183"/>
            <a:ext cx="12192000" cy="2761817"/>
          </a:xfrm>
          <a:custGeom>
            <a:avLst/>
            <a:gdLst>
              <a:gd name="connsiteX0" fmla="*/ 9543317 w 12192000"/>
              <a:gd name="connsiteY0" fmla="*/ 0 h 2761817"/>
              <a:gd name="connsiteX1" fmla="*/ 8343965 w 12192000"/>
              <a:gd name="connsiteY1" fmla="*/ 439374 h 2761817"/>
              <a:gd name="connsiteX2" fmla="*/ 12024195 w 12192000"/>
              <a:gd name="connsiteY2" fmla="*/ 1165070 h 2761817"/>
              <a:gd name="connsiteX3" fmla="*/ 12192000 w 12192000"/>
              <a:gd name="connsiteY3" fmla="*/ 1216312 h 2761817"/>
              <a:gd name="connsiteX4" fmla="*/ 12192000 w 12192000"/>
              <a:gd name="connsiteY4" fmla="*/ 2761817 h 2761817"/>
              <a:gd name="connsiteX5" fmla="*/ 2 w 12192000"/>
              <a:gd name="connsiteY5" fmla="*/ 2761817 h 2761817"/>
              <a:gd name="connsiteX6" fmla="*/ 0 w 12192000"/>
              <a:gd name="connsiteY6" fmla="*/ 2761817 h 2761817"/>
              <a:gd name="connsiteX7" fmla="*/ 0 w 12192000"/>
              <a:gd name="connsiteY7" fmla="*/ 2077827 h 2761817"/>
              <a:gd name="connsiteX8" fmla="*/ 2 w 12192000"/>
              <a:gd name="connsiteY8" fmla="*/ 2077824 h 2761817"/>
              <a:gd name="connsiteX9" fmla="*/ 3737994 w 12192000"/>
              <a:gd name="connsiteY9" fmla="*/ 1537151 h 2761817"/>
              <a:gd name="connsiteX10" fmla="*/ 6093022 w 12192000"/>
              <a:gd name="connsiteY10" fmla="*/ 507192 h 2761817"/>
              <a:gd name="connsiteX11" fmla="*/ 7952079 w 12192000"/>
              <a:gd name="connsiteY11" fmla="*/ 134321 h 2761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761817">
                <a:moveTo>
                  <a:pt x="9543317" y="0"/>
                </a:moveTo>
                <a:cubicBezTo>
                  <a:pt x="8633066" y="77187"/>
                  <a:pt x="7930485" y="245196"/>
                  <a:pt x="8343965" y="439374"/>
                </a:cubicBezTo>
                <a:cubicBezTo>
                  <a:pt x="8757445" y="633552"/>
                  <a:pt x="10896081" y="851416"/>
                  <a:pt x="12024195" y="1165070"/>
                </a:cubicBezTo>
                <a:lnTo>
                  <a:pt x="12192000" y="1216312"/>
                </a:lnTo>
                <a:lnTo>
                  <a:pt x="12192000" y="2761817"/>
                </a:lnTo>
                <a:lnTo>
                  <a:pt x="2" y="2761817"/>
                </a:lnTo>
                <a:lnTo>
                  <a:pt x="0" y="2761817"/>
                </a:lnTo>
                <a:lnTo>
                  <a:pt x="0" y="2077827"/>
                </a:lnTo>
                <a:lnTo>
                  <a:pt x="2" y="2077824"/>
                </a:lnTo>
                <a:cubicBezTo>
                  <a:pt x="462227" y="2231428"/>
                  <a:pt x="2419426" y="1964117"/>
                  <a:pt x="3737994" y="1537151"/>
                </a:cubicBezTo>
                <a:cubicBezTo>
                  <a:pt x="4699868" y="1238516"/>
                  <a:pt x="5390675" y="740997"/>
                  <a:pt x="6093022" y="507192"/>
                </a:cubicBezTo>
                <a:cubicBezTo>
                  <a:pt x="6795370" y="273387"/>
                  <a:pt x="7224241" y="218368"/>
                  <a:pt x="7952079" y="134321"/>
                </a:cubicBezTo>
                <a:close/>
              </a:path>
            </a:pathLst>
          </a:custGeom>
          <a:solidFill>
            <a:srgbClr val="1D41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B2D79F8F-C37A-75F5-31A8-C31971F66102}"/>
              </a:ext>
            </a:extLst>
          </p:cNvPr>
          <p:cNvGrpSpPr/>
          <p:nvPr/>
        </p:nvGrpSpPr>
        <p:grpSpPr>
          <a:xfrm>
            <a:off x="8713275" y="4876883"/>
            <a:ext cx="527155" cy="1581889"/>
            <a:chOff x="9153812" y="4021665"/>
            <a:chExt cx="672299" cy="2017440"/>
          </a:xfrm>
          <a:gradFill>
            <a:gsLst>
              <a:gs pos="100000">
                <a:srgbClr val="91A3C7"/>
              </a:gs>
              <a:gs pos="0">
                <a:schemeClr val="bg1"/>
              </a:gs>
            </a:gsLst>
            <a:lin ang="16200000" scaled="1"/>
          </a:gradFill>
        </p:grpSpPr>
        <p:sp>
          <p:nvSpPr>
            <p:cNvPr id="224" name="任意多边形: 形状 223">
              <a:extLst>
                <a:ext uri="{FF2B5EF4-FFF2-40B4-BE49-F238E27FC236}">
                  <a16:creationId xmlns:a16="http://schemas.microsoft.com/office/drawing/2014/main" id="{7D6F3C28-CA82-38E0-EEF4-A36F84158D43}"/>
                </a:ext>
              </a:extLst>
            </p:cNvPr>
            <p:cNvSpPr/>
            <p:nvPr/>
          </p:nvSpPr>
          <p:spPr>
            <a:xfrm flipH="1">
              <a:off x="9209452" y="4990458"/>
              <a:ext cx="586881" cy="1048647"/>
            </a:xfrm>
            <a:custGeom>
              <a:avLst/>
              <a:gdLst>
                <a:gd name="connsiteX0" fmla="*/ 136750 w 713031"/>
                <a:gd name="connsiteY0" fmla="*/ 25464 h 1162693"/>
                <a:gd name="connsiteX1" fmla="*/ 113242 w 713031"/>
                <a:gd name="connsiteY1" fmla="*/ 101036 h 1162693"/>
                <a:gd name="connsiteX2" fmla="*/ 86382 w 713031"/>
                <a:gd name="connsiteY2" fmla="*/ 473990 h 1162693"/>
                <a:gd name="connsiteX3" fmla="*/ 86382 w 713031"/>
                <a:gd name="connsiteY3" fmla="*/ 610363 h 1162693"/>
                <a:gd name="connsiteX4" fmla="*/ 69586 w 713031"/>
                <a:gd name="connsiteY4" fmla="*/ 1055612 h 1162693"/>
                <a:gd name="connsiteX5" fmla="*/ 14176 w 713031"/>
                <a:gd name="connsiteY5" fmla="*/ 1114756 h 1162693"/>
                <a:gd name="connsiteX6" fmla="*/ 14176 w 713031"/>
                <a:gd name="connsiteY6" fmla="*/ 1162406 h 1162693"/>
                <a:gd name="connsiteX7" fmla="*/ 212302 w 713031"/>
                <a:gd name="connsiteY7" fmla="*/ 1060533 h 1162693"/>
                <a:gd name="connsiteX8" fmla="*/ 212302 w 713031"/>
                <a:gd name="connsiteY8" fmla="*/ 1004679 h 1162693"/>
                <a:gd name="connsiteX9" fmla="*/ 225733 w 713031"/>
                <a:gd name="connsiteY9" fmla="*/ 644856 h 1162693"/>
                <a:gd name="connsiteX10" fmla="*/ 294567 w 713031"/>
                <a:gd name="connsiteY10" fmla="*/ 437833 h 1162693"/>
                <a:gd name="connsiteX11" fmla="*/ 301558 w 713031"/>
                <a:gd name="connsiteY11" fmla="*/ 296533 h 1162693"/>
                <a:gd name="connsiteX12" fmla="*/ 330209 w 713031"/>
                <a:gd name="connsiteY12" fmla="*/ 347377 h 1162693"/>
                <a:gd name="connsiteX13" fmla="*/ 356517 w 713031"/>
                <a:gd name="connsiteY13" fmla="*/ 478619 h 1162693"/>
                <a:gd name="connsiteX14" fmla="*/ 411172 w 713031"/>
                <a:gd name="connsiteY14" fmla="*/ 634715 h 1162693"/>
                <a:gd name="connsiteX15" fmla="*/ 430584 w 713031"/>
                <a:gd name="connsiteY15" fmla="*/ 899535 h 1162693"/>
                <a:gd name="connsiteX16" fmla="*/ 675719 w 713031"/>
                <a:gd name="connsiteY16" fmla="*/ 942258 h 1162693"/>
                <a:gd name="connsiteX17" fmla="*/ 675719 w 713031"/>
                <a:gd name="connsiteY17" fmla="*/ 891325 h 1162693"/>
                <a:gd name="connsiteX18" fmla="*/ 531301 w 713031"/>
                <a:gd name="connsiteY18" fmla="*/ 734734 h 1162693"/>
                <a:gd name="connsiteX19" fmla="*/ 554497 w 713031"/>
                <a:gd name="connsiteY19" fmla="*/ 501885 h 1162693"/>
                <a:gd name="connsiteX20" fmla="*/ 544750 w 713031"/>
                <a:gd name="connsiteY20" fmla="*/ 220987 h 1162693"/>
                <a:gd name="connsiteX21" fmla="*/ 515470 w 713031"/>
                <a:gd name="connsiteY21" fmla="*/ 5913 h 1162693"/>
                <a:gd name="connsiteX22" fmla="*/ 422202 w 713031"/>
                <a:gd name="connsiteY22" fmla="*/ 5913 h 1162693"/>
                <a:gd name="connsiteX23" fmla="*/ 136750 w 713031"/>
                <a:gd name="connsiteY23" fmla="*/ 25464 h 1162693"/>
                <a:gd name="connsiteX0" fmla="*/ 131293 w 707574"/>
                <a:gd name="connsiteY0" fmla="*/ 25464 h 1167613"/>
                <a:gd name="connsiteX1" fmla="*/ 107785 w 707574"/>
                <a:gd name="connsiteY1" fmla="*/ 101036 h 1167613"/>
                <a:gd name="connsiteX2" fmla="*/ 80925 w 707574"/>
                <a:gd name="connsiteY2" fmla="*/ 473990 h 1167613"/>
                <a:gd name="connsiteX3" fmla="*/ 80925 w 707574"/>
                <a:gd name="connsiteY3" fmla="*/ 610363 h 1167613"/>
                <a:gd name="connsiteX4" fmla="*/ 64129 w 707574"/>
                <a:gd name="connsiteY4" fmla="*/ 1055612 h 1167613"/>
                <a:gd name="connsiteX5" fmla="*/ 32531 w 707574"/>
                <a:gd name="connsiteY5" fmla="*/ 862344 h 1167613"/>
                <a:gd name="connsiteX6" fmla="*/ 8719 w 707574"/>
                <a:gd name="connsiteY6" fmla="*/ 1162406 h 1167613"/>
                <a:gd name="connsiteX7" fmla="*/ 206845 w 707574"/>
                <a:gd name="connsiteY7" fmla="*/ 1060533 h 1167613"/>
                <a:gd name="connsiteX8" fmla="*/ 206845 w 707574"/>
                <a:gd name="connsiteY8" fmla="*/ 1004679 h 1167613"/>
                <a:gd name="connsiteX9" fmla="*/ 220276 w 707574"/>
                <a:gd name="connsiteY9" fmla="*/ 644856 h 1167613"/>
                <a:gd name="connsiteX10" fmla="*/ 289110 w 707574"/>
                <a:gd name="connsiteY10" fmla="*/ 437833 h 1167613"/>
                <a:gd name="connsiteX11" fmla="*/ 296101 w 707574"/>
                <a:gd name="connsiteY11" fmla="*/ 296533 h 1167613"/>
                <a:gd name="connsiteX12" fmla="*/ 324752 w 707574"/>
                <a:gd name="connsiteY12" fmla="*/ 347377 h 1167613"/>
                <a:gd name="connsiteX13" fmla="*/ 351060 w 707574"/>
                <a:gd name="connsiteY13" fmla="*/ 478619 h 1167613"/>
                <a:gd name="connsiteX14" fmla="*/ 405715 w 707574"/>
                <a:gd name="connsiteY14" fmla="*/ 634715 h 1167613"/>
                <a:gd name="connsiteX15" fmla="*/ 425127 w 707574"/>
                <a:gd name="connsiteY15" fmla="*/ 899535 h 1167613"/>
                <a:gd name="connsiteX16" fmla="*/ 670262 w 707574"/>
                <a:gd name="connsiteY16" fmla="*/ 942258 h 1167613"/>
                <a:gd name="connsiteX17" fmla="*/ 670262 w 707574"/>
                <a:gd name="connsiteY17" fmla="*/ 891325 h 1167613"/>
                <a:gd name="connsiteX18" fmla="*/ 525844 w 707574"/>
                <a:gd name="connsiteY18" fmla="*/ 734734 h 1167613"/>
                <a:gd name="connsiteX19" fmla="*/ 549040 w 707574"/>
                <a:gd name="connsiteY19" fmla="*/ 501885 h 1167613"/>
                <a:gd name="connsiteX20" fmla="*/ 539293 w 707574"/>
                <a:gd name="connsiteY20" fmla="*/ 220987 h 1167613"/>
                <a:gd name="connsiteX21" fmla="*/ 510013 w 707574"/>
                <a:gd name="connsiteY21" fmla="*/ 5913 h 1167613"/>
                <a:gd name="connsiteX22" fmla="*/ 416745 w 707574"/>
                <a:gd name="connsiteY22" fmla="*/ 5913 h 1167613"/>
                <a:gd name="connsiteX23" fmla="*/ 131293 w 707574"/>
                <a:gd name="connsiteY23" fmla="*/ 25464 h 1167613"/>
                <a:gd name="connsiteX0" fmla="*/ 132743 w 709024"/>
                <a:gd name="connsiteY0" fmla="*/ 25464 h 1167613"/>
                <a:gd name="connsiteX1" fmla="*/ 109235 w 709024"/>
                <a:gd name="connsiteY1" fmla="*/ 101036 h 1167613"/>
                <a:gd name="connsiteX2" fmla="*/ 82375 w 709024"/>
                <a:gd name="connsiteY2" fmla="*/ 473990 h 1167613"/>
                <a:gd name="connsiteX3" fmla="*/ 82375 w 709024"/>
                <a:gd name="connsiteY3" fmla="*/ 610363 h 1167613"/>
                <a:gd name="connsiteX4" fmla="*/ 79866 w 709024"/>
                <a:gd name="connsiteY4" fmla="*/ 936550 h 1167613"/>
                <a:gd name="connsiteX5" fmla="*/ 33981 w 709024"/>
                <a:gd name="connsiteY5" fmla="*/ 862344 h 1167613"/>
                <a:gd name="connsiteX6" fmla="*/ 10169 w 709024"/>
                <a:gd name="connsiteY6" fmla="*/ 1162406 h 1167613"/>
                <a:gd name="connsiteX7" fmla="*/ 208295 w 709024"/>
                <a:gd name="connsiteY7" fmla="*/ 1060533 h 1167613"/>
                <a:gd name="connsiteX8" fmla="*/ 208295 w 709024"/>
                <a:gd name="connsiteY8" fmla="*/ 1004679 h 1167613"/>
                <a:gd name="connsiteX9" fmla="*/ 221726 w 709024"/>
                <a:gd name="connsiteY9" fmla="*/ 644856 h 1167613"/>
                <a:gd name="connsiteX10" fmla="*/ 290560 w 709024"/>
                <a:gd name="connsiteY10" fmla="*/ 437833 h 1167613"/>
                <a:gd name="connsiteX11" fmla="*/ 297551 w 709024"/>
                <a:gd name="connsiteY11" fmla="*/ 296533 h 1167613"/>
                <a:gd name="connsiteX12" fmla="*/ 326202 w 709024"/>
                <a:gd name="connsiteY12" fmla="*/ 347377 h 1167613"/>
                <a:gd name="connsiteX13" fmla="*/ 352510 w 709024"/>
                <a:gd name="connsiteY13" fmla="*/ 478619 h 1167613"/>
                <a:gd name="connsiteX14" fmla="*/ 407165 w 709024"/>
                <a:gd name="connsiteY14" fmla="*/ 634715 h 1167613"/>
                <a:gd name="connsiteX15" fmla="*/ 426577 w 709024"/>
                <a:gd name="connsiteY15" fmla="*/ 899535 h 1167613"/>
                <a:gd name="connsiteX16" fmla="*/ 671712 w 709024"/>
                <a:gd name="connsiteY16" fmla="*/ 942258 h 1167613"/>
                <a:gd name="connsiteX17" fmla="*/ 671712 w 709024"/>
                <a:gd name="connsiteY17" fmla="*/ 891325 h 1167613"/>
                <a:gd name="connsiteX18" fmla="*/ 527294 w 709024"/>
                <a:gd name="connsiteY18" fmla="*/ 734734 h 1167613"/>
                <a:gd name="connsiteX19" fmla="*/ 550490 w 709024"/>
                <a:gd name="connsiteY19" fmla="*/ 501885 h 1167613"/>
                <a:gd name="connsiteX20" fmla="*/ 540743 w 709024"/>
                <a:gd name="connsiteY20" fmla="*/ 220987 h 1167613"/>
                <a:gd name="connsiteX21" fmla="*/ 511463 w 709024"/>
                <a:gd name="connsiteY21" fmla="*/ 5913 h 1167613"/>
                <a:gd name="connsiteX22" fmla="*/ 418195 w 709024"/>
                <a:gd name="connsiteY22" fmla="*/ 5913 h 1167613"/>
                <a:gd name="connsiteX23" fmla="*/ 132743 w 709024"/>
                <a:gd name="connsiteY23" fmla="*/ 25464 h 1167613"/>
                <a:gd name="connsiteX0" fmla="*/ 113547 w 689828"/>
                <a:gd name="connsiteY0" fmla="*/ 25464 h 1060545"/>
                <a:gd name="connsiteX1" fmla="*/ 90039 w 689828"/>
                <a:gd name="connsiteY1" fmla="*/ 101036 h 1060545"/>
                <a:gd name="connsiteX2" fmla="*/ 63179 w 689828"/>
                <a:gd name="connsiteY2" fmla="*/ 473990 h 1060545"/>
                <a:gd name="connsiteX3" fmla="*/ 63179 w 689828"/>
                <a:gd name="connsiteY3" fmla="*/ 610363 h 1060545"/>
                <a:gd name="connsiteX4" fmla="*/ 60670 w 689828"/>
                <a:gd name="connsiteY4" fmla="*/ 936550 h 1060545"/>
                <a:gd name="connsiteX5" fmla="*/ 14785 w 689828"/>
                <a:gd name="connsiteY5" fmla="*/ 862344 h 1060545"/>
                <a:gd name="connsiteX6" fmla="*/ 14785 w 689828"/>
                <a:gd name="connsiteY6" fmla="*/ 1000481 h 1060545"/>
                <a:gd name="connsiteX7" fmla="*/ 189099 w 689828"/>
                <a:gd name="connsiteY7" fmla="*/ 1060533 h 1060545"/>
                <a:gd name="connsiteX8" fmla="*/ 189099 w 689828"/>
                <a:gd name="connsiteY8" fmla="*/ 1004679 h 1060545"/>
                <a:gd name="connsiteX9" fmla="*/ 202530 w 689828"/>
                <a:gd name="connsiteY9" fmla="*/ 644856 h 1060545"/>
                <a:gd name="connsiteX10" fmla="*/ 271364 w 689828"/>
                <a:gd name="connsiteY10" fmla="*/ 437833 h 1060545"/>
                <a:gd name="connsiteX11" fmla="*/ 278355 w 689828"/>
                <a:gd name="connsiteY11" fmla="*/ 296533 h 1060545"/>
                <a:gd name="connsiteX12" fmla="*/ 307006 w 689828"/>
                <a:gd name="connsiteY12" fmla="*/ 347377 h 1060545"/>
                <a:gd name="connsiteX13" fmla="*/ 333314 w 689828"/>
                <a:gd name="connsiteY13" fmla="*/ 478619 h 1060545"/>
                <a:gd name="connsiteX14" fmla="*/ 387969 w 689828"/>
                <a:gd name="connsiteY14" fmla="*/ 634715 h 1060545"/>
                <a:gd name="connsiteX15" fmla="*/ 407381 w 689828"/>
                <a:gd name="connsiteY15" fmla="*/ 899535 h 1060545"/>
                <a:gd name="connsiteX16" fmla="*/ 652516 w 689828"/>
                <a:gd name="connsiteY16" fmla="*/ 942258 h 1060545"/>
                <a:gd name="connsiteX17" fmla="*/ 652516 w 689828"/>
                <a:gd name="connsiteY17" fmla="*/ 891325 h 1060545"/>
                <a:gd name="connsiteX18" fmla="*/ 508098 w 689828"/>
                <a:gd name="connsiteY18" fmla="*/ 734734 h 1060545"/>
                <a:gd name="connsiteX19" fmla="*/ 531294 w 689828"/>
                <a:gd name="connsiteY19" fmla="*/ 501885 h 1060545"/>
                <a:gd name="connsiteX20" fmla="*/ 521547 w 689828"/>
                <a:gd name="connsiteY20" fmla="*/ 220987 h 1060545"/>
                <a:gd name="connsiteX21" fmla="*/ 492267 w 689828"/>
                <a:gd name="connsiteY21" fmla="*/ 5913 h 1060545"/>
                <a:gd name="connsiteX22" fmla="*/ 398999 w 689828"/>
                <a:gd name="connsiteY22" fmla="*/ 5913 h 1060545"/>
                <a:gd name="connsiteX23" fmla="*/ 113547 w 689828"/>
                <a:gd name="connsiteY23" fmla="*/ 25464 h 1060545"/>
                <a:gd name="connsiteX0" fmla="*/ 104552 w 680833"/>
                <a:gd name="connsiteY0" fmla="*/ 25464 h 1060545"/>
                <a:gd name="connsiteX1" fmla="*/ 81044 w 680833"/>
                <a:gd name="connsiteY1" fmla="*/ 101036 h 1060545"/>
                <a:gd name="connsiteX2" fmla="*/ 54184 w 680833"/>
                <a:gd name="connsiteY2" fmla="*/ 473990 h 1060545"/>
                <a:gd name="connsiteX3" fmla="*/ 54184 w 680833"/>
                <a:gd name="connsiteY3" fmla="*/ 610363 h 1060545"/>
                <a:gd name="connsiteX4" fmla="*/ 51675 w 680833"/>
                <a:gd name="connsiteY4" fmla="*/ 936550 h 1060545"/>
                <a:gd name="connsiteX5" fmla="*/ 5790 w 680833"/>
                <a:gd name="connsiteY5" fmla="*/ 862344 h 1060545"/>
                <a:gd name="connsiteX6" fmla="*/ 20078 w 680833"/>
                <a:gd name="connsiteY6" fmla="*/ 1000481 h 1060545"/>
                <a:gd name="connsiteX7" fmla="*/ 180104 w 680833"/>
                <a:gd name="connsiteY7" fmla="*/ 1060533 h 1060545"/>
                <a:gd name="connsiteX8" fmla="*/ 180104 w 680833"/>
                <a:gd name="connsiteY8" fmla="*/ 1004679 h 1060545"/>
                <a:gd name="connsiteX9" fmla="*/ 193535 w 680833"/>
                <a:gd name="connsiteY9" fmla="*/ 644856 h 1060545"/>
                <a:gd name="connsiteX10" fmla="*/ 262369 w 680833"/>
                <a:gd name="connsiteY10" fmla="*/ 437833 h 1060545"/>
                <a:gd name="connsiteX11" fmla="*/ 269360 w 680833"/>
                <a:gd name="connsiteY11" fmla="*/ 296533 h 1060545"/>
                <a:gd name="connsiteX12" fmla="*/ 298011 w 680833"/>
                <a:gd name="connsiteY12" fmla="*/ 347377 h 1060545"/>
                <a:gd name="connsiteX13" fmla="*/ 324319 w 680833"/>
                <a:gd name="connsiteY13" fmla="*/ 478619 h 1060545"/>
                <a:gd name="connsiteX14" fmla="*/ 378974 w 680833"/>
                <a:gd name="connsiteY14" fmla="*/ 634715 h 1060545"/>
                <a:gd name="connsiteX15" fmla="*/ 398386 w 680833"/>
                <a:gd name="connsiteY15" fmla="*/ 899535 h 1060545"/>
                <a:gd name="connsiteX16" fmla="*/ 643521 w 680833"/>
                <a:gd name="connsiteY16" fmla="*/ 942258 h 1060545"/>
                <a:gd name="connsiteX17" fmla="*/ 643521 w 680833"/>
                <a:gd name="connsiteY17" fmla="*/ 891325 h 1060545"/>
                <a:gd name="connsiteX18" fmla="*/ 499103 w 680833"/>
                <a:gd name="connsiteY18" fmla="*/ 734734 h 1060545"/>
                <a:gd name="connsiteX19" fmla="*/ 522299 w 680833"/>
                <a:gd name="connsiteY19" fmla="*/ 501885 h 1060545"/>
                <a:gd name="connsiteX20" fmla="*/ 512552 w 680833"/>
                <a:gd name="connsiteY20" fmla="*/ 220987 h 1060545"/>
                <a:gd name="connsiteX21" fmla="*/ 483272 w 680833"/>
                <a:gd name="connsiteY21" fmla="*/ 5913 h 1060545"/>
                <a:gd name="connsiteX22" fmla="*/ 390004 w 680833"/>
                <a:gd name="connsiteY22" fmla="*/ 5913 h 1060545"/>
                <a:gd name="connsiteX23" fmla="*/ 104552 w 680833"/>
                <a:gd name="connsiteY23" fmla="*/ 25464 h 1060545"/>
                <a:gd name="connsiteX0" fmla="*/ 104552 w 665156"/>
                <a:gd name="connsiteY0" fmla="*/ 25464 h 1060545"/>
                <a:gd name="connsiteX1" fmla="*/ 81044 w 665156"/>
                <a:gd name="connsiteY1" fmla="*/ 101036 h 1060545"/>
                <a:gd name="connsiteX2" fmla="*/ 54184 w 665156"/>
                <a:gd name="connsiteY2" fmla="*/ 473990 h 1060545"/>
                <a:gd name="connsiteX3" fmla="*/ 54184 w 665156"/>
                <a:gd name="connsiteY3" fmla="*/ 610363 h 1060545"/>
                <a:gd name="connsiteX4" fmla="*/ 51675 w 665156"/>
                <a:gd name="connsiteY4" fmla="*/ 936550 h 1060545"/>
                <a:gd name="connsiteX5" fmla="*/ 5790 w 665156"/>
                <a:gd name="connsiteY5" fmla="*/ 862344 h 1060545"/>
                <a:gd name="connsiteX6" fmla="*/ 20078 w 665156"/>
                <a:gd name="connsiteY6" fmla="*/ 1000481 h 1060545"/>
                <a:gd name="connsiteX7" fmla="*/ 180104 w 665156"/>
                <a:gd name="connsiteY7" fmla="*/ 1060533 h 1060545"/>
                <a:gd name="connsiteX8" fmla="*/ 180104 w 665156"/>
                <a:gd name="connsiteY8" fmla="*/ 1004679 h 1060545"/>
                <a:gd name="connsiteX9" fmla="*/ 193535 w 665156"/>
                <a:gd name="connsiteY9" fmla="*/ 644856 h 1060545"/>
                <a:gd name="connsiteX10" fmla="*/ 262369 w 665156"/>
                <a:gd name="connsiteY10" fmla="*/ 437833 h 1060545"/>
                <a:gd name="connsiteX11" fmla="*/ 269360 w 665156"/>
                <a:gd name="connsiteY11" fmla="*/ 296533 h 1060545"/>
                <a:gd name="connsiteX12" fmla="*/ 298011 w 665156"/>
                <a:gd name="connsiteY12" fmla="*/ 347377 h 1060545"/>
                <a:gd name="connsiteX13" fmla="*/ 324319 w 665156"/>
                <a:gd name="connsiteY13" fmla="*/ 478619 h 1060545"/>
                <a:gd name="connsiteX14" fmla="*/ 378974 w 665156"/>
                <a:gd name="connsiteY14" fmla="*/ 634715 h 1060545"/>
                <a:gd name="connsiteX15" fmla="*/ 398386 w 665156"/>
                <a:gd name="connsiteY15" fmla="*/ 899535 h 1060545"/>
                <a:gd name="connsiteX16" fmla="*/ 643521 w 665156"/>
                <a:gd name="connsiteY16" fmla="*/ 942258 h 1060545"/>
                <a:gd name="connsiteX17" fmla="*/ 595896 w 665156"/>
                <a:gd name="connsiteY17" fmla="*/ 829412 h 1060545"/>
                <a:gd name="connsiteX18" fmla="*/ 499103 w 665156"/>
                <a:gd name="connsiteY18" fmla="*/ 734734 h 1060545"/>
                <a:gd name="connsiteX19" fmla="*/ 522299 w 665156"/>
                <a:gd name="connsiteY19" fmla="*/ 501885 h 1060545"/>
                <a:gd name="connsiteX20" fmla="*/ 512552 w 665156"/>
                <a:gd name="connsiteY20" fmla="*/ 220987 h 1060545"/>
                <a:gd name="connsiteX21" fmla="*/ 483272 w 665156"/>
                <a:gd name="connsiteY21" fmla="*/ 5913 h 1060545"/>
                <a:gd name="connsiteX22" fmla="*/ 390004 w 665156"/>
                <a:gd name="connsiteY22" fmla="*/ 5913 h 1060545"/>
                <a:gd name="connsiteX23" fmla="*/ 104552 w 665156"/>
                <a:gd name="connsiteY23" fmla="*/ 25464 h 1060545"/>
                <a:gd name="connsiteX0" fmla="*/ 104552 w 650474"/>
                <a:gd name="connsiteY0" fmla="*/ 25464 h 1060545"/>
                <a:gd name="connsiteX1" fmla="*/ 81044 w 650474"/>
                <a:gd name="connsiteY1" fmla="*/ 101036 h 1060545"/>
                <a:gd name="connsiteX2" fmla="*/ 54184 w 650474"/>
                <a:gd name="connsiteY2" fmla="*/ 473990 h 1060545"/>
                <a:gd name="connsiteX3" fmla="*/ 54184 w 650474"/>
                <a:gd name="connsiteY3" fmla="*/ 610363 h 1060545"/>
                <a:gd name="connsiteX4" fmla="*/ 51675 w 650474"/>
                <a:gd name="connsiteY4" fmla="*/ 936550 h 1060545"/>
                <a:gd name="connsiteX5" fmla="*/ 5790 w 650474"/>
                <a:gd name="connsiteY5" fmla="*/ 862344 h 1060545"/>
                <a:gd name="connsiteX6" fmla="*/ 20078 w 650474"/>
                <a:gd name="connsiteY6" fmla="*/ 1000481 h 1060545"/>
                <a:gd name="connsiteX7" fmla="*/ 180104 w 650474"/>
                <a:gd name="connsiteY7" fmla="*/ 1060533 h 1060545"/>
                <a:gd name="connsiteX8" fmla="*/ 180104 w 650474"/>
                <a:gd name="connsiteY8" fmla="*/ 1004679 h 1060545"/>
                <a:gd name="connsiteX9" fmla="*/ 193535 w 650474"/>
                <a:gd name="connsiteY9" fmla="*/ 644856 h 1060545"/>
                <a:gd name="connsiteX10" fmla="*/ 262369 w 650474"/>
                <a:gd name="connsiteY10" fmla="*/ 437833 h 1060545"/>
                <a:gd name="connsiteX11" fmla="*/ 269360 w 650474"/>
                <a:gd name="connsiteY11" fmla="*/ 296533 h 1060545"/>
                <a:gd name="connsiteX12" fmla="*/ 298011 w 650474"/>
                <a:gd name="connsiteY12" fmla="*/ 347377 h 1060545"/>
                <a:gd name="connsiteX13" fmla="*/ 324319 w 650474"/>
                <a:gd name="connsiteY13" fmla="*/ 478619 h 1060545"/>
                <a:gd name="connsiteX14" fmla="*/ 378974 w 650474"/>
                <a:gd name="connsiteY14" fmla="*/ 634715 h 1060545"/>
                <a:gd name="connsiteX15" fmla="*/ 398386 w 650474"/>
                <a:gd name="connsiteY15" fmla="*/ 899535 h 1060545"/>
                <a:gd name="connsiteX16" fmla="*/ 643521 w 650474"/>
                <a:gd name="connsiteY16" fmla="*/ 942258 h 1060545"/>
                <a:gd name="connsiteX17" fmla="*/ 543509 w 650474"/>
                <a:gd name="connsiteY17" fmla="*/ 807981 h 1060545"/>
                <a:gd name="connsiteX18" fmla="*/ 499103 w 650474"/>
                <a:gd name="connsiteY18" fmla="*/ 734734 h 1060545"/>
                <a:gd name="connsiteX19" fmla="*/ 522299 w 650474"/>
                <a:gd name="connsiteY19" fmla="*/ 501885 h 1060545"/>
                <a:gd name="connsiteX20" fmla="*/ 512552 w 650474"/>
                <a:gd name="connsiteY20" fmla="*/ 220987 h 1060545"/>
                <a:gd name="connsiteX21" fmla="*/ 483272 w 650474"/>
                <a:gd name="connsiteY21" fmla="*/ 5913 h 1060545"/>
                <a:gd name="connsiteX22" fmla="*/ 390004 w 650474"/>
                <a:gd name="connsiteY22" fmla="*/ 5913 h 1060545"/>
                <a:gd name="connsiteX23" fmla="*/ 104552 w 650474"/>
                <a:gd name="connsiteY23" fmla="*/ 25464 h 1060545"/>
                <a:gd name="connsiteX0" fmla="*/ 104552 w 648628"/>
                <a:gd name="connsiteY0" fmla="*/ 25464 h 1060545"/>
                <a:gd name="connsiteX1" fmla="*/ 81044 w 648628"/>
                <a:gd name="connsiteY1" fmla="*/ 101036 h 1060545"/>
                <a:gd name="connsiteX2" fmla="*/ 54184 w 648628"/>
                <a:gd name="connsiteY2" fmla="*/ 473990 h 1060545"/>
                <a:gd name="connsiteX3" fmla="*/ 54184 w 648628"/>
                <a:gd name="connsiteY3" fmla="*/ 610363 h 1060545"/>
                <a:gd name="connsiteX4" fmla="*/ 51675 w 648628"/>
                <a:gd name="connsiteY4" fmla="*/ 936550 h 1060545"/>
                <a:gd name="connsiteX5" fmla="*/ 5790 w 648628"/>
                <a:gd name="connsiteY5" fmla="*/ 862344 h 1060545"/>
                <a:gd name="connsiteX6" fmla="*/ 20078 w 648628"/>
                <a:gd name="connsiteY6" fmla="*/ 1000481 h 1060545"/>
                <a:gd name="connsiteX7" fmla="*/ 180104 w 648628"/>
                <a:gd name="connsiteY7" fmla="*/ 1060533 h 1060545"/>
                <a:gd name="connsiteX8" fmla="*/ 180104 w 648628"/>
                <a:gd name="connsiteY8" fmla="*/ 1004679 h 1060545"/>
                <a:gd name="connsiteX9" fmla="*/ 193535 w 648628"/>
                <a:gd name="connsiteY9" fmla="*/ 644856 h 1060545"/>
                <a:gd name="connsiteX10" fmla="*/ 262369 w 648628"/>
                <a:gd name="connsiteY10" fmla="*/ 437833 h 1060545"/>
                <a:gd name="connsiteX11" fmla="*/ 269360 w 648628"/>
                <a:gd name="connsiteY11" fmla="*/ 296533 h 1060545"/>
                <a:gd name="connsiteX12" fmla="*/ 298011 w 648628"/>
                <a:gd name="connsiteY12" fmla="*/ 347377 h 1060545"/>
                <a:gd name="connsiteX13" fmla="*/ 324319 w 648628"/>
                <a:gd name="connsiteY13" fmla="*/ 478619 h 1060545"/>
                <a:gd name="connsiteX14" fmla="*/ 378974 w 648628"/>
                <a:gd name="connsiteY14" fmla="*/ 634715 h 1060545"/>
                <a:gd name="connsiteX15" fmla="*/ 398386 w 648628"/>
                <a:gd name="connsiteY15" fmla="*/ 899535 h 1060545"/>
                <a:gd name="connsiteX16" fmla="*/ 643521 w 648628"/>
                <a:gd name="connsiteY16" fmla="*/ 942258 h 1060545"/>
                <a:gd name="connsiteX17" fmla="*/ 543509 w 648628"/>
                <a:gd name="connsiteY17" fmla="*/ 807981 h 1060545"/>
                <a:gd name="connsiteX18" fmla="*/ 499103 w 648628"/>
                <a:gd name="connsiteY18" fmla="*/ 734734 h 1060545"/>
                <a:gd name="connsiteX19" fmla="*/ 522299 w 648628"/>
                <a:gd name="connsiteY19" fmla="*/ 501885 h 1060545"/>
                <a:gd name="connsiteX20" fmla="*/ 512552 w 648628"/>
                <a:gd name="connsiteY20" fmla="*/ 220987 h 1060545"/>
                <a:gd name="connsiteX21" fmla="*/ 483272 w 648628"/>
                <a:gd name="connsiteY21" fmla="*/ 5913 h 1060545"/>
                <a:gd name="connsiteX22" fmla="*/ 390004 w 648628"/>
                <a:gd name="connsiteY22" fmla="*/ 5913 h 1060545"/>
                <a:gd name="connsiteX23" fmla="*/ 104552 w 648628"/>
                <a:gd name="connsiteY23" fmla="*/ 25464 h 1060545"/>
                <a:gd name="connsiteX0" fmla="*/ 104552 w 588259"/>
                <a:gd name="connsiteY0" fmla="*/ 25464 h 1060545"/>
                <a:gd name="connsiteX1" fmla="*/ 81044 w 588259"/>
                <a:gd name="connsiteY1" fmla="*/ 101036 h 1060545"/>
                <a:gd name="connsiteX2" fmla="*/ 54184 w 588259"/>
                <a:gd name="connsiteY2" fmla="*/ 473990 h 1060545"/>
                <a:gd name="connsiteX3" fmla="*/ 54184 w 588259"/>
                <a:gd name="connsiteY3" fmla="*/ 610363 h 1060545"/>
                <a:gd name="connsiteX4" fmla="*/ 51675 w 588259"/>
                <a:gd name="connsiteY4" fmla="*/ 936550 h 1060545"/>
                <a:gd name="connsiteX5" fmla="*/ 5790 w 588259"/>
                <a:gd name="connsiteY5" fmla="*/ 862344 h 1060545"/>
                <a:gd name="connsiteX6" fmla="*/ 20078 w 588259"/>
                <a:gd name="connsiteY6" fmla="*/ 1000481 h 1060545"/>
                <a:gd name="connsiteX7" fmla="*/ 180104 w 588259"/>
                <a:gd name="connsiteY7" fmla="*/ 1060533 h 1060545"/>
                <a:gd name="connsiteX8" fmla="*/ 180104 w 588259"/>
                <a:gd name="connsiteY8" fmla="*/ 1004679 h 1060545"/>
                <a:gd name="connsiteX9" fmla="*/ 193535 w 588259"/>
                <a:gd name="connsiteY9" fmla="*/ 644856 h 1060545"/>
                <a:gd name="connsiteX10" fmla="*/ 262369 w 588259"/>
                <a:gd name="connsiteY10" fmla="*/ 437833 h 1060545"/>
                <a:gd name="connsiteX11" fmla="*/ 269360 w 588259"/>
                <a:gd name="connsiteY11" fmla="*/ 296533 h 1060545"/>
                <a:gd name="connsiteX12" fmla="*/ 298011 w 588259"/>
                <a:gd name="connsiteY12" fmla="*/ 347377 h 1060545"/>
                <a:gd name="connsiteX13" fmla="*/ 324319 w 588259"/>
                <a:gd name="connsiteY13" fmla="*/ 478619 h 1060545"/>
                <a:gd name="connsiteX14" fmla="*/ 378974 w 588259"/>
                <a:gd name="connsiteY14" fmla="*/ 634715 h 1060545"/>
                <a:gd name="connsiteX15" fmla="*/ 398386 w 588259"/>
                <a:gd name="connsiteY15" fmla="*/ 899535 h 1060545"/>
                <a:gd name="connsiteX16" fmla="*/ 581609 w 588259"/>
                <a:gd name="connsiteY16" fmla="*/ 899396 h 1060545"/>
                <a:gd name="connsiteX17" fmla="*/ 543509 w 588259"/>
                <a:gd name="connsiteY17" fmla="*/ 807981 h 1060545"/>
                <a:gd name="connsiteX18" fmla="*/ 499103 w 588259"/>
                <a:gd name="connsiteY18" fmla="*/ 734734 h 1060545"/>
                <a:gd name="connsiteX19" fmla="*/ 522299 w 588259"/>
                <a:gd name="connsiteY19" fmla="*/ 501885 h 1060545"/>
                <a:gd name="connsiteX20" fmla="*/ 512552 w 588259"/>
                <a:gd name="connsiteY20" fmla="*/ 220987 h 1060545"/>
                <a:gd name="connsiteX21" fmla="*/ 483272 w 588259"/>
                <a:gd name="connsiteY21" fmla="*/ 5913 h 1060545"/>
                <a:gd name="connsiteX22" fmla="*/ 390004 w 588259"/>
                <a:gd name="connsiteY22" fmla="*/ 5913 h 1060545"/>
                <a:gd name="connsiteX23" fmla="*/ 104552 w 588259"/>
                <a:gd name="connsiteY23" fmla="*/ 25464 h 1060545"/>
                <a:gd name="connsiteX0" fmla="*/ 104552 w 591601"/>
                <a:gd name="connsiteY0" fmla="*/ 25464 h 1060545"/>
                <a:gd name="connsiteX1" fmla="*/ 81044 w 591601"/>
                <a:gd name="connsiteY1" fmla="*/ 101036 h 1060545"/>
                <a:gd name="connsiteX2" fmla="*/ 54184 w 591601"/>
                <a:gd name="connsiteY2" fmla="*/ 473990 h 1060545"/>
                <a:gd name="connsiteX3" fmla="*/ 54184 w 591601"/>
                <a:gd name="connsiteY3" fmla="*/ 610363 h 1060545"/>
                <a:gd name="connsiteX4" fmla="*/ 51675 w 591601"/>
                <a:gd name="connsiteY4" fmla="*/ 936550 h 1060545"/>
                <a:gd name="connsiteX5" fmla="*/ 5790 w 591601"/>
                <a:gd name="connsiteY5" fmla="*/ 862344 h 1060545"/>
                <a:gd name="connsiteX6" fmla="*/ 20078 w 591601"/>
                <a:gd name="connsiteY6" fmla="*/ 1000481 h 1060545"/>
                <a:gd name="connsiteX7" fmla="*/ 180104 w 591601"/>
                <a:gd name="connsiteY7" fmla="*/ 1060533 h 1060545"/>
                <a:gd name="connsiteX8" fmla="*/ 180104 w 591601"/>
                <a:gd name="connsiteY8" fmla="*/ 1004679 h 1060545"/>
                <a:gd name="connsiteX9" fmla="*/ 193535 w 591601"/>
                <a:gd name="connsiteY9" fmla="*/ 644856 h 1060545"/>
                <a:gd name="connsiteX10" fmla="*/ 262369 w 591601"/>
                <a:gd name="connsiteY10" fmla="*/ 437833 h 1060545"/>
                <a:gd name="connsiteX11" fmla="*/ 269360 w 591601"/>
                <a:gd name="connsiteY11" fmla="*/ 296533 h 1060545"/>
                <a:gd name="connsiteX12" fmla="*/ 298011 w 591601"/>
                <a:gd name="connsiteY12" fmla="*/ 347377 h 1060545"/>
                <a:gd name="connsiteX13" fmla="*/ 324319 w 591601"/>
                <a:gd name="connsiteY13" fmla="*/ 478619 h 1060545"/>
                <a:gd name="connsiteX14" fmla="*/ 378974 w 591601"/>
                <a:gd name="connsiteY14" fmla="*/ 634715 h 1060545"/>
                <a:gd name="connsiteX15" fmla="*/ 398386 w 591601"/>
                <a:gd name="connsiteY15" fmla="*/ 899535 h 1060545"/>
                <a:gd name="connsiteX16" fmla="*/ 581609 w 591601"/>
                <a:gd name="connsiteY16" fmla="*/ 899396 h 1060545"/>
                <a:gd name="connsiteX17" fmla="*/ 560177 w 591601"/>
                <a:gd name="connsiteY17" fmla="*/ 791313 h 1060545"/>
                <a:gd name="connsiteX18" fmla="*/ 499103 w 591601"/>
                <a:gd name="connsiteY18" fmla="*/ 734734 h 1060545"/>
                <a:gd name="connsiteX19" fmla="*/ 522299 w 591601"/>
                <a:gd name="connsiteY19" fmla="*/ 501885 h 1060545"/>
                <a:gd name="connsiteX20" fmla="*/ 512552 w 591601"/>
                <a:gd name="connsiteY20" fmla="*/ 220987 h 1060545"/>
                <a:gd name="connsiteX21" fmla="*/ 483272 w 591601"/>
                <a:gd name="connsiteY21" fmla="*/ 5913 h 1060545"/>
                <a:gd name="connsiteX22" fmla="*/ 390004 w 591601"/>
                <a:gd name="connsiteY22" fmla="*/ 5913 h 1060545"/>
                <a:gd name="connsiteX23" fmla="*/ 104552 w 591601"/>
                <a:gd name="connsiteY23" fmla="*/ 25464 h 1060545"/>
                <a:gd name="connsiteX0" fmla="*/ 104552 w 568749"/>
                <a:gd name="connsiteY0" fmla="*/ 25464 h 1060545"/>
                <a:gd name="connsiteX1" fmla="*/ 81044 w 568749"/>
                <a:gd name="connsiteY1" fmla="*/ 101036 h 1060545"/>
                <a:gd name="connsiteX2" fmla="*/ 54184 w 568749"/>
                <a:gd name="connsiteY2" fmla="*/ 473990 h 1060545"/>
                <a:gd name="connsiteX3" fmla="*/ 54184 w 568749"/>
                <a:gd name="connsiteY3" fmla="*/ 610363 h 1060545"/>
                <a:gd name="connsiteX4" fmla="*/ 51675 w 568749"/>
                <a:gd name="connsiteY4" fmla="*/ 936550 h 1060545"/>
                <a:gd name="connsiteX5" fmla="*/ 5790 w 568749"/>
                <a:gd name="connsiteY5" fmla="*/ 862344 h 1060545"/>
                <a:gd name="connsiteX6" fmla="*/ 20078 w 568749"/>
                <a:gd name="connsiteY6" fmla="*/ 1000481 h 1060545"/>
                <a:gd name="connsiteX7" fmla="*/ 180104 w 568749"/>
                <a:gd name="connsiteY7" fmla="*/ 1060533 h 1060545"/>
                <a:gd name="connsiteX8" fmla="*/ 180104 w 568749"/>
                <a:gd name="connsiteY8" fmla="*/ 1004679 h 1060545"/>
                <a:gd name="connsiteX9" fmla="*/ 193535 w 568749"/>
                <a:gd name="connsiteY9" fmla="*/ 644856 h 1060545"/>
                <a:gd name="connsiteX10" fmla="*/ 262369 w 568749"/>
                <a:gd name="connsiteY10" fmla="*/ 437833 h 1060545"/>
                <a:gd name="connsiteX11" fmla="*/ 269360 w 568749"/>
                <a:gd name="connsiteY11" fmla="*/ 296533 h 1060545"/>
                <a:gd name="connsiteX12" fmla="*/ 298011 w 568749"/>
                <a:gd name="connsiteY12" fmla="*/ 347377 h 1060545"/>
                <a:gd name="connsiteX13" fmla="*/ 324319 w 568749"/>
                <a:gd name="connsiteY13" fmla="*/ 478619 h 1060545"/>
                <a:gd name="connsiteX14" fmla="*/ 378974 w 568749"/>
                <a:gd name="connsiteY14" fmla="*/ 634715 h 1060545"/>
                <a:gd name="connsiteX15" fmla="*/ 398386 w 568749"/>
                <a:gd name="connsiteY15" fmla="*/ 899535 h 1060545"/>
                <a:gd name="connsiteX16" fmla="*/ 550652 w 568749"/>
                <a:gd name="connsiteY16" fmla="*/ 866058 h 1060545"/>
                <a:gd name="connsiteX17" fmla="*/ 560177 w 568749"/>
                <a:gd name="connsiteY17" fmla="*/ 791313 h 1060545"/>
                <a:gd name="connsiteX18" fmla="*/ 499103 w 568749"/>
                <a:gd name="connsiteY18" fmla="*/ 734734 h 1060545"/>
                <a:gd name="connsiteX19" fmla="*/ 522299 w 568749"/>
                <a:gd name="connsiteY19" fmla="*/ 501885 h 1060545"/>
                <a:gd name="connsiteX20" fmla="*/ 512552 w 568749"/>
                <a:gd name="connsiteY20" fmla="*/ 220987 h 1060545"/>
                <a:gd name="connsiteX21" fmla="*/ 483272 w 568749"/>
                <a:gd name="connsiteY21" fmla="*/ 5913 h 1060545"/>
                <a:gd name="connsiteX22" fmla="*/ 390004 w 568749"/>
                <a:gd name="connsiteY22" fmla="*/ 5913 h 1060545"/>
                <a:gd name="connsiteX23" fmla="*/ 104552 w 568749"/>
                <a:gd name="connsiteY23" fmla="*/ 25464 h 1060545"/>
                <a:gd name="connsiteX0" fmla="*/ 104711 w 568908"/>
                <a:gd name="connsiteY0" fmla="*/ 25464 h 1060545"/>
                <a:gd name="connsiteX1" fmla="*/ 81203 w 568908"/>
                <a:gd name="connsiteY1" fmla="*/ 101036 h 1060545"/>
                <a:gd name="connsiteX2" fmla="*/ 54343 w 568908"/>
                <a:gd name="connsiteY2" fmla="*/ 473990 h 1060545"/>
                <a:gd name="connsiteX3" fmla="*/ 54343 w 568908"/>
                <a:gd name="connsiteY3" fmla="*/ 610363 h 1060545"/>
                <a:gd name="connsiteX4" fmla="*/ 54215 w 568908"/>
                <a:gd name="connsiteY4" fmla="*/ 896069 h 1060545"/>
                <a:gd name="connsiteX5" fmla="*/ 5949 w 568908"/>
                <a:gd name="connsiteY5" fmla="*/ 862344 h 1060545"/>
                <a:gd name="connsiteX6" fmla="*/ 20237 w 568908"/>
                <a:gd name="connsiteY6" fmla="*/ 1000481 h 1060545"/>
                <a:gd name="connsiteX7" fmla="*/ 180263 w 568908"/>
                <a:gd name="connsiteY7" fmla="*/ 1060533 h 1060545"/>
                <a:gd name="connsiteX8" fmla="*/ 180263 w 568908"/>
                <a:gd name="connsiteY8" fmla="*/ 1004679 h 1060545"/>
                <a:gd name="connsiteX9" fmla="*/ 193694 w 568908"/>
                <a:gd name="connsiteY9" fmla="*/ 644856 h 1060545"/>
                <a:gd name="connsiteX10" fmla="*/ 262528 w 568908"/>
                <a:gd name="connsiteY10" fmla="*/ 437833 h 1060545"/>
                <a:gd name="connsiteX11" fmla="*/ 269519 w 568908"/>
                <a:gd name="connsiteY11" fmla="*/ 296533 h 1060545"/>
                <a:gd name="connsiteX12" fmla="*/ 298170 w 568908"/>
                <a:gd name="connsiteY12" fmla="*/ 347377 h 1060545"/>
                <a:gd name="connsiteX13" fmla="*/ 324478 w 568908"/>
                <a:gd name="connsiteY13" fmla="*/ 478619 h 1060545"/>
                <a:gd name="connsiteX14" fmla="*/ 379133 w 568908"/>
                <a:gd name="connsiteY14" fmla="*/ 634715 h 1060545"/>
                <a:gd name="connsiteX15" fmla="*/ 398545 w 568908"/>
                <a:gd name="connsiteY15" fmla="*/ 899535 h 1060545"/>
                <a:gd name="connsiteX16" fmla="*/ 550811 w 568908"/>
                <a:gd name="connsiteY16" fmla="*/ 866058 h 1060545"/>
                <a:gd name="connsiteX17" fmla="*/ 560336 w 568908"/>
                <a:gd name="connsiteY17" fmla="*/ 791313 h 1060545"/>
                <a:gd name="connsiteX18" fmla="*/ 499262 w 568908"/>
                <a:gd name="connsiteY18" fmla="*/ 734734 h 1060545"/>
                <a:gd name="connsiteX19" fmla="*/ 522458 w 568908"/>
                <a:gd name="connsiteY19" fmla="*/ 501885 h 1060545"/>
                <a:gd name="connsiteX20" fmla="*/ 512711 w 568908"/>
                <a:gd name="connsiteY20" fmla="*/ 220987 h 1060545"/>
                <a:gd name="connsiteX21" fmla="*/ 483431 w 568908"/>
                <a:gd name="connsiteY21" fmla="*/ 5913 h 1060545"/>
                <a:gd name="connsiteX22" fmla="*/ 390163 w 568908"/>
                <a:gd name="connsiteY22" fmla="*/ 5913 h 1060545"/>
                <a:gd name="connsiteX23" fmla="*/ 104711 w 568908"/>
                <a:gd name="connsiteY23" fmla="*/ 25464 h 1060545"/>
                <a:gd name="connsiteX0" fmla="*/ 116947 w 581144"/>
                <a:gd name="connsiteY0" fmla="*/ 25464 h 1060545"/>
                <a:gd name="connsiteX1" fmla="*/ 93439 w 581144"/>
                <a:gd name="connsiteY1" fmla="*/ 101036 h 1060545"/>
                <a:gd name="connsiteX2" fmla="*/ 66579 w 581144"/>
                <a:gd name="connsiteY2" fmla="*/ 473990 h 1060545"/>
                <a:gd name="connsiteX3" fmla="*/ 66579 w 581144"/>
                <a:gd name="connsiteY3" fmla="*/ 610363 h 1060545"/>
                <a:gd name="connsiteX4" fmla="*/ 66451 w 581144"/>
                <a:gd name="connsiteY4" fmla="*/ 896069 h 1060545"/>
                <a:gd name="connsiteX5" fmla="*/ 18185 w 581144"/>
                <a:gd name="connsiteY5" fmla="*/ 862344 h 1060545"/>
                <a:gd name="connsiteX6" fmla="*/ 32473 w 581144"/>
                <a:gd name="connsiteY6" fmla="*/ 1000481 h 1060545"/>
                <a:gd name="connsiteX7" fmla="*/ 192499 w 581144"/>
                <a:gd name="connsiteY7" fmla="*/ 1060533 h 1060545"/>
                <a:gd name="connsiteX8" fmla="*/ 192499 w 581144"/>
                <a:gd name="connsiteY8" fmla="*/ 1004679 h 1060545"/>
                <a:gd name="connsiteX9" fmla="*/ 205930 w 581144"/>
                <a:gd name="connsiteY9" fmla="*/ 644856 h 1060545"/>
                <a:gd name="connsiteX10" fmla="*/ 274764 w 581144"/>
                <a:gd name="connsiteY10" fmla="*/ 437833 h 1060545"/>
                <a:gd name="connsiteX11" fmla="*/ 281755 w 581144"/>
                <a:gd name="connsiteY11" fmla="*/ 296533 h 1060545"/>
                <a:gd name="connsiteX12" fmla="*/ 310406 w 581144"/>
                <a:gd name="connsiteY12" fmla="*/ 347377 h 1060545"/>
                <a:gd name="connsiteX13" fmla="*/ 336714 w 581144"/>
                <a:gd name="connsiteY13" fmla="*/ 478619 h 1060545"/>
                <a:gd name="connsiteX14" fmla="*/ 391369 w 581144"/>
                <a:gd name="connsiteY14" fmla="*/ 634715 h 1060545"/>
                <a:gd name="connsiteX15" fmla="*/ 410781 w 581144"/>
                <a:gd name="connsiteY15" fmla="*/ 899535 h 1060545"/>
                <a:gd name="connsiteX16" fmla="*/ 563047 w 581144"/>
                <a:gd name="connsiteY16" fmla="*/ 866058 h 1060545"/>
                <a:gd name="connsiteX17" fmla="*/ 572572 w 581144"/>
                <a:gd name="connsiteY17" fmla="*/ 791313 h 1060545"/>
                <a:gd name="connsiteX18" fmla="*/ 511498 w 581144"/>
                <a:gd name="connsiteY18" fmla="*/ 734734 h 1060545"/>
                <a:gd name="connsiteX19" fmla="*/ 534694 w 581144"/>
                <a:gd name="connsiteY19" fmla="*/ 501885 h 1060545"/>
                <a:gd name="connsiteX20" fmla="*/ 524947 w 581144"/>
                <a:gd name="connsiteY20" fmla="*/ 220987 h 1060545"/>
                <a:gd name="connsiteX21" fmla="*/ 495667 w 581144"/>
                <a:gd name="connsiteY21" fmla="*/ 5913 h 1060545"/>
                <a:gd name="connsiteX22" fmla="*/ 402399 w 581144"/>
                <a:gd name="connsiteY22" fmla="*/ 5913 h 1060545"/>
                <a:gd name="connsiteX23" fmla="*/ 116947 w 581144"/>
                <a:gd name="connsiteY23" fmla="*/ 25464 h 1060545"/>
                <a:gd name="connsiteX0" fmla="*/ 124141 w 588338"/>
                <a:gd name="connsiteY0" fmla="*/ 25464 h 1060545"/>
                <a:gd name="connsiteX1" fmla="*/ 100633 w 588338"/>
                <a:gd name="connsiteY1" fmla="*/ 101036 h 1060545"/>
                <a:gd name="connsiteX2" fmla="*/ 73773 w 588338"/>
                <a:gd name="connsiteY2" fmla="*/ 473990 h 1060545"/>
                <a:gd name="connsiteX3" fmla="*/ 73773 w 588338"/>
                <a:gd name="connsiteY3" fmla="*/ 610363 h 1060545"/>
                <a:gd name="connsiteX4" fmla="*/ 73645 w 588338"/>
                <a:gd name="connsiteY4" fmla="*/ 896069 h 1060545"/>
                <a:gd name="connsiteX5" fmla="*/ 15854 w 588338"/>
                <a:gd name="connsiteY5" fmla="*/ 886157 h 1060545"/>
                <a:gd name="connsiteX6" fmla="*/ 39667 w 588338"/>
                <a:gd name="connsiteY6" fmla="*/ 1000481 h 1060545"/>
                <a:gd name="connsiteX7" fmla="*/ 199693 w 588338"/>
                <a:gd name="connsiteY7" fmla="*/ 1060533 h 1060545"/>
                <a:gd name="connsiteX8" fmla="*/ 199693 w 588338"/>
                <a:gd name="connsiteY8" fmla="*/ 1004679 h 1060545"/>
                <a:gd name="connsiteX9" fmla="*/ 213124 w 588338"/>
                <a:gd name="connsiteY9" fmla="*/ 644856 h 1060545"/>
                <a:gd name="connsiteX10" fmla="*/ 281958 w 588338"/>
                <a:gd name="connsiteY10" fmla="*/ 437833 h 1060545"/>
                <a:gd name="connsiteX11" fmla="*/ 288949 w 588338"/>
                <a:gd name="connsiteY11" fmla="*/ 296533 h 1060545"/>
                <a:gd name="connsiteX12" fmla="*/ 317600 w 588338"/>
                <a:gd name="connsiteY12" fmla="*/ 347377 h 1060545"/>
                <a:gd name="connsiteX13" fmla="*/ 343908 w 588338"/>
                <a:gd name="connsiteY13" fmla="*/ 478619 h 1060545"/>
                <a:gd name="connsiteX14" fmla="*/ 398563 w 588338"/>
                <a:gd name="connsiteY14" fmla="*/ 634715 h 1060545"/>
                <a:gd name="connsiteX15" fmla="*/ 417975 w 588338"/>
                <a:gd name="connsiteY15" fmla="*/ 899535 h 1060545"/>
                <a:gd name="connsiteX16" fmla="*/ 570241 w 588338"/>
                <a:gd name="connsiteY16" fmla="*/ 866058 h 1060545"/>
                <a:gd name="connsiteX17" fmla="*/ 579766 w 588338"/>
                <a:gd name="connsiteY17" fmla="*/ 791313 h 1060545"/>
                <a:gd name="connsiteX18" fmla="*/ 518692 w 588338"/>
                <a:gd name="connsiteY18" fmla="*/ 734734 h 1060545"/>
                <a:gd name="connsiteX19" fmla="*/ 541888 w 588338"/>
                <a:gd name="connsiteY19" fmla="*/ 501885 h 1060545"/>
                <a:gd name="connsiteX20" fmla="*/ 532141 w 588338"/>
                <a:gd name="connsiteY20" fmla="*/ 220987 h 1060545"/>
                <a:gd name="connsiteX21" fmla="*/ 502861 w 588338"/>
                <a:gd name="connsiteY21" fmla="*/ 5913 h 1060545"/>
                <a:gd name="connsiteX22" fmla="*/ 409593 w 588338"/>
                <a:gd name="connsiteY22" fmla="*/ 5913 h 1060545"/>
                <a:gd name="connsiteX23" fmla="*/ 124141 w 588338"/>
                <a:gd name="connsiteY23" fmla="*/ 25464 h 1060545"/>
                <a:gd name="connsiteX0" fmla="*/ 122684 w 586881"/>
                <a:gd name="connsiteY0" fmla="*/ 25464 h 1048647"/>
                <a:gd name="connsiteX1" fmla="*/ 99176 w 586881"/>
                <a:gd name="connsiteY1" fmla="*/ 101036 h 1048647"/>
                <a:gd name="connsiteX2" fmla="*/ 72316 w 586881"/>
                <a:gd name="connsiteY2" fmla="*/ 473990 h 1048647"/>
                <a:gd name="connsiteX3" fmla="*/ 72316 w 586881"/>
                <a:gd name="connsiteY3" fmla="*/ 610363 h 1048647"/>
                <a:gd name="connsiteX4" fmla="*/ 72188 w 586881"/>
                <a:gd name="connsiteY4" fmla="*/ 896069 h 1048647"/>
                <a:gd name="connsiteX5" fmla="*/ 14397 w 586881"/>
                <a:gd name="connsiteY5" fmla="*/ 886157 h 1048647"/>
                <a:gd name="connsiteX6" fmla="*/ 38210 w 586881"/>
                <a:gd name="connsiteY6" fmla="*/ 1000481 h 1048647"/>
                <a:gd name="connsiteX7" fmla="*/ 155373 w 586881"/>
                <a:gd name="connsiteY7" fmla="*/ 1048626 h 1048647"/>
                <a:gd name="connsiteX8" fmla="*/ 198236 w 586881"/>
                <a:gd name="connsiteY8" fmla="*/ 1004679 h 1048647"/>
                <a:gd name="connsiteX9" fmla="*/ 211667 w 586881"/>
                <a:gd name="connsiteY9" fmla="*/ 644856 h 1048647"/>
                <a:gd name="connsiteX10" fmla="*/ 280501 w 586881"/>
                <a:gd name="connsiteY10" fmla="*/ 437833 h 1048647"/>
                <a:gd name="connsiteX11" fmla="*/ 287492 w 586881"/>
                <a:gd name="connsiteY11" fmla="*/ 296533 h 1048647"/>
                <a:gd name="connsiteX12" fmla="*/ 316143 w 586881"/>
                <a:gd name="connsiteY12" fmla="*/ 347377 h 1048647"/>
                <a:gd name="connsiteX13" fmla="*/ 342451 w 586881"/>
                <a:gd name="connsiteY13" fmla="*/ 478619 h 1048647"/>
                <a:gd name="connsiteX14" fmla="*/ 397106 w 586881"/>
                <a:gd name="connsiteY14" fmla="*/ 634715 h 1048647"/>
                <a:gd name="connsiteX15" fmla="*/ 416518 w 586881"/>
                <a:gd name="connsiteY15" fmla="*/ 899535 h 1048647"/>
                <a:gd name="connsiteX16" fmla="*/ 568784 w 586881"/>
                <a:gd name="connsiteY16" fmla="*/ 866058 h 1048647"/>
                <a:gd name="connsiteX17" fmla="*/ 578309 w 586881"/>
                <a:gd name="connsiteY17" fmla="*/ 791313 h 1048647"/>
                <a:gd name="connsiteX18" fmla="*/ 517235 w 586881"/>
                <a:gd name="connsiteY18" fmla="*/ 734734 h 1048647"/>
                <a:gd name="connsiteX19" fmla="*/ 540431 w 586881"/>
                <a:gd name="connsiteY19" fmla="*/ 501885 h 1048647"/>
                <a:gd name="connsiteX20" fmla="*/ 530684 w 586881"/>
                <a:gd name="connsiteY20" fmla="*/ 220987 h 1048647"/>
                <a:gd name="connsiteX21" fmla="*/ 501404 w 586881"/>
                <a:gd name="connsiteY21" fmla="*/ 5913 h 1048647"/>
                <a:gd name="connsiteX22" fmla="*/ 408136 w 586881"/>
                <a:gd name="connsiteY22" fmla="*/ 5913 h 1048647"/>
                <a:gd name="connsiteX23" fmla="*/ 122684 w 586881"/>
                <a:gd name="connsiteY23" fmla="*/ 25464 h 104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86881" h="1048647">
                  <a:moveTo>
                    <a:pt x="122684" y="25464"/>
                  </a:moveTo>
                  <a:cubicBezTo>
                    <a:pt x="122684" y="25464"/>
                    <a:pt x="89105" y="33675"/>
                    <a:pt x="99176" y="101036"/>
                  </a:cubicBezTo>
                  <a:cubicBezTo>
                    <a:pt x="99176" y="101036"/>
                    <a:pt x="85746" y="370492"/>
                    <a:pt x="72316" y="473990"/>
                  </a:cubicBezTo>
                  <a:cubicBezTo>
                    <a:pt x="58886" y="577489"/>
                    <a:pt x="72337" y="540017"/>
                    <a:pt x="72316" y="610363"/>
                  </a:cubicBezTo>
                  <a:cubicBezTo>
                    <a:pt x="72295" y="680709"/>
                    <a:pt x="81841" y="850103"/>
                    <a:pt x="72188" y="896069"/>
                  </a:cubicBezTo>
                  <a:cubicBezTo>
                    <a:pt x="62535" y="942035"/>
                    <a:pt x="23437" y="870245"/>
                    <a:pt x="14397" y="886157"/>
                  </a:cubicBezTo>
                  <a:cubicBezTo>
                    <a:pt x="-19841" y="946421"/>
                    <a:pt x="14714" y="973403"/>
                    <a:pt x="38210" y="1000481"/>
                  </a:cubicBezTo>
                  <a:cubicBezTo>
                    <a:pt x="61706" y="1027559"/>
                    <a:pt x="128702" y="1047926"/>
                    <a:pt x="155373" y="1048626"/>
                  </a:cubicBezTo>
                  <a:cubicBezTo>
                    <a:pt x="182044" y="1049326"/>
                    <a:pt x="199919" y="1032612"/>
                    <a:pt x="198236" y="1004679"/>
                  </a:cubicBezTo>
                  <a:cubicBezTo>
                    <a:pt x="196547" y="976745"/>
                    <a:pt x="211667" y="644856"/>
                    <a:pt x="211667" y="644856"/>
                  </a:cubicBezTo>
                  <a:cubicBezTo>
                    <a:pt x="211667" y="644856"/>
                    <a:pt x="273789" y="490418"/>
                    <a:pt x="280501" y="437833"/>
                  </a:cubicBezTo>
                  <a:cubicBezTo>
                    <a:pt x="287232" y="385262"/>
                    <a:pt x="287492" y="296533"/>
                    <a:pt x="287492" y="296533"/>
                  </a:cubicBezTo>
                  <a:cubicBezTo>
                    <a:pt x="287492" y="296533"/>
                    <a:pt x="316143" y="255372"/>
                    <a:pt x="316143" y="347377"/>
                  </a:cubicBezTo>
                  <a:cubicBezTo>
                    <a:pt x="316143" y="347377"/>
                    <a:pt x="330119" y="442475"/>
                    <a:pt x="342451" y="478619"/>
                  </a:cubicBezTo>
                  <a:cubicBezTo>
                    <a:pt x="363406" y="539967"/>
                    <a:pt x="388050" y="555696"/>
                    <a:pt x="397106" y="634715"/>
                  </a:cubicBezTo>
                  <a:cubicBezTo>
                    <a:pt x="398649" y="648183"/>
                    <a:pt x="387905" y="860978"/>
                    <a:pt x="416518" y="899535"/>
                  </a:cubicBezTo>
                  <a:cubicBezTo>
                    <a:pt x="445131" y="938092"/>
                    <a:pt x="541819" y="884095"/>
                    <a:pt x="568784" y="866058"/>
                  </a:cubicBezTo>
                  <a:cubicBezTo>
                    <a:pt x="595749" y="848021"/>
                    <a:pt x="586900" y="813200"/>
                    <a:pt x="578309" y="791313"/>
                  </a:cubicBezTo>
                  <a:cubicBezTo>
                    <a:pt x="569718" y="769426"/>
                    <a:pt x="511260" y="839921"/>
                    <a:pt x="517235" y="734734"/>
                  </a:cubicBezTo>
                  <a:cubicBezTo>
                    <a:pt x="523585" y="622732"/>
                    <a:pt x="540431" y="501885"/>
                    <a:pt x="540431" y="501885"/>
                  </a:cubicBezTo>
                  <a:cubicBezTo>
                    <a:pt x="540431" y="501885"/>
                    <a:pt x="540768" y="291637"/>
                    <a:pt x="530684" y="220987"/>
                  </a:cubicBezTo>
                  <a:cubicBezTo>
                    <a:pt x="520613" y="150337"/>
                    <a:pt x="529211" y="19210"/>
                    <a:pt x="501404" y="5913"/>
                  </a:cubicBezTo>
                  <a:cubicBezTo>
                    <a:pt x="473610" y="-7391"/>
                    <a:pt x="408136" y="5913"/>
                    <a:pt x="408136" y="5913"/>
                  </a:cubicBezTo>
                  <a:lnTo>
                    <a:pt x="122684" y="25464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7" name="任意多边形: 形状 226" descr="D:\51PPT模板网\51pptmoban.com\图片.jpg">
              <a:extLst>
                <a:ext uri="{FF2B5EF4-FFF2-40B4-BE49-F238E27FC236}">
                  <a16:creationId xmlns:a16="http://schemas.microsoft.com/office/drawing/2014/main" id="{8FE008C6-85B2-450C-106E-C3E770C29CFB}"/>
                </a:ext>
              </a:extLst>
            </p:cNvPr>
            <p:cNvSpPr/>
            <p:nvPr/>
          </p:nvSpPr>
          <p:spPr>
            <a:xfrm flipH="1">
              <a:off x="9153812" y="4021665"/>
              <a:ext cx="672299" cy="1266488"/>
            </a:xfrm>
            <a:custGeom>
              <a:avLst/>
              <a:gdLst>
                <a:gd name="connsiteX0" fmla="*/ 670864 w 672299"/>
                <a:gd name="connsiteY0" fmla="*/ 1071645 h 1266488"/>
                <a:gd name="connsiteX1" fmla="*/ 669187 w 672299"/>
                <a:gd name="connsiteY1" fmla="*/ 976941 h 1266488"/>
                <a:gd name="connsiteX2" fmla="*/ 666831 w 672299"/>
                <a:gd name="connsiteY2" fmla="*/ 914959 h 1266488"/>
                <a:gd name="connsiteX3" fmla="*/ 646010 w 672299"/>
                <a:gd name="connsiteY3" fmla="*/ 772770 h 1266488"/>
                <a:gd name="connsiteX4" fmla="*/ 639164 w 672299"/>
                <a:gd name="connsiteY4" fmla="*/ 743166 h 1266488"/>
                <a:gd name="connsiteX5" fmla="*/ 610894 w 672299"/>
                <a:gd name="connsiteY5" fmla="*/ 552939 h 1266488"/>
                <a:gd name="connsiteX6" fmla="*/ 609212 w 672299"/>
                <a:gd name="connsiteY6" fmla="*/ 541700 h 1266488"/>
                <a:gd name="connsiteX7" fmla="*/ 595108 w 672299"/>
                <a:gd name="connsiteY7" fmla="*/ 429641 h 1266488"/>
                <a:gd name="connsiteX8" fmla="*/ 498398 w 672299"/>
                <a:gd name="connsiteY8" fmla="*/ 337477 h 1266488"/>
                <a:gd name="connsiteX9" fmla="*/ 395629 w 672299"/>
                <a:gd name="connsiteY9" fmla="*/ 310356 h 1266488"/>
                <a:gd name="connsiteX10" fmla="*/ 392829 w 672299"/>
                <a:gd name="connsiteY10" fmla="*/ 309112 h 1266488"/>
                <a:gd name="connsiteX11" fmla="*/ 388079 w 672299"/>
                <a:gd name="connsiteY11" fmla="*/ 282975 h 1266488"/>
                <a:gd name="connsiteX12" fmla="*/ 388600 w 672299"/>
                <a:gd name="connsiteY12" fmla="*/ 279845 h 1266488"/>
                <a:gd name="connsiteX13" fmla="*/ 393730 w 672299"/>
                <a:gd name="connsiteY13" fmla="*/ 270186 h 1266488"/>
                <a:gd name="connsiteX14" fmla="*/ 423360 w 672299"/>
                <a:gd name="connsiteY14" fmla="*/ 213036 h 1266488"/>
                <a:gd name="connsiteX15" fmla="*/ 433418 w 672299"/>
                <a:gd name="connsiteY15" fmla="*/ 210395 h 1266488"/>
                <a:gd name="connsiteX16" fmla="*/ 443997 w 672299"/>
                <a:gd name="connsiteY16" fmla="*/ 160122 h 1266488"/>
                <a:gd name="connsiteX17" fmla="*/ 439285 w 672299"/>
                <a:gd name="connsiteY17" fmla="*/ 144266 h 1266488"/>
                <a:gd name="connsiteX18" fmla="*/ 444232 w 672299"/>
                <a:gd name="connsiteY18" fmla="*/ 111919 h 1266488"/>
                <a:gd name="connsiteX19" fmla="*/ 328738 w 672299"/>
                <a:gd name="connsiteY19" fmla="*/ 0 h 1266488"/>
                <a:gd name="connsiteX20" fmla="*/ 213245 w 672299"/>
                <a:gd name="connsiteY20" fmla="*/ 111919 h 1266488"/>
                <a:gd name="connsiteX21" fmla="*/ 215626 w 672299"/>
                <a:gd name="connsiteY21" fmla="*/ 134633 h 1266488"/>
                <a:gd name="connsiteX22" fmla="*/ 215613 w 672299"/>
                <a:gd name="connsiteY22" fmla="*/ 134626 h 1266488"/>
                <a:gd name="connsiteX23" fmla="*/ 205034 w 672299"/>
                <a:gd name="connsiteY23" fmla="*/ 157429 h 1266488"/>
                <a:gd name="connsiteX24" fmla="*/ 215613 w 672299"/>
                <a:gd name="connsiteY24" fmla="*/ 207702 h 1266488"/>
                <a:gd name="connsiteX25" fmla="*/ 225671 w 672299"/>
                <a:gd name="connsiteY25" fmla="*/ 210344 h 1266488"/>
                <a:gd name="connsiteX26" fmla="*/ 255313 w 672299"/>
                <a:gd name="connsiteY26" fmla="*/ 267494 h 1266488"/>
                <a:gd name="connsiteX27" fmla="*/ 257078 w 672299"/>
                <a:gd name="connsiteY27" fmla="*/ 304006 h 1266488"/>
                <a:gd name="connsiteX28" fmla="*/ 256615 w 672299"/>
                <a:gd name="connsiteY28" fmla="*/ 304006 h 1266488"/>
                <a:gd name="connsiteX29" fmla="*/ 255764 w 672299"/>
                <a:gd name="connsiteY29" fmla="*/ 307505 h 1266488"/>
                <a:gd name="connsiteX30" fmla="*/ 252837 w 672299"/>
                <a:gd name="connsiteY30" fmla="*/ 313760 h 1266488"/>
                <a:gd name="connsiteX31" fmla="*/ 252722 w 672299"/>
                <a:gd name="connsiteY31" fmla="*/ 313950 h 1266488"/>
                <a:gd name="connsiteX32" fmla="*/ 252240 w 672299"/>
                <a:gd name="connsiteY32" fmla="*/ 314719 h 1266488"/>
                <a:gd name="connsiteX33" fmla="*/ 252240 w 672299"/>
                <a:gd name="connsiteY33" fmla="*/ 314732 h 1266488"/>
                <a:gd name="connsiteX34" fmla="*/ 221023 w 672299"/>
                <a:gd name="connsiteY34" fmla="*/ 334632 h 1266488"/>
                <a:gd name="connsiteX35" fmla="*/ 173906 w 672299"/>
                <a:gd name="connsiteY35" fmla="*/ 346723 h 1266488"/>
                <a:gd name="connsiteX36" fmla="*/ 77196 w 672299"/>
                <a:gd name="connsiteY36" fmla="*/ 435432 h 1266488"/>
                <a:gd name="connsiteX37" fmla="*/ 63092 w 672299"/>
                <a:gd name="connsiteY37" fmla="*/ 543280 h 1266488"/>
                <a:gd name="connsiteX38" fmla="*/ 61410 w 672299"/>
                <a:gd name="connsiteY38" fmla="*/ 554088 h 1266488"/>
                <a:gd name="connsiteX39" fmla="*/ 33127 w 672299"/>
                <a:gd name="connsiteY39" fmla="*/ 737178 h 1266488"/>
                <a:gd name="connsiteX40" fmla="*/ 26281 w 672299"/>
                <a:gd name="connsiteY40" fmla="*/ 765677 h 1266488"/>
                <a:gd name="connsiteX41" fmla="*/ 5466 w 672299"/>
                <a:gd name="connsiteY41" fmla="*/ 902519 h 1266488"/>
                <a:gd name="connsiteX42" fmla="*/ 3110 w 672299"/>
                <a:gd name="connsiteY42" fmla="*/ 962184 h 1266488"/>
                <a:gd name="connsiteX43" fmla="*/ 1427 w 672299"/>
                <a:gd name="connsiteY43" fmla="*/ 1053332 h 1266488"/>
                <a:gd name="connsiteX44" fmla="*/ 285 w 672299"/>
                <a:gd name="connsiteY44" fmla="*/ 1116705 h 1266488"/>
                <a:gd name="connsiteX45" fmla="*/ 221 w 672299"/>
                <a:gd name="connsiteY45" fmla="*/ 1122534 h 1266488"/>
                <a:gd name="connsiteX46" fmla="*/ 221 w 672299"/>
                <a:gd name="connsiteY46" fmla="*/ 1122731 h 1266488"/>
                <a:gd name="connsiteX47" fmla="*/ 4641 w 672299"/>
                <a:gd name="connsiteY47" fmla="*/ 1154373 h 1266488"/>
                <a:gd name="connsiteX48" fmla="*/ 12775 w 672299"/>
                <a:gd name="connsiteY48" fmla="*/ 1170451 h 1266488"/>
                <a:gd name="connsiteX49" fmla="*/ 55758 w 672299"/>
                <a:gd name="connsiteY49" fmla="*/ 1223715 h 1266488"/>
                <a:gd name="connsiteX50" fmla="*/ 90550 w 672299"/>
                <a:gd name="connsiteY50" fmla="*/ 1240841 h 1266488"/>
                <a:gd name="connsiteX51" fmla="*/ 80199 w 672299"/>
                <a:gd name="connsiteY51" fmla="*/ 1219791 h 1266488"/>
                <a:gd name="connsiteX52" fmla="*/ 44131 w 672299"/>
                <a:gd name="connsiteY52" fmla="*/ 1147496 h 1266488"/>
                <a:gd name="connsiteX53" fmla="*/ 43788 w 672299"/>
                <a:gd name="connsiteY53" fmla="*/ 1142867 h 1266488"/>
                <a:gd name="connsiteX54" fmla="*/ 48634 w 672299"/>
                <a:gd name="connsiteY54" fmla="*/ 1130852 h 1266488"/>
                <a:gd name="connsiteX55" fmla="*/ 57828 w 672299"/>
                <a:gd name="connsiteY55" fmla="*/ 1139844 h 1266488"/>
                <a:gd name="connsiteX56" fmla="*/ 75157 w 672299"/>
                <a:gd name="connsiteY56" fmla="*/ 1169810 h 1266488"/>
                <a:gd name="connsiteX57" fmla="*/ 83355 w 672299"/>
                <a:gd name="connsiteY57" fmla="*/ 1174788 h 1266488"/>
                <a:gd name="connsiteX58" fmla="*/ 87591 w 672299"/>
                <a:gd name="connsiteY58" fmla="*/ 1166025 h 1266488"/>
                <a:gd name="connsiteX59" fmla="*/ 82282 w 672299"/>
                <a:gd name="connsiteY59" fmla="*/ 1130167 h 1266488"/>
                <a:gd name="connsiteX60" fmla="*/ 76440 w 672299"/>
                <a:gd name="connsiteY60" fmla="*/ 1076471 h 1266488"/>
                <a:gd name="connsiteX61" fmla="*/ 66560 w 672299"/>
                <a:gd name="connsiteY61" fmla="*/ 1037806 h 1266488"/>
                <a:gd name="connsiteX62" fmla="*/ 67906 w 672299"/>
                <a:gd name="connsiteY62" fmla="*/ 1022585 h 1266488"/>
                <a:gd name="connsiteX63" fmla="*/ 122986 w 672299"/>
                <a:gd name="connsiteY63" fmla="*/ 835565 h 1266488"/>
                <a:gd name="connsiteX64" fmla="*/ 129336 w 672299"/>
                <a:gd name="connsiteY64" fmla="*/ 794785 h 1266488"/>
                <a:gd name="connsiteX65" fmla="*/ 136016 w 672299"/>
                <a:gd name="connsiteY65" fmla="*/ 848011 h 1266488"/>
                <a:gd name="connsiteX66" fmla="*/ 139368 w 672299"/>
                <a:gd name="connsiteY66" fmla="*/ 949877 h 1266488"/>
                <a:gd name="connsiteX67" fmla="*/ 125176 w 672299"/>
                <a:gd name="connsiteY67" fmla="*/ 1017467 h 1266488"/>
                <a:gd name="connsiteX68" fmla="*/ 198132 w 672299"/>
                <a:gd name="connsiteY68" fmla="*/ 1018889 h 1266488"/>
                <a:gd name="connsiteX69" fmla="*/ 504119 w 672299"/>
                <a:gd name="connsiteY69" fmla="*/ 1053395 h 1266488"/>
                <a:gd name="connsiteX70" fmla="*/ 546708 w 672299"/>
                <a:gd name="connsiteY70" fmla="*/ 1012324 h 1266488"/>
                <a:gd name="connsiteX71" fmla="*/ 527227 w 672299"/>
                <a:gd name="connsiteY71" fmla="*/ 846379 h 1266488"/>
                <a:gd name="connsiteX72" fmla="*/ 543064 w 672299"/>
                <a:gd name="connsiteY72" fmla="*/ 765156 h 1266488"/>
                <a:gd name="connsiteX73" fmla="*/ 549280 w 672299"/>
                <a:gd name="connsiteY73" fmla="*/ 845401 h 1266488"/>
                <a:gd name="connsiteX74" fmla="*/ 604360 w 672299"/>
                <a:gd name="connsiteY74" fmla="*/ 1039724 h 1266488"/>
                <a:gd name="connsiteX75" fmla="*/ 605700 w 672299"/>
                <a:gd name="connsiteY75" fmla="*/ 1055541 h 1266488"/>
                <a:gd name="connsiteX76" fmla="*/ 595826 w 672299"/>
                <a:gd name="connsiteY76" fmla="*/ 1095705 h 1266488"/>
                <a:gd name="connsiteX77" fmla="*/ 589984 w 672299"/>
                <a:gd name="connsiteY77" fmla="*/ 1151490 h 1266488"/>
                <a:gd name="connsiteX78" fmla="*/ 584669 w 672299"/>
                <a:gd name="connsiteY78" fmla="*/ 1188752 h 1266488"/>
                <a:gd name="connsiteX79" fmla="*/ 588917 w 672299"/>
                <a:gd name="connsiteY79" fmla="*/ 1197858 h 1266488"/>
                <a:gd name="connsiteX80" fmla="*/ 597115 w 672299"/>
                <a:gd name="connsiteY80" fmla="*/ 1192695 h 1266488"/>
                <a:gd name="connsiteX81" fmla="*/ 614431 w 672299"/>
                <a:gd name="connsiteY81" fmla="*/ 1161568 h 1266488"/>
                <a:gd name="connsiteX82" fmla="*/ 623632 w 672299"/>
                <a:gd name="connsiteY82" fmla="*/ 1152220 h 1266488"/>
                <a:gd name="connsiteX83" fmla="*/ 628471 w 672299"/>
                <a:gd name="connsiteY83" fmla="*/ 1164698 h 1266488"/>
                <a:gd name="connsiteX84" fmla="*/ 628134 w 672299"/>
                <a:gd name="connsiteY84" fmla="*/ 1169505 h 1266488"/>
                <a:gd name="connsiteX85" fmla="*/ 592060 w 672299"/>
                <a:gd name="connsiteY85" fmla="*/ 1244619 h 1266488"/>
                <a:gd name="connsiteX86" fmla="*/ 581716 w 672299"/>
                <a:gd name="connsiteY86" fmla="*/ 1266489 h 1266488"/>
                <a:gd name="connsiteX87" fmla="*/ 616508 w 672299"/>
                <a:gd name="connsiteY87" fmla="*/ 1248683 h 1266488"/>
                <a:gd name="connsiteX88" fmla="*/ 659497 w 672299"/>
                <a:gd name="connsiteY88" fmla="*/ 1193343 h 1266488"/>
                <a:gd name="connsiteX89" fmla="*/ 667619 w 672299"/>
                <a:gd name="connsiteY89" fmla="*/ 1176636 h 1266488"/>
                <a:gd name="connsiteX90" fmla="*/ 672045 w 672299"/>
                <a:gd name="connsiteY90" fmla="*/ 1143756 h 1266488"/>
                <a:gd name="connsiteX91" fmla="*/ 672045 w 672299"/>
                <a:gd name="connsiteY91" fmla="*/ 1143540 h 1266488"/>
                <a:gd name="connsiteX92" fmla="*/ 671981 w 672299"/>
                <a:gd name="connsiteY92" fmla="*/ 1137482 h 1266488"/>
                <a:gd name="connsiteX93" fmla="*/ 670864 w 672299"/>
                <a:gd name="connsiteY93" fmla="*/ 1071645 h 1266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672299" h="1266488">
                  <a:moveTo>
                    <a:pt x="670864" y="1071645"/>
                  </a:moveTo>
                  <a:cubicBezTo>
                    <a:pt x="674159" y="1039781"/>
                    <a:pt x="670997" y="1008513"/>
                    <a:pt x="669187" y="976941"/>
                  </a:cubicBezTo>
                  <a:cubicBezTo>
                    <a:pt x="667974" y="956297"/>
                    <a:pt x="666495" y="935590"/>
                    <a:pt x="666831" y="914959"/>
                  </a:cubicBezTo>
                  <a:cubicBezTo>
                    <a:pt x="667574" y="866318"/>
                    <a:pt x="660989" y="819004"/>
                    <a:pt x="646010" y="772770"/>
                  </a:cubicBezTo>
                  <a:cubicBezTo>
                    <a:pt x="642930" y="763143"/>
                    <a:pt x="638567" y="752862"/>
                    <a:pt x="639164" y="743166"/>
                  </a:cubicBezTo>
                  <a:cubicBezTo>
                    <a:pt x="643057" y="677628"/>
                    <a:pt x="632789" y="614458"/>
                    <a:pt x="610894" y="552939"/>
                  </a:cubicBezTo>
                  <a:cubicBezTo>
                    <a:pt x="609618" y="549440"/>
                    <a:pt x="609148" y="545433"/>
                    <a:pt x="609212" y="541700"/>
                  </a:cubicBezTo>
                  <a:cubicBezTo>
                    <a:pt x="609942" y="503650"/>
                    <a:pt x="607065" y="465874"/>
                    <a:pt x="595108" y="429641"/>
                  </a:cubicBezTo>
                  <a:cubicBezTo>
                    <a:pt x="579258" y="381660"/>
                    <a:pt x="550982" y="346373"/>
                    <a:pt x="498398" y="337477"/>
                  </a:cubicBezTo>
                  <a:cubicBezTo>
                    <a:pt x="490409" y="336086"/>
                    <a:pt x="429081" y="318236"/>
                    <a:pt x="395629" y="310356"/>
                  </a:cubicBezTo>
                  <a:cubicBezTo>
                    <a:pt x="394562" y="310102"/>
                    <a:pt x="393661" y="309639"/>
                    <a:pt x="392829" y="309112"/>
                  </a:cubicBezTo>
                  <a:cubicBezTo>
                    <a:pt x="390086" y="302101"/>
                    <a:pt x="387158" y="291890"/>
                    <a:pt x="388079" y="282975"/>
                  </a:cubicBezTo>
                  <a:cubicBezTo>
                    <a:pt x="388225" y="281940"/>
                    <a:pt x="388422" y="280892"/>
                    <a:pt x="388600" y="279845"/>
                  </a:cubicBezTo>
                  <a:cubicBezTo>
                    <a:pt x="389406" y="276168"/>
                    <a:pt x="390981" y="272821"/>
                    <a:pt x="393730" y="270186"/>
                  </a:cubicBezTo>
                  <a:cubicBezTo>
                    <a:pt x="407485" y="256953"/>
                    <a:pt x="423360" y="213036"/>
                    <a:pt x="423360" y="213036"/>
                  </a:cubicBezTo>
                  <a:cubicBezTo>
                    <a:pt x="426001" y="215678"/>
                    <a:pt x="433418" y="210395"/>
                    <a:pt x="433418" y="210395"/>
                  </a:cubicBezTo>
                  <a:cubicBezTo>
                    <a:pt x="433418" y="210395"/>
                    <a:pt x="441876" y="171234"/>
                    <a:pt x="443997" y="160122"/>
                  </a:cubicBezTo>
                  <a:cubicBezTo>
                    <a:pt x="445077" y="154432"/>
                    <a:pt x="442276" y="148615"/>
                    <a:pt x="439285" y="144266"/>
                  </a:cubicBezTo>
                  <a:cubicBezTo>
                    <a:pt x="442473" y="134029"/>
                    <a:pt x="444232" y="123184"/>
                    <a:pt x="444232" y="111919"/>
                  </a:cubicBezTo>
                  <a:cubicBezTo>
                    <a:pt x="444232" y="50108"/>
                    <a:pt x="392518" y="0"/>
                    <a:pt x="328738" y="0"/>
                  </a:cubicBezTo>
                  <a:cubicBezTo>
                    <a:pt x="264959" y="0"/>
                    <a:pt x="213245" y="50108"/>
                    <a:pt x="213245" y="111919"/>
                  </a:cubicBezTo>
                  <a:cubicBezTo>
                    <a:pt x="213245" y="119710"/>
                    <a:pt x="214064" y="127298"/>
                    <a:pt x="215626" y="134633"/>
                  </a:cubicBezTo>
                  <a:lnTo>
                    <a:pt x="215613" y="134626"/>
                  </a:lnTo>
                  <a:cubicBezTo>
                    <a:pt x="215613" y="134626"/>
                    <a:pt x="202926" y="146317"/>
                    <a:pt x="205034" y="157429"/>
                  </a:cubicBezTo>
                  <a:cubicBezTo>
                    <a:pt x="207155" y="168542"/>
                    <a:pt x="215613" y="207702"/>
                    <a:pt x="215613" y="207702"/>
                  </a:cubicBezTo>
                  <a:cubicBezTo>
                    <a:pt x="215613" y="207702"/>
                    <a:pt x="223030" y="212985"/>
                    <a:pt x="225671" y="210344"/>
                  </a:cubicBezTo>
                  <a:cubicBezTo>
                    <a:pt x="225671" y="210344"/>
                    <a:pt x="241546" y="254260"/>
                    <a:pt x="255313" y="267494"/>
                  </a:cubicBezTo>
                  <a:cubicBezTo>
                    <a:pt x="264445" y="276289"/>
                    <a:pt x="261035" y="292951"/>
                    <a:pt x="257078" y="304006"/>
                  </a:cubicBezTo>
                  <a:lnTo>
                    <a:pt x="256615" y="304006"/>
                  </a:lnTo>
                  <a:cubicBezTo>
                    <a:pt x="256418" y="305213"/>
                    <a:pt x="256119" y="306375"/>
                    <a:pt x="255764" y="307505"/>
                  </a:cubicBezTo>
                  <a:cubicBezTo>
                    <a:pt x="254608" y="310312"/>
                    <a:pt x="253542" y="312515"/>
                    <a:pt x="252837" y="313760"/>
                  </a:cubicBezTo>
                  <a:cubicBezTo>
                    <a:pt x="252799" y="313823"/>
                    <a:pt x="252760" y="313893"/>
                    <a:pt x="252722" y="313950"/>
                  </a:cubicBezTo>
                  <a:cubicBezTo>
                    <a:pt x="252526" y="314287"/>
                    <a:pt x="252341" y="314560"/>
                    <a:pt x="252240" y="314719"/>
                  </a:cubicBezTo>
                  <a:cubicBezTo>
                    <a:pt x="252227" y="314725"/>
                    <a:pt x="252240" y="314732"/>
                    <a:pt x="252240" y="314732"/>
                  </a:cubicBezTo>
                  <a:cubicBezTo>
                    <a:pt x="243223" y="327997"/>
                    <a:pt x="224109" y="333775"/>
                    <a:pt x="221023" y="334632"/>
                  </a:cubicBezTo>
                  <a:cubicBezTo>
                    <a:pt x="198278" y="340614"/>
                    <a:pt x="178237" y="345999"/>
                    <a:pt x="173906" y="346723"/>
                  </a:cubicBezTo>
                  <a:cubicBezTo>
                    <a:pt x="121322" y="355283"/>
                    <a:pt x="93039" y="389242"/>
                    <a:pt x="77196" y="435432"/>
                  </a:cubicBezTo>
                  <a:cubicBezTo>
                    <a:pt x="65239" y="470300"/>
                    <a:pt x="62356" y="506666"/>
                    <a:pt x="63092" y="543280"/>
                  </a:cubicBezTo>
                  <a:cubicBezTo>
                    <a:pt x="63156" y="546862"/>
                    <a:pt x="62692" y="550729"/>
                    <a:pt x="61410" y="554088"/>
                  </a:cubicBezTo>
                  <a:cubicBezTo>
                    <a:pt x="39508" y="613308"/>
                    <a:pt x="29234" y="674091"/>
                    <a:pt x="33127" y="737178"/>
                  </a:cubicBezTo>
                  <a:cubicBezTo>
                    <a:pt x="33730" y="746532"/>
                    <a:pt x="29367" y="756412"/>
                    <a:pt x="26281" y="765677"/>
                  </a:cubicBezTo>
                  <a:cubicBezTo>
                    <a:pt x="11302" y="810165"/>
                    <a:pt x="4723" y="855707"/>
                    <a:pt x="5466" y="902519"/>
                  </a:cubicBezTo>
                  <a:cubicBezTo>
                    <a:pt x="5809" y="922376"/>
                    <a:pt x="4323" y="942315"/>
                    <a:pt x="3110" y="962184"/>
                  </a:cubicBezTo>
                  <a:cubicBezTo>
                    <a:pt x="1294" y="992556"/>
                    <a:pt x="-1849" y="1022667"/>
                    <a:pt x="1427" y="1053332"/>
                  </a:cubicBezTo>
                  <a:cubicBezTo>
                    <a:pt x="3714" y="1074179"/>
                    <a:pt x="964" y="1095578"/>
                    <a:pt x="285" y="1116705"/>
                  </a:cubicBezTo>
                  <a:cubicBezTo>
                    <a:pt x="221" y="1118673"/>
                    <a:pt x="221" y="1120553"/>
                    <a:pt x="221" y="1122534"/>
                  </a:cubicBezTo>
                  <a:lnTo>
                    <a:pt x="221" y="1122731"/>
                  </a:lnTo>
                  <a:cubicBezTo>
                    <a:pt x="1758" y="1133539"/>
                    <a:pt x="3244" y="1144219"/>
                    <a:pt x="4641" y="1154373"/>
                  </a:cubicBezTo>
                  <a:cubicBezTo>
                    <a:pt x="6527" y="1159999"/>
                    <a:pt x="9213" y="1165396"/>
                    <a:pt x="12775" y="1170451"/>
                  </a:cubicBezTo>
                  <a:cubicBezTo>
                    <a:pt x="25869" y="1189044"/>
                    <a:pt x="40112" y="1207078"/>
                    <a:pt x="55758" y="1223715"/>
                  </a:cubicBezTo>
                  <a:cubicBezTo>
                    <a:pt x="64153" y="1232700"/>
                    <a:pt x="76243" y="1238663"/>
                    <a:pt x="90550" y="1240841"/>
                  </a:cubicBezTo>
                  <a:cubicBezTo>
                    <a:pt x="90886" y="1231018"/>
                    <a:pt x="86181" y="1224337"/>
                    <a:pt x="80199" y="1219791"/>
                  </a:cubicBezTo>
                  <a:cubicBezTo>
                    <a:pt x="56158" y="1201255"/>
                    <a:pt x="52323" y="1173404"/>
                    <a:pt x="44131" y="1147496"/>
                  </a:cubicBezTo>
                  <a:cubicBezTo>
                    <a:pt x="43668" y="1146093"/>
                    <a:pt x="43325" y="1144270"/>
                    <a:pt x="43788" y="1142867"/>
                  </a:cubicBezTo>
                  <a:cubicBezTo>
                    <a:pt x="45211" y="1138790"/>
                    <a:pt x="47014" y="1134853"/>
                    <a:pt x="48634" y="1130852"/>
                  </a:cubicBezTo>
                  <a:cubicBezTo>
                    <a:pt x="51783" y="1133811"/>
                    <a:pt x="55676" y="1136333"/>
                    <a:pt x="57828" y="1139844"/>
                  </a:cubicBezTo>
                  <a:cubicBezTo>
                    <a:pt x="63931" y="1149667"/>
                    <a:pt x="69049" y="1160056"/>
                    <a:pt x="75157" y="1169810"/>
                  </a:cubicBezTo>
                  <a:cubicBezTo>
                    <a:pt x="76707" y="1172191"/>
                    <a:pt x="80593" y="1173169"/>
                    <a:pt x="83355" y="1174788"/>
                  </a:cubicBezTo>
                  <a:cubicBezTo>
                    <a:pt x="84822" y="1171842"/>
                    <a:pt x="87851" y="1168755"/>
                    <a:pt x="87591" y="1166025"/>
                  </a:cubicBezTo>
                  <a:cubicBezTo>
                    <a:pt x="86308" y="1154017"/>
                    <a:pt x="83755" y="1142149"/>
                    <a:pt x="82282" y="1130167"/>
                  </a:cubicBezTo>
                  <a:cubicBezTo>
                    <a:pt x="80136" y="1112272"/>
                    <a:pt x="79329" y="1094232"/>
                    <a:pt x="76440" y="1076471"/>
                  </a:cubicBezTo>
                  <a:cubicBezTo>
                    <a:pt x="74357" y="1063415"/>
                    <a:pt x="69322" y="1050792"/>
                    <a:pt x="66560" y="1037806"/>
                  </a:cubicBezTo>
                  <a:cubicBezTo>
                    <a:pt x="65550" y="1033031"/>
                    <a:pt x="66223" y="1027284"/>
                    <a:pt x="67906" y="1022585"/>
                  </a:cubicBezTo>
                  <a:cubicBezTo>
                    <a:pt x="90067" y="961327"/>
                    <a:pt x="110146" y="899420"/>
                    <a:pt x="122986" y="835565"/>
                  </a:cubicBezTo>
                  <a:cubicBezTo>
                    <a:pt x="125691" y="822046"/>
                    <a:pt x="128078" y="808444"/>
                    <a:pt x="129336" y="794785"/>
                  </a:cubicBezTo>
                  <a:cubicBezTo>
                    <a:pt x="134289" y="812870"/>
                    <a:pt x="138429" y="833856"/>
                    <a:pt x="136016" y="848011"/>
                  </a:cubicBezTo>
                  <a:cubicBezTo>
                    <a:pt x="130980" y="877583"/>
                    <a:pt x="134327" y="913740"/>
                    <a:pt x="139368" y="949877"/>
                  </a:cubicBezTo>
                  <a:cubicBezTo>
                    <a:pt x="144404" y="986022"/>
                    <a:pt x="125176" y="1017467"/>
                    <a:pt x="125176" y="1017467"/>
                  </a:cubicBezTo>
                  <a:lnTo>
                    <a:pt x="198132" y="1018889"/>
                  </a:lnTo>
                  <a:lnTo>
                    <a:pt x="504119" y="1053395"/>
                  </a:lnTo>
                  <a:lnTo>
                    <a:pt x="546708" y="1012324"/>
                  </a:lnTo>
                  <a:cubicBezTo>
                    <a:pt x="546708" y="1012324"/>
                    <a:pt x="537310" y="889095"/>
                    <a:pt x="527227" y="846379"/>
                  </a:cubicBezTo>
                  <a:cubicBezTo>
                    <a:pt x="522286" y="825348"/>
                    <a:pt x="531951" y="792797"/>
                    <a:pt x="543064" y="765156"/>
                  </a:cubicBezTo>
                  <a:cubicBezTo>
                    <a:pt x="540034" y="792169"/>
                    <a:pt x="544194" y="818915"/>
                    <a:pt x="549280" y="845401"/>
                  </a:cubicBezTo>
                  <a:cubicBezTo>
                    <a:pt x="562114" y="911746"/>
                    <a:pt x="582198" y="976059"/>
                    <a:pt x="604360" y="1039724"/>
                  </a:cubicBezTo>
                  <a:cubicBezTo>
                    <a:pt x="606037" y="1044607"/>
                    <a:pt x="606716" y="1050582"/>
                    <a:pt x="605700" y="1055541"/>
                  </a:cubicBezTo>
                  <a:cubicBezTo>
                    <a:pt x="602937" y="1069022"/>
                    <a:pt x="597902" y="1082148"/>
                    <a:pt x="595826" y="1095705"/>
                  </a:cubicBezTo>
                  <a:cubicBezTo>
                    <a:pt x="592937" y="1114152"/>
                    <a:pt x="592143" y="1132897"/>
                    <a:pt x="589984" y="1151490"/>
                  </a:cubicBezTo>
                  <a:cubicBezTo>
                    <a:pt x="588510" y="1163955"/>
                    <a:pt x="585958" y="1176280"/>
                    <a:pt x="584669" y="1188752"/>
                  </a:cubicBezTo>
                  <a:cubicBezTo>
                    <a:pt x="584408" y="1191590"/>
                    <a:pt x="587443" y="1194791"/>
                    <a:pt x="588917" y="1197858"/>
                  </a:cubicBezTo>
                  <a:cubicBezTo>
                    <a:pt x="591673" y="1196181"/>
                    <a:pt x="595565" y="1195159"/>
                    <a:pt x="597115" y="1192695"/>
                  </a:cubicBezTo>
                  <a:cubicBezTo>
                    <a:pt x="603217" y="1182554"/>
                    <a:pt x="608329" y="1171772"/>
                    <a:pt x="614431" y="1161568"/>
                  </a:cubicBezTo>
                  <a:cubicBezTo>
                    <a:pt x="616590" y="1157922"/>
                    <a:pt x="620483" y="1155300"/>
                    <a:pt x="623632" y="1152220"/>
                  </a:cubicBezTo>
                  <a:cubicBezTo>
                    <a:pt x="625245" y="1156379"/>
                    <a:pt x="627055" y="1160469"/>
                    <a:pt x="628471" y="1164698"/>
                  </a:cubicBezTo>
                  <a:cubicBezTo>
                    <a:pt x="628941" y="1166152"/>
                    <a:pt x="628605" y="1168044"/>
                    <a:pt x="628134" y="1169505"/>
                  </a:cubicBezTo>
                  <a:cubicBezTo>
                    <a:pt x="619936" y="1196416"/>
                    <a:pt x="616108" y="1225359"/>
                    <a:pt x="592060" y="1244619"/>
                  </a:cubicBezTo>
                  <a:cubicBezTo>
                    <a:pt x="586091" y="1249350"/>
                    <a:pt x="581379" y="1256278"/>
                    <a:pt x="581716" y="1266489"/>
                  </a:cubicBezTo>
                  <a:cubicBezTo>
                    <a:pt x="596029" y="1264221"/>
                    <a:pt x="608107" y="1258030"/>
                    <a:pt x="616508" y="1248683"/>
                  </a:cubicBezTo>
                  <a:cubicBezTo>
                    <a:pt x="632161" y="1231399"/>
                    <a:pt x="646397" y="1212659"/>
                    <a:pt x="659497" y="1193343"/>
                  </a:cubicBezTo>
                  <a:cubicBezTo>
                    <a:pt x="663066" y="1188091"/>
                    <a:pt x="665733" y="1182484"/>
                    <a:pt x="667619" y="1176636"/>
                  </a:cubicBezTo>
                  <a:cubicBezTo>
                    <a:pt x="669035" y="1166070"/>
                    <a:pt x="670508" y="1154989"/>
                    <a:pt x="672045" y="1143756"/>
                  </a:cubicBezTo>
                  <a:lnTo>
                    <a:pt x="672045" y="1143540"/>
                  </a:lnTo>
                  <a:cubicBezTo>
                    <a:pt x="672045" y="1141501"/>
                    <a:pt x="672045" y="1139533"/>
                    <a:pt x="671981" y="1137482"/>
                  </a:cubicBezTo>
                  <a:cubicBezTo>
                    <a:pt x="671333" y="1115543"/>
                    <a:pt x="668584" y="1093298"/>
                    <a:pt x="670864" y="107164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52" name="任意多边形: 形状 251">
            <a:extLst>
              <a:ext uri="{FF2B5EF4-FFF2-40B4-BE49-F238E27FC236}">
                <a16:creationId xmlns:a16="http://schemas.microsoft.com/office/drawing/2014/main" id="{8564DB81-8EF4-670F-BA95-A1ED748E83C2}"/>
              </a:ext>
            </a:extLst>
          </p:cNvPr>
          <p:cNvSpPr/>
          <p:nvPr/>
        </p:nvSpPr>
        <p:spPr>
          <a:xfrm>
            <a:off x="6680886" y="4281714"/>
            <a:ext cx="2913057" cy="2772229"/>
          </a:xfrm>
          <a:custGeom>
            <a:avLst/>
            <a:gdLst>
              <a:gd name="connsiteX0" fmla="*/ 1432600 w 2913057"/>
              <a:gd name="connsiteY0" fmla="*/ 0 h 2772229"/>
              <a:gd name="connsiteX1" fmla="*/ 68257 w 2913057"/>
              <a:gd name="connsiteY1" fmla="*/ 667657 h 2772229"/>
              <a:gd name="connsiteX2" fmla="*/ 489171 w 2913057"/>
              <a:gd name="connsiteY2" fmla="*/ 1422400 h 2772229"/>
              <a:gd name="connsiteX3" fmla="*/ 2913057 w 2913057"/>
              <a:gd name="connsiteY3" fmla="*/ 2772229 h 277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3057" h="2772229">
                <a:moveTo>
                  <a:pt x="1432600" y="0"/>
                </a:moveTo>
                <a:cubicBezTo>
                  <a:pt x="829047" y="215295"/>
                  <a:pt x="225495" y="430590"/>
                  <a:pt x="68257" y="667657"/>
                </a:cubicBezTo>
                <a:cubicBezTo>
                  <a:pt x="-88981" y="904724"/>
                  <a:pt x="15038" y="1071638"/>
                  <a:pt x="489171" y="1422400"/>
                </a:cubicBezTo>
                <a:cubicBezTo>
                  <a:pt x="963304" y="1773162"/>
                  <a:pt x="1938180" y="2272695"/>
                  <a:pt x="2913057" y="2772229"/>
                </a:cubicBezTo>
              </a:path>
            </a:pathLst>
          </a:custGeom>
          <a:noFill/>
          <a:ln w="25400">
            <a:gradFill flip="none" rotWithShape="1"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0">
                  <a:schemeClr val="bg1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FD3CAD0B-1651-F959-AC5E-8057001E6F6D}"/>
              </a:ext>
            </a:extLst>
          </p:cNvPr>
          <p:cNvSpPr txBox="1"/>
          <p:nvPr/>
        </p:nvSpPr>
        <p:spPr>
          <a:xfrm>
            <a:off x="3609078" y="2381621"/>
            <a:ext cx="54500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b="1" dirty="0">
                <a:latin typeface="江城斜黑体 900W" panose="020B0A00000000000000" pitchFamily="34" charset="-122"/>
                <a:ea typeface="江城斜黑体 900W" panose="020B0A00000000000000" pitchFamily="34" charset="-122"/>
                <a:cs typeface="+mn-ea"/>
                <a:sym typeface="+mn-lt"/>
              </a:rPr>
              <a:t>谢谢观看</a:t>
            </a:r>
          </a:p>
        </p:txBody>
      </p:sp>
      <p:grpSp>
        <p:nvGrpSpPr>
          <p:cNvPr id="271" name="组合 270" descr="D:\51PPT模板网\51pptmoban.com\图片.jpg">
            <a:extLst>
              <a:ext uri="{FF2B5EF4-FFF2-40B4-BE49-F238E27FC236}">
                <a16:creationId xmlns:a16="http://schemas.microsoft.com/office/drawing/2014/main" id="{5093A8A6-4CF6-5187-335D-31FB6C0C65D8}"/>
              </a:ext>
            </a:extLst>
          </p:cNvPr>
          <p:cNvGrpSpPr/>
          <p:nvPr/>
        </p:nvGrpSpPr>
        <p:grpSpPr>
          <a:xfrm>
            <a:off x="9468880" y="3702014"/>
            <a:ext cx="300275" cy="399763"/>
            <a:chOff x="9423512" y="-1121051"/>
            <a:chExt cx="677296" cy="901700"/>
          </a:xfrm>
          <a:solidFill>
            <a:srgbClr val="CA9A2F"/>
          </a:solidFill>
        </p:grpSpPr>
        <p:sp>
          <p:nvSpPr>
            <p:cNvPr id="265" name="矩形: 圆角 264">
              <a:extLst>
                <a:ext uri="{FF2B5EF4-FFF2-40B4-BE49-F238E27FC236}">
                  <a16:creationId xmlns:a16="http://schemas.microsoft.com/office/drawing/2014/main" id="{4A517057-7971-78BC-3D78-DFA92D628BB4}"/>
                </a:ext>
              </a:extLst>
            </p:cNvPr>
            <p:cNvSpPr/>
            <p:nvPr/>
          </p:nvSpPr>
          <p:spPr>
            <a:xfrm>
              <a:off x="9423512" y="-1121051"/>
              <a:ext cx="103123" cy="901700"/>
            </a:xfrm>
            <a:prstGeom prst="roundRect">
              <a:avLst>
                <a:gd name="adj" fmla="val 50000"/>
              </a:avLst>
            </a:prstGeom>
            <a:solidFill>
              <a:srgbClr val="1D41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任意多边形: 形状 267">
              <a:extLst>
                <a:ext uri="{FF2B5EF4-FFF2-40B4-BE49-F238E27FC236}">
                  <a16:creationId xmlns:a16="http://schemas.microsoft.com/office/drawing/2014/main" id="{24BDECA1-1CE9-5BC7-2690-29092730AFF6}"/>
                </a:ext>
              </a:extLst>
            </p:cNvPr>
            <p:cNvSpPr/>
            <p:nvPr/>
          </p:nvSpPr>
          <p:spPr>
            <a:xfrm>
              <a:off x="9552844" y="-1097515"/>
              <a:ext cx="547964" cy="362807"/>
            </a:xfrm>
            <a:custGeom>
              <a:avLst/>
              <a:gdLst>
                <a:gd name="connsiteX0" fmla="*/ 0 w 547964"/>
                <a:gd name="connsiteY0" fmla="*/ 0 h 362807"/>
                <a:gd name="connsiteX1" fmla="*/ 547964 w 547964"/>
                <a:gd name="connsiteY1" fmla="*/ 0 h 362807"/>
                <a:gd name="connsiteX2" fmla="*/ 396019 w 547964"/>
                <a:gd name="connsiteY2" fmla="*/ 221215 h 362807"/>
                <a:gd name="connsiteX3" fmla="*/ 491874 w 547964"/>
                <a:gd name="connsiteY3" fmla="*/ 358463 h 362807"/>
                <a:gd name="connsiteX4" fmla="*/ 491309 w 547964"/>
                <a:gd name="connsiteY4" fmla="*/ 362807 h 362807"/>
                <a:gd name="connsiteX5" fmla="*/ 0 w 547964"/>
                <a:gd name="connsiteY5" fmla="*/ 362807 h 362807"/>
                <a:gd name="connsiteX6" fmla="*/ 0 w 547964"/>
                <a:gd name="connsiteY6" fmla="*/ 0 h 362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7964" h="362807">
                  <a:moveTo>
                    <a:pt x="0" y="0"/>
                  </a:moveTo>
                  <a:lnTo>
                    <a:pt x="547964" y="0"/>
                  </a:lnTo>
                  <a:lnTo>
                    <a:pt x="396019" y="221215"/>
                  </a:lnTo>
                  <a:lnTo>
                    <a:pt x="491874" y="358463"/>
                  </a:lnTo>
                  <a:lnTo>
                    <a:pt x="491309" y="362807"/>
                  </a:lnTo>
                  <a:lnTo>
                    <a:pt x="0" y="3628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41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72" name="文本框 271">
            <a:extLst>
              <a:ext uri="{FF2B5EF4-FFF2-40B4-BE49-F238E27FC236}">
                <a16:creationId xmlns:a16="http://schemas.microsoft.com/office/drawing/2014/main" id="{824ED452-DBCC-7639-E412-EB61CC71FF4D}"/>
              </a:ext>
            </a:extLst>
          </p:cNvPr>
          <p:cNvSpPr txBox="1"/>
          <p:nvPr/>
        </p:nvSpPr>
        <p:spPr>
          <a:xfrm>
            <a:off x="9171977" y="5229677"/>
            <a:ext cx="200728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isometricOffAxis2Top">
                <a:rot lat="20794587" lon="17823564" rev="3923979"/>
              </a:camera>
              <a:lightRig rig="threePt" dir="t"/>
            </a:scene3d>
          </a:bodyPr>
          <a:lstStyle/>
          <a:p>
            <a:r>
              <a:rPr lang="en-US" altLang="zh-CN" sz="5400" dirty="0">
                <a:solidFill>
                  <a:schemeClr val="bg1">
                    <a:alpha val="27000"/>
                  </a:schemeClr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2024</a:t>
            </a:r>
            <a:endParaRPr lang="zh-CN" altLang="en-US" sz="5400" dirty="0">
              <a:solidFill>
                <a:schemeClr val="bg1">
                  <a:alpha val="27000"/>
                </a:schemeClr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275" name="文本框 274">
            <a:extLst>
              <a:ext uri="{FF2B5EF4-FFF2-40B4-BE49-F238E27FC236}">
                <a16:creationId xmlns:a16="http://schemas.microsoft.com/office/drawing/2014/main" id="{BB47D363-F0B9-8392-8E6C-3E715C91AA17}"/>
              </a:ext>
            </a:extLst>
          </p:cNvPr>
          <p:cNvSpPr txBox="1"/>
          <p:nvPr/>
        </p:nvSpPr>
        <p:spPr>
          <a:xfrm>
            <a:off x="7609879" y="4436007"/>
            <a:ext cx="646331" cy="30777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isometricOffAxis2Top">
                <a:rot lat="19975335" lon="3449136" rev="18107401"/>
              </a:camera>
              <a:lightRig rig="threePt" dir="t"/>
            </a:scene3d>
          </a:bodyPr>
          <a:lstStyle/>
          <a:p>
            <a:r>
              <a:rPr lang="en-US" altLang="zh-CN" sz="1400" dirty="0">
                <a:solidFill>
                  <a:schemeClr val="bg1">
                    <a:alpha val="3000"/>
                  </a:schemeClr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2027</a:t>
            </a:r>
            <a:endParaRPr lang="zh-CN" altLang="en-US" sz="1400" dirty="0">
              <a:solidFill>
                <a:schemeClr val="bg1">
                  <a:alpha val="3000"/>
                </a:schemeClr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E4AC6508-DC72-A4C1-A818-8AEC37F2C33F}"/>
              </a:ext>
            </a:extLst>
          </p:cNvPr>
          <p:cNvSpPr txBox="1"/>
          <p:nvPr/>
        </p:nvSpPr>
        <p:spPr>
          <a:xfrm>
            <a:off x="6977380" y="4670213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isometricOffAxis2Top">
                <a:rot lat="19975335" lon="3449136" rev="18107401"/>
              </a:camera>
              <a:lightRig rig="threePt" dir="t"/>
            </a:scene3d>
          </a:bodyPr>
          <a:lstStyle/>
          <a:p>
            <a:r>
              <a:rPr lang="en-US" altLang="zh-CN" sz="2400" dirty="0">
                <a:solidFill>
                  <a:schemeClr val="bg1">
                    <a:alpha val="3000"/>
                  </a:schemeClr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2026</a:t>
            </a:r>
            <a:endParaRPr lang="zh-CN" altLang="en-US" sz="2400" dirty="0">
              <a:solidFill>
                <a:schemeClr val="bg1">
                  <a:alpha val="3000"/>
                </a:schemeClr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B4116CB5-96BC-507E-4BFE-0F5CAA0F0124}"/>
              </a:ext>
            </a:extLst>
          </p:cNvPr>
          <p:cNvSpPr txBox="1"/>
          <p:nvPr/>
        </p:nvSpPr>
        <p:spPr>
          <a:xfrm>
            <a:off x="7209538" y="5141019"/>
            <a:ext cx="1394934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isometricOffAxis2Top">
                <a:rot lat="20251828" lon="18092766" rev="3840734"/>
              </a:camera>
              <a:lightRig rig="threePt" dir="t"/>
            </a:scene3d>
          </a:bodyPr>
          <a:lstStyle/>
          <a:p>
            <a:r>
              <a:rPr lang="en-US" altLang="zh-CN" sz="3600" dirty="0">
                <a:solidFill>
                  <a:schemeClr val="bg1">
                    <a:alpha val="18000"/>
                  </a:schemeClr>
                </a:solidFill>
                <a:latin typeface="MiSans Heavy" panose="00000A00000000000000" pitchFamily="2" charset="-122"/>
                <a:ea typeface="MiSans Heavy" panose="00000A00000000000000" pitchFamily="2" charset="-122"/>
              </a:rPr>
              <a:t>2025</a:t>
            </a:r>
            <a:endParaRPr lang="zh-CN" altLang="en-US" sz="3600" dirty="0">
              <a:solidFill>
                <a:schemeClr val="bg1">
                  <a:alpha val="18000"/>
                </a:schemeClr>
              </a:solidFill>
              <a:latin typeface="MiSans Heavy" panose="00000A00000000000000" pitchFamily="2" charset="-122"/>
              <a:ea typeface="MiSans Heavy" panose="00000A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945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qkn0zaf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775</Words>
  <Application>Microsoft Office PowerPoint</Application>
  <PresentationFormat>宽屏</PresentationFormat>
  <Paragraphs>81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HarmonyOS Sans SC Light</vt:lpstr>
      <vt:lpstr>MiSans Heavy</vt:lpstr>
      <vt:lpstr>等线</vt:lpstr>
      <vt:lpstr>江城斜黑体 900W</vt:lpstr>
      <vt:lpstr>Arial</vt:lpstr>
      <vt:lpstr>Times New Roman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大气实用大学生职业生涯规划PPT模板</dc:title>
  <dc:creator>©51PPT模板网（www.51pptmoban.com）</dc:creator>
  <cp:keywords>版权归属：51PPT模板网</cp:keywords>
  <dc:description>51PPT模板网，幻灯片演示模板及素材免费下载！_x000d_
51PPT模板网 唯一访问网址：www.51pptmoban.com</dc:description>
  <cp:lastModifiedBy>宇佩 马</cp:lastModifiedBy>
  <cp:revision>81</cp:revision>
  <dcterms:created xsi:type="dcterms:W3CDTF">2024-11-23T12:26:59Z</dcterms:created>
  <dcterms:modified xsi:type="dcterms:W3CDTF">2024-12-04T14:54:12Z</dcterms:modified>
  <cp:contentStatus>大气实用大学生职业生涯规划PPT模板，www.51pptmoban.com</cp:contentStatus>
  <cp:version>51pptmoban.com（V51PPT-24112404版）</cp:version>
</cp:coreProperties>
</file>